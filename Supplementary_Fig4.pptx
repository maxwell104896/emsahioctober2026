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9e144b77a44c48" /><Relationship Type="http://schemas.openxmlformats.org/officeDocument/2006/relationships/extended-properties" Target="/docProps/app.xml" Id="R833e9f5195e84dbf" /><Relationship Type="http://schemas.openxmlformats.org/officeDocument/2006/relationships/officeDocument" Target="/ppt/presentation.xml" Id="R2dd05f9e69c04f78" /></Relationships>
</file>

<file path=ppt/presentation.xml><?xml version="1.0" encoding="utf-8"?>
<p:presentation xmlns:p="http://schemas.openxmlformats.org/presentationml/2006/main">
  <p:sldMasterIdLst>
    <p:sldMasterId xmlns:r="http://schemas.openxmlformats.org/officeDocument/2006/relationships" id="2147483648" r:id="Rf6eae56da72c46fe"/>
  </p:sldMasterIdLst>
  <p:notesMasterIdLst>
    <p:notesMasterId xmlns:r="http://schemas.openxmlformats.org/officeDocument/2006/relationships" r:id="R4fc92da030cb4fc2"/>
  </p:notesMasterIdLst>
  <p:sldIdLst>
    <p:sldId xmlns:r="http://schemas.openxmlformats.org/officeDocument/2006/relationships" id="256" r:id="R4936590f85a74427"/>
  </p:sldIdLst>
  <p:sldSz cx="6480000" cy="8280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d0a07bf4484077" /><Relationship Type="http://schemas.openxmlformats.org/officeDocument/2006/relationships/slideMaster" Target="/ppt/slideMasters/slideMaster1.xml" Id="Rf6eae56da72c46fe" /><Relationship Type="http://schemas.openxmlformats.org/officeDocument/2006/relationships/notesMaster" Target="/ppt/notesMasters/notesMaster1.xml" Id="R4fc92da030cb4fc2" /><Relationship Type="http://schemas.openxmlformats.org/officeDocument/2006/relationships/presProps" Target="/ppt/presProps.xml" Id="R9f094f0e10d64cbe" /><Relationship Type="http://schemas.openxmlformats.org/officeDocument/2006/relationships/tableStyles" Target="/ppt/tableStyles.xml" Id="R3db822dd9dbe4bce" /><Relationship Type="http://schemas.openxmlformats.org/officeDocument/2006/relationships/slide" Target="/ppt/slides/slide1.xml" Id="R4936590f85a744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dec6523d0541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2c15845ec849fd" /><Relationship Type="http://schemas.openxmlformats.org/officeDocument/2006/relationships/notesMaster" Target="/ppt/notesMasters/notesMaster1.xml" Id="R5b4d598e5c9f47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Supplementary Figure S4. Training-only model tuning, calibration and next-visit HI forecast comparisons.</a:t>
            </a:r>
          </a:p>
          <a:p xmlns:a="http://schemas.openxmlformats.org/drawingml/2006/main">
            <a:r>
              <a:t>All panels use the same 152 ordered windows from 66 participants and the locked outer-participant folds and HI axes used in finalized Figures 1–3. No actual next-visit interval is a predictor. (A) Inner-cross-validation MAE for 13 Ridge penalties across six feature families, averaged across five outer-training sets. Each outer-training set uses four participant-grouped inner splits. One- and two-visit families include HI(t2) or HI(t1)/HI(t2), respectively. Dynamic features are none, prior change, or prior change plus absolute change and velocity. All families include the previously observed interval dt12 in weeks. Change is HI(t2)−HI(t1) and velocity is change/dt12. Features containing both scores and their difference are algebraically redundant. These correlated configuration comparisons are training diagnostics, not independent validations. Selected fold configurations are supplied in the accompanying table. (B) Calibration of the locked model's outer-fold predictions in five approximately equal-size prediction quantile bins. Numbers indicate windows per bin. Vertical bars give percentile 95% intervals from 2,000 participant-cluster bootstrap replicates with bins fixed from the original OOF predictions. Calibration intercept and slope describe observed HI regressed on predicted HI and do not modify the predictions. (C) Observed-minus-predicted residuals of the locked model. (D–I) Outer-fold next-visit predictions for persistence, prior-change continuation, locked Ridge, Ridge with four MBX modules, and the corresponding shrinkage versions. All scatter panels use the same axis limits and molecular state colors. Persistence predicts HI(t2). Prior-change continuation predicts HI(t2)+[HI(t2)−HI(t1)] without time extrapolation. The locked Ridge reproduces the finalized predictions exactly. The module model adds bile acid, oxidative lipid, aromatic amino acid/indole and SCFA/butyrate module scores at t2; Ridge alpha is selected only within the outer-training windows. Module inputs are inner-crossfit for outer-training samples and outer-heldout for test samples, with upstream module C inherited from the finalized outer-training module layer. These are exploratory conditional comparisons on the locked HI axes and upstream hyperparameter choices, rather than a newly optimized end-to-end external validation. Shrinkage multiplies the predicted HI change by lambda in [0,1], estimated by least squares from inner predictions in each outer-training set. Lambda equals 1 in all five folds for both models, so H equals F and I equals G. Model scores and shrinkage coefficients are supplied for audit. MAE confidence intervals and paired model differences resample participants with all their windows together. Intervals condition on the locked fitted models and do not incorporate retraining variability. Colors denote observed t3 Low, Intermediate and High molecular HI states, using lower and upper training-tertile thresholds of the corresponding outer fold; counts are 55, 50 and 47. These molecular states are not clinical relapse endpoints.</a:t>
            </a:r>
          </a:p>
          <a:p xmlns:a="http://schemas.openxmlformats.org/drawingml/2006/main">
            <a:r>
              <a:t>Source references: finalized figure folder https://drive.google.com/drive/folders/1bxigzf9DjXwP80lBy4OJdL6hv1NnFDEZ . Reviewed original figure https://drive.google.com/file/d/17YWtLxHaGufDQfW4EsTzinY26QgD_ss7/view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799e8bea3147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3082ce76b04c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2027e75e834c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0915e97b7a48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476e4d1f9645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43e8da221548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4F47DF5-58E7-49B7-B353-125FE88DE428}"/>
              </a:ext>
            </a:extLst>
          </p:cNvPr>
          <p:cNvSpPr>
            <a:spLocks xmlns:a="http://schemas.openxmlformats.org/drawingml/2006/main" noGrp="1"/>
          </p:cNvSpPr>
          <p:nvPr/>
        </p:nvSpPr>
        <p:spPr>
          <a:xfrm xmlns:a="http://schemas.openxmlformats.org/drawingml/2006/main">
            <a:off x="3078000" y="2668000"/>
            <a:ext cx="324000" cy="460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C272CD6-7ACA-4CC8-8752-1BD9EA887E64}"/>
              </a:ext>
            </a:extLst>
          </p:cNvPr>
          <p:cNvSpPr>
            <a:spLocks xmlns:a="http://schemas.openxmlformats.org/drawingml/2006/main" noGrp="1"/>
          </p:cNvSpPr>
          <p:nvPr>
            <p:ph type="title" idx="0"/>
          </p:nvPr>
        </p:nvSpPr>
        <p:spPr>
          <a:xfrm xmlns:a="http://schemas.openxmlformats.org/drawingml/2006/main">
            <a:off x="648000" y="3128000"/>
            <a:ext cx="5184000" cy="119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CC802A96-410C-4E13-902B-28F7ED14687A}"/>
              </a:ext>
            </a:extLst>
          </p:cNvPr>
          <p:cNvSpPr>
            <a:spLocks xmlns:a="http://schemas.openxmlformats.org/drawingml/2006/main" noGrp="1"/>
          </p:cNvSpPr>
          <p:nvPr>
            <p:ph type="subTitle" idx="1"/>
          </p:nvPr>
        </p:nvSpPr>
        <p:spPr>
          <a:xfrm xmlns:a="http://schemas.openxmlformats.org/drawingml/2006/main">
            <a:off x="972000" y="4554000"/>
            <a:ext cx="4536000" cy="920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B5823352-1E64-4979-8FE1-95783E86F21D}"/>
              </a:ext>
            </a:extLst>
          </p:cNvPr>
          <p:cNvSpPr>
            <a:spLocks xmlns:a="http://schemas.openxmlformats.org/drawingml/2006/main" noGrp="1"/>
          </p:cNvSpPr>
          <p:nvPr/>
        </p:nvSpPr>
        <p:spPr>
          <a:xfrm xmlns:a="http://schemas.openxmlformats.org/drawingml/2006/main">
            <a:off x="3078000" y="2990000"/>
            <a:ext cx="324000" cy="460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4FE99846-E63B-41E8-A80C-47F73DC72023}"/>
              </a:ext>
            </a:extLst>
          </p:cNvPr>
          <p:cNvSpPr>
            <a:spLocks xmlns:a="http://schemas.openxmlformats.org/drawingml/2006/main" noGrp="1"/>
          </p:cNvSpPr>
          <p:nvPr>
            <p:ph type="title" idx="0"/>
          </p:nvPr>
        </p:nvSpPr>
        <p:spPr>
          <a:xfrm xmlns:a="http://schemas.openxmlformats.org/drawingml/2006/main">
            <a:off x="648000" y="3450000"/>
            <a:ext cx="5184000" cy="1380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E7448FF-7E6B-4644-9159-50174BACA483}"/>
              </a:ext>
            </a:extLst>
          </p:cNvPr>
          <p:cNvSpPr>
            <a:spLocks xmlns:a="http://schemas.openxmlformats.org/drawingml/2006/main" noGrp="1"/>
          </p:cNvSpPr>
          <p:nvPr/>
        </p:nvSpPr>
        <p:spPr>
          <a:xfrm xmlns:a="http://schemas.openxmlformats.org/drawingml/2006/main">
            <a:off x="364500" y="1840000"/>
            <a:ext cx="324000" cy="460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EB79CAB-DEE9-408E-9BEC-780B5DD3B50B}"/>
              </a:ext>
            </a:extLst>
          </p:cNvPr>
          <p:cNvSpPr>
            <a:spLocks xmlns:a="http://schemas.openxmlformats.org/drawingml/2006/main" noGrp="1"/>
          </p:cNvSpPr>
          <p:nvPr>
            <p:ph type="title" idx="0"/>
          </p:nvPr>
        </p:nvSpPr>
        <p:spPr>
          <a:xfrm xmlns:a="http://schemas.openxmlformats.org/drawingml/2006/main">
            <a:off x="364500" y="644000"/>
            <a:ext cx="5751000" cy="101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F3FEA73-4F3A-4EC5-96DD-AC5E8C50788D}"/>
              </a:ext>
            </a:extLst>
          </p:cNvPr>
          <p:cNvSpPr>
            <a:spLocks xmlns:a="http://schemas.openxmlformats.org/drawingml/2006/main" noGrp="1"/>
          </p:cNvSpPr>
          <p:nvPr>
            <p:ph type="body" idx="1"/>
          </p:nvPr>
        </p:nvSpPr>
        <p:spPr>
          <a:xfrm xmlns:a="http://schemas.openxmlformats.org/drawingml/2006/main">
            <a:off x="364500" y="2300000"/>
            <a:ext cx="5751000" cy="515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1500" indent="-121500">
              <a:lnSpc>
                <a:spcPct val="110000"/>
              </a:lnSpc>
              <a:spcBef>
                <a:spcPts val="0"/>
              </a:spcBef>
              <a:spcAft>
                <a:spcPts val="638"/>
              </a:spcAft>
              <a:buChar char="•"/>
            </a:lvl1pPr>
            <a:lvl2pPr marL="283500" indent="-121500">
              <a:lnSpc>
                <a:spcPct val="110000"/>
              </a:lnSpc>
              <a:spcBef>
                <a:spcPts val="0"/>
              </a:spcBef>
              <a:spcAft>
                <a:spcPts val="638"/>
              </a:spcAft>
              <a:buChar char="•"/>
            </a:lvl2pPr>
            <a:lvl3pPr marL="445500" indent="-121500">
              <a:lnSpc>
                <a:spcPct val="110000"/>
              </a:lnSpc>
              <a:spcBef>
                <a:spcPts val="0"/>
              </a:spcBef>
              <a:spcAft>
                <a:spcPts val="638"/>
              </a:spcAft>
              <a:buChar char="•"/>
            </a:lvl3pPr>
            <a:lvl4pPr marL="607500" indent="-121500">
              <a:lnSpc>
                <a:spcPct val="110000"/>
              </a:lnSpc>
              <a:spcBef>
                <a:spcPts val="0"/>
              </a:spcBef>
              <a:spcAft>
                <a:spcPts val="638"/>
              </a:spcAft>
              <a:buChar char="•"/>
            </a:lvl4pPr>
            <a:lvl5pPr marL="769500" indent="-121500">
              <a:lnSpc>
                <a:spcPct val="110000"/>
              </a:lnSpc>
              <a:spcBef>
                <a:spcPts val="0"/>
              </a:spcBef>
              <a:spcAft>
                <a:spcPts val="638"/>
              </a:spcAft>
              <a:buChar char="•"/>
            </a:lvl5pPr>
            <a:lvl6pPr marL="931500" indent="-121500">
              <a:lnSpc>
                <a:spcPct val="110000"/>
              </a:lnSpc>
              <a:spcBef>
                <a:spcPts val="0"/>
              </a:spcBef>
              <a:spcAft>
                <a:spcPts val="638"/>
              </a:spcAft>
              <a:buChar char="•"/>
            </a:lvl6pPr>
            <a:lvl7pPr marL="1093500" indent="-121500">
              <a:lnSpc>
                <a:spcPct val="110000"/>
              </a:lnSpc>
              <a:spcBef>
                <a:spcPts val="0"/>
              </a:spcBef>
              <a:spcAft>
                <a:spcPts val="638"/>
              </a:spcAft>
              <a:buChar char="•"/>
            </a:lvl7pPr>
            <a:lvl8pPr marL="1255500" indent="-121500">
              <a:lnSpc>
                <a:spcPct val="110000"/>
              </a:lnSpc>
              <a:spcBef>
                <a:spcPts val="0"/>
              </a:spcBef>
              <a:spcAft>
                <a:spcPts val="638"/>
              </a:spcAft>
              <a:buChar char="•"/>
            </a:lvl8pPr>
            <a:lvl9pPr marL="1417500" indent="-121500">
              <a:lnSpc>
                <a:spcPct val="110000"/>
              </a:lnSpc>
              <a:spcBef>
                <a:spcPts val="0"/>
              </a:spcBef>
              <a:spcAft>
                <a:spcPts val="638"/>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4BF749D9-57CA-452E-A7AF-9DCF52FECB9F}"/>
              </a:ext>
            </a:extLst>
          </p:cNvPr>
          <p:cNvSpPr>
            <a:spLocks xmlns:a="http://schemas.openxmlformats.org/drawingml/2006/main" noGrp="1"/>
          </p:cNvSpPr>
          <p:nvPr/>
        </p:nvSpPr>
        <p:spPr>
          <a:xfrm xmlns:a="http://schemas.openxmlformats.org/drawingml/2006/main">
            <a:off x="364500" y="1840000"/>
            <a:ext cx="324000" cy="460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0ED9586-C15A-465D-8B2E-2D4E72FB17B9}"/>
              </a:ext>
            </a:extLst>
          </p:cNvPr>
          <p:cNvSpPr>
            <a:spLocks xmlns:a="http://schemas.openxmlformats.org/drawingml/2006/main" noGrp="1"/>
          </p:cNvSpPr>
          <p:nvPr>
            <p:ph type="title" idx="0"/>
          </p:nvPr>
        </p:nvSpPr>
        <p:spPr>
          <a:xfrm xmlns:a="http://schemas.openxmlformats.org/drawingml/2006/main">
            <a:off x="364500" y="644000"/>
            <a:ext cx="5751000" cy="101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F8C13A2-943A-4CCC-B506-033637E3F280}"/>
              </a:ext>
            </a:extLst>
          </p:cNvPr>
          <p:cNvSpPr>
            <a:spLocks xmlns:a="http://schemas.openxmlformats.org/drawingml/2006/main" noGrp="1"/>
          </p:cNvSpPr>
          <p:nvPr>
            <p:ph type="body" idx="1"/>
          </p:nvPr>
        </p:nvSpPr>
        <p:spPr>
          <a:xfrm xmlns:a="http://schemas.openxmlformats.org/drawingml/2006/main">
            <a:off x="364500" y="2300000"/>
            <a:ext cx="2673000" cy="515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1500" indent="-121500">
              <a:lnSpc>
                <a:spcPct val="110000"/>
              </a:lnSpc>
              <a:spcBef>
                <a:spcPts val="0"/>
              </a:spcBef>
              <a:spcAft>
                <a:spcPts val="638"/>
              </a:spcAft>
              <a:buChar char="•"/>
            </a:lvl1pPr>
            <a:lvl2pPr marL="283500" indent="-121500">
              <a:lnSpc>
                <a:spcPct val="110000"/>
              </a:lnSpc>
              <a:spcBef>
                <a:spcPts val="0"/>
              </a:spcBef>
              <a:spcAft>
                <a:spcPts val="638"/>
              </a:spcAft>
              <a:buChar char="•"/>
            </a:lvl2pPr>
            <a:lvl3pPr marL="445500" indent="-121500">
              <a:lnSpc>
                <a:spcPct val="110000"/>
              </a:lnSpc>
              <a:spcBef>
                <a:spcPts val="0"/>
              </a:spcBef>
              <a:spcAft>
                <a:spcPts val="638"/>
              </a:spcAft>
              <a:buChar char="•"/>
            </a:lvl3pPr>
            <a:lvl4pPr marL="607500" indent="-121500">
              <a:lnSpc>
                <a:spcPct val="110000"/>
              </a:lnSpc>
              <a:spcBef>
                <a:spcPts val="0"/>
              </a:spcBef>
              <a:spcAft>
                <a:spcPts val="638"/>
              </a:spcAft>
              <a:buChar char="•"/>
            </a:lvl4pPr>
            <a:lvl5pPr marL="769500" indent="-121500">
              <a:lnSpc>
                <a:spcPct val="110000"/>
              </a:lnSpc>
              <a:spcBef>
                <a:spcPts val="0"/>
              </a:spcBef>
              <a:spcAft>
                <a:spcPts val="638"/>
              </a:spcAft>
              <a:buChar char="•"/>
            </a:lvl5pPr>
            <a:lvl6pPr marL="931500" indent="-121500">
              <a:lnSpc>
                <a:spcPct val="110000"/>
              </a:lnSpc>
              <a:spcBef>
                <a:spcPts val="0"/>
              </a:spcBef>
              <a:spcAft>
                <a:spcPts val="638"/>
              </a:spcAft>
              <a:buChar char="•"/>
            </a:lvl6pPr>
            <a:lvl7pPr marL="1093500" indent="-121500">
              <a:lnSpc>
                <a:spcPct val="110000"/>
              </a:lnSpc>
              <a:spcBef>
                <a:spcPts val="0"/>
              </a:spcBef>
              <a:spcAft>
                <a:spcPts val="638"/>
              </a:spcAft>
              <a:buChar char="•"/>
            </a:lvl7pPr>
            <a:lvl8pPr marL="1255500" indent="-121500">
              <a:lnSpc>
                <a:spcPct val="110000"/>
              </a:lnSpc>
              <a:spcBef>
                <a:spcPts val="0"/>
              </a:spcBef>
              <a:spcAft>
                <a:spcPts val="638"/>
              </a:spcAft>
              <a:buChar char="•"/>
            </a:lvl8pPr>
            <a:lvl9pPr marL="1417500" indent="-121500">
              <a:lnSpc>
                <a:spcPct val="110000"/>
              </a:lnSpc>
              <a:spcBef>
                <a:spcPts val="0"/>
              </a:spcBef>
              <a:spcAft>
                <a:spcPts val="638"/>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73E5D10-4FC6-486E-AA95-CCB66F474E8C}"/>
              </a:ext>
            </a:extLst>
          </p:cNvPr>
          <p:cNvSpPr>
            <a:spLocks xmlns:a="http://schemas.openxmlformats.org/drawingml/2006/main" noGrp="1"/>
          </p:cNvSpPr>
          <p:nvPr>
            <p:ph type="body" idx="2"/>
          </p:nvPr>
        </p:nvSpPr>
        <p:spPr>
          <a:xfrm xmlns:a="http://schemas.openxmlformats.org/drawingml/2006/main">
            <a:off x="3442500" y="2300000"/>
            <a:ext cx="2673000" cy="515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1500" indent="-121500">
              <a:lnSpc>
                <a:spcPct val="110000"/>
              </a:lnSpc>
              <a:spcBef>
                <a:spcPts val="0"/>
              </a:spcBef>
              <a:spcAft>
                <a:spcPts val="638"/>
              </a:spcAft>
              <a:buChar char="•"/>
            </a:lvl1pPr>
            <a:lvl2pPr marL="283500" indent="-121500">
              <a:lnSpc>
                <a:spcPct val="110000"/>
              </a:lnSpc>
              <a:spcBef>
                <a:spcPts val="0"/>
              </a:spcBef>
              <a:spcAft>
                <a:spcPts val="638"/>
              </a:spcAft>
              <a:buChar char="•"/>
            </a:lvl2pPr>
            <a:lvl3pPr marL="445500" indent="-121500">
              <a:lnSpc>
                <a:spcPct val="110000"/>
              </a:lnSpc>
              <a:spcBef>
                <a:spcPts val="0"/>
              </a:spcBef>
              <a:spcAft>
                <a:spcPts val="638"/>
              </a:spcAft>
              <a:buChar char="•"/>
            </a:lvl3pPr>
            <a:lvl4pPr marL="607500" indent="-121500">
              <a:lnSpc>
                <a:spcPct val="110000"/>
              </a:lnSpc>
              <a:spcBef>
                <a:spcPts val="0"/>
              </a:spcBef>
              <a:spcAft>
                <a:spcPts val="638"/>
              </a:spcAft>
              <a:buChar char="•"/>
            </a:lvl4pPr>
            <a:lvl5pPr marL="769500" indent="-121500">
              <a:lnSpc>
                <a:spcPct val="110000"/>
              </a:lnSpc>
              <a:spcBef>
                <a:spcPts val="0"/>
              </a:spcBef>
              <a:spcAft>
                <a:spcPts val="638"/>
              </a:spcAft>
              <a:buChar char="•"/>
            </a:lvl5pPr>
            <a:lvl6pPr marL="931500" indent="-121500">
              <a:lnSpc>
                <a:spcPct val="110000"/>
              </a:lnSpc>
              <a:spcBef>
                <a:spcPts val="0"/>
              </a:spcBef>
              <a:spcAft>
                <a:spcPts val="638"/>
              </a:spcAft>
              <a:buChar char="•"/>
            </a:lvl6pPr>
            <a:lvl7pPr marL="1093500" indent="-121500">
              <a:lnSpc>
                <a:spcPct val="110000"/>
              </a:lnSpc>
              <a:spcBef>
                <a:spcPts val="0"/>
              </a:spcBef>
              <a:spcAft>
                <a:spcPts val="638"/>
              </a:spcAft>
              <a:buChar char="•"/>
            </a:lvl7pPr>
            <a:lvl8pPr marL="1255500" indent="-121500">
              <a:lnSpc>
                <a:spcPct val="110000"/>
              </a:lnSpc>
              <a:spcBef>
                <a:spcPts val="0"/>
              </a:spcBef>
              <a:spcAft>
                <a:spcPts val="638"/>
              </a:spcAft>
              <a:buChar char="•"/>
            </a:lvl8pPr>
            <a:lvl9pPr marL="1417500" indent="-121500">
              <a:lnSpc>
                <a:spcPct val="110000"/>
              </a:lnSpc>
              <a:spcBef>
                <a:spcPts val="0"/>
              </a:spcBef>
              <a:spcAft>
                <a:spcPts val="638"/>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E4915F2-F202-4E6B-9AE2-EE74ADD538C9}"/>
              </a:ext>
            </a:extLst>
          </p:cNvPr>
          <p:cNvSpPr>
            <a:spLocks xmlns:a="http://schemas.openxmlformats.org/drawingml/2006/main" noGrp="1"/>
          </p:cNvSpPr>
          <p:nvPr/>
        </p:nvSpPr>
        <p:spPr>
          <a:xfrm xmlns:a="http://schemas.openxmlformats.org/drawingml/2006/main">
            <a:off x="364500" y="1840000"/>
            <a:ext cx="324000" cy="460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D77C657-D1DD-439D-9379-D1F7DCBA1D5D}"/>
              </a:ext>
            </a:extLst>
          </p:cNvPr>
          <p:cNvSpPr>
            <a:spLocks xmlns:a="http://schemas.openxmlformats.org/drawingml/2006/main" noGrp="1"/>
          </p:cNvSpPr>
          <p:nvPr>
            <p:ph type="title" idx="0"/>
          </p:nvPr>
        </p:nvSpPr>
        <p:spPr>
          <a:xfrm xmlns:a="http://schemas.openxmlformats.org/drawingml/2006/main">
            <a:off x="364500" y="644000"/>
            <a:ext cx="5751000" cy="101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2980049-1C5A-4918-8693-B0E41D6CFFAA}"/>
              </a:ext>
            </a:extLst>
          </p:cNvPr>
          <p:cNvSpPr>
            <a:spLocks xmlns:a="http://schemas.openxmlformats.org/drawingml/2006/main" noGrp="1"/>
          </p:cNvSpPr>
          <p:nvPr>
            <p:ph type="body" idx="1"/>
          </p:nvPr>
        </p:nvSpPr>
        <p:spPr>
          <a:xfrm xmlns:a="http://schemas.openxmlformats.org/drawingml/2006/main">
            <a:off x="364500" y="2300000"/>
            <a:ext cx="2673000" cy="515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1500" indent="-121500">
              <a:lnSpc>
                <a:spcPct val="110000"/>
              </a:lnSpc>
              <a:spcBef>
                <a:spcPts val="0"/>
              </a:spcBef>
              <a:spcAft>
                <a:spcPts val="638"/>
              </a:spcAft>
              <a:buChar char="•"/>
            </a:lvl1pPr>
            <a:lvl2pPr marL="283500" indent="-121500">
              <a:lnSpc>
                <a:spcPct val="110000"/>
              </a:lnSpc>
              <a:spcBef>
                <a:spcPts val="0"/>
              </a:spcBef>
              <a:spcAft>
                <a:spcPts val="638"/>
              </a:spcAft>
              <a:buChar char="•"/>
            </a:lvl2pPr>
            <a:lvl3pPr marL="445500" indent="-121500">
              <a:lnSpc>
                <a:spcPct val="110000"/>
              </a:lnSpc>
              <a:spcBef>
                <a:spcPts val="0"/>
              </a:spcBef>
              <a:spcAft>
                <a:spcPts val="638"/>
              </a:spcAft>
              <a:buChar char="•"/>
            </a:lvl3pPr>
            <a:lvl4pPr marL="607500" indent="-121500">
              <a:lnSpc>
                <a:spcPct val="110000"/>
              </a:lnSpc>
              <a:spcBef>
                <a:spcPts val="0"/>
              </a:spcBef>
              <a:spcAft>
                <a:spcPts val="638"/>
              </a:spcAft>
              <a:buChar char="•"/>
            </a:lvl4pPr>
            <a:lvl5pPr marL="769500" indent="-121500">
              <a:lnSpc>
                <a:spcPct val="110000"/>
              </a:lnSpc>
              <a:spcBef>
                <a:spcPts val="0"/>
              </a:spcBef>
              <a:spcAft>
                <a:spcPts val="638"/>
              </a:spcAft>
              <a:buChar char="•"/>
            </a:lvl5pPr>
            <a:lvl6pPr marL="931500" indent="-121500">
              <a:lnSpc>
                <a:spcPct val="110000"/>
              </a:lnSpc>
              <a:spcBef>
                <a:spcPts val="0"/>
              </a:spcBef>
              <a:spcAft>
                <a:spcPts val="638"/>
              </a:spcAft>
              <a:buChar char="•"/>
            </a:lvl6pPr>
            <a:lvl7pPr marL="1093500" indent="-121500">
              <a:lnSpc>
                <a:spcPct val="110000"/>
              </a:lnSpc>
              <a:spcBef>
                <a:spcPts val="0"/>
              </a:spcBef>
              <a:spcAft>
                <a:spcPts val="638"/>
              </a:spcAft>
              <a:buChar char="•"/>
            </a:lvl7pPr>
            <a:lvl8pPr marL="1255500" indent="-121500">
              <a:lnSpc>
                <a:spcPct val="110000"/>
              </a:lnSpc>
              <a:spcBef>
                <a:spcPts val="0"/>
              </a:spcBef>
              <a:spcAft>
                <a:spcPts val="638"/>
              </a:spcAft>
              <a:buChar char="•"/>
            </a:lvl8pPr>
            <a:lvl9pPr marL="1417500" indent="-121500">
              <a:lnSpc>
                <a:spcPct val="110000"/>
              </a:lnSpc>
              <a:spcBef>
                <a:spcPts val="0"/>
              </a:spcBef>
              <a:spcAft>
                <a:spcPts val="638"/>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b98b3acc574238" /><Relationship Type="http://schemas.openxmlformats.org/officeDocument/2006/relationships/slideLayout" Target="/ppt/slideLayouts/slideLayout1.xml" Id="Rb125525611d247af" /><Relationship Type="http://schemas.openxmlformats.org/officeDocument/2006/relationships/slideLayout" Target="/ppt/slideLayouts/slideLayout2.xml" Id="Ra8807127301644ba" /><Relationship Type="http://schemas.openxmlformats.org/officeDocument/2006/relationships/slideLayout" Target="/ppt/slideLayouts/slideLayout3.xml" Id="R7e70ad62e263478f" /><Relationship Type="http://schemas.openxmlformats.org/officeDocument/2006/relationships/slideLayout" Target="/ppt/slideLayouts/slideLayout4.xml" Id="R6b01306c2d6049e2" /><Relationship Type="http://schemas.openxmlformats.org/officeDocument/2006/relationships/slideLayout" Target="/ppt/slideLayouts/slideLayout5.xml" Id="R3fc73c4d7e5643f0" /><Relationship Type="http://schemas.openxmlformats.org/officeDocument/2006/relationships/slideLayout" Target="/ppt/slideLayouts/slideLayout6.xml" Id="Rb54ff01dc1fb4e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25525611d247af"/>
    <p:sldLayoutId xmlns:r="http://schemas.openxmlformats.org/officeDocument/2006/relationships" id="2147483650" r:id="Ra8807127301644ba"/>
    <p:sldLayoutId xmlns:r="http://schemas.openxmlformats.org/officeDocument/2006/relationships" id="2147483651" r:id="R7e70ad62e263478f"/>
    <p:sldLayoutId xmlns:r="http://schemas.openxmlformats.org/officeDocument/2006/relationships" id="2147483652" r:id="R6b01306c2d6049e2"/>
    <p:sldLayoutId xmlns:r="http://schemas.openxmlformats.org/officeDocument/2006/relationships" id="2147483653" r:id="R3fc73c4d7e5643f0"/>
    <p:sldLayoutId xmlns:r="http://schemas.openxmlformats.org/officeDocument/2006/relationships" id="2147483654" r:id="Rb54ff01dc1fb4e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928279714f476b" /><Relationship Type="http://schemas.openxmlformats.org/officeDocument/2006/relationships/notesSlide" Target="/ppt/notesSlides/notesSlide1.xml" Id="R326f461d6baa46d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97" name="text-1">
            <a:extLst xmlns:a="http://schemas.openxmlformats.org/drawingml/2006/main">
              <a:ext uri="{FF2B5EF4-FFF2-40B4-BE49-F238E27FC236}">
                <a16:creationId xmlns:a16="http://schemas.microsoft.com/office/drawing/2014/main" id="{4EDE5638-0BD1-4F35-BF14-E7DF1D8C516C}"/>
              </a:ext>
            </a:extLst>
          </p:cNvPr>
          <p:cNvSpPr>
            <a:spLocks xmlns:a="http://schemas.openxmlformats.org/drawingml/2006/main" noGrp="1"/>
          </p:cNvSpPr>
          <p:nvPr/>
        </p:nvSpPr>
        <p:spPr>
          <a:xfrm xmlns:a="http://schemas.openxmlformats.org/drawingml/2006/main" rot="0">
            <a:off x="117000" y="72000"/>
            <a:ext cx="3600000" cy="21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40" b="1">
                <a:solidFill>
                  <a:srgbClr val="000000"/>
                </a:solidFill>
                <a:latin typeface="Times New Roman"/>
                <a:ea typeface="Times New Roman"/>
                <a:cs typeface="Times New Roman"/>
              </a:defRPr>
            </a:pPr>
            <a:r>
              <a:rPr sz="1240" b="1">
                <a:solidFill>
                  <a:srgbClr val="000000"/>
                </a:solidFill>
                <a:latin typeface="Times New Roman"/>
                <a:ea typeface="Times New Roman"/>
                <a:cs typeface="Times New Roman"/>
              </a:rPr>
              <a:t>Supplementary Figure S4</a:t>
            </a:r>
          </a:p>
        </p:txBody>
      </p:sp>
      <p:sp>
        <p:nvSpPr>
          <p:cNvPr id="2" name="text-2">
            <a:extLst xmlns:a="http://schemas.openxmlformats.org/drawingml/2006/main">
              <a:ext uri="{FF2B5EF4-FFF2-40B4-BE49-F238E27FC236}">
                <a16:creationId xmlns:a16="http://schemas.microsoft.com/office/drawing/2014/main" id="{B874482B-5215-4CD3-A7DC-96DD3EAAD89A}"/>
              </a:ext>
            </a:extLst>
          </p:cNvPr>
          <p:cNvSpPr>
            <a:spLocks xmlns:a="http://schemas.openxmlformats.org/drawingml/2006/main" noGrp="1"/>
          </p:cNvSpPr>
          <p:nvPr/>
        </p:nvSpPr>
        <p:spPr>
          <a:xfrm xmlns:a="http://schemas.openxmlformats.org/drawingml/2006/main" rot="0">
            <a:off x="117000" y="292500"/>
            <a:ext cx="6075000" cy="19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63" b="1">
                <a:solidFill>
                  <a:srgbClr val="000000"/>
                </a:solidFill>
                <a:latin typeface="Times New Roman"/>
                <a:ea typeface="Times New Roman"/>
                <a:cs typeface="Times New Roman"/>
              </a:defRPr>
            </a:pPr>
            <a:r>
              <a:rPr sz="1063" b="1">
                <a:solidFill>
                  <a:srgbClr val="000000"/>
                </a:solidFill>
                <a:latin typeface="Times New Roman"/>
                <a:ea typeface="Times New Roman"/>
                <a:cs typeface="Times New Roman"/>
              </a:rPr>
              <a:t>HI model tuning, calibration and forecast comparisons</a:t>
            </a:r>
          </a:p>
        </p:txBody>
      </p:sp>
      <p:sp>
        <p:nvSpPr>
          <p:cNvPr id="3" name="text-3">
            <a:extLst xmlns:a="http://schemas.openxmlformats.org/drawingml/2006/main">
              <a:ext uri="{FF2B5EF4-FFF2-40B4-BE49-F238E27FC236}">
                <a16:creationId xmlns:a16="http://schemas.microsoft.com/office/drawing/2014/main" id="{E474EAB1-17C1-4908-B91A-F265390EFD99}"/>
              </a:ext>
            </a:extLst>
          </p:cNvPr>
          <p:cNvSpPr>
            <a:spLocks xmlns:a="http://schemas.openxmlformats.org/drawingml/2006/main" noGrp="1"/>
          </p:cNvSpPr>
          <p:nvPr/>
        </p:nvSpPr>
        <p:spPr>
          <a:xfrm xmlns:a="http://schemas.openxmlformats.org/drawingml/2006/main" rot="0">
            <a:off x="117000" y="513000"/>
            <a:ext cx="6075000" cy="1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86" b="0">
                <a:solidFill>
                  <a:srgbClr val="000000"/>
                </a:solidFill>
                <a:latin typeface="Times New Roman"/>
                <a:ea typeface="Times New Roman"/>
                <a:cs typeface="Times New Roman"/>
              </a:defRPr>
            </a:pPr>
            <a:r>
              <a:rPr sz="886" b="0">
                <a:solidFill>
                  <a:srgbClr val="000000"/>
                </a:solidFill>
                <a:latin typeface="Times New Roman"/>
                <a:ea typeface="Times New Roman"/>
                <a:cs typeface="Times New Roman"/>
              </a:rPr>
              <a:t>152 windows / 66 participants. Predictors use information available by t2</a:t>
            </a:r>
          </a:p>
        </p:txBody>
      </p:sp>
      <p:sp>
        <p:nvSpPr>
          <p:cNvPr id="4" name="text-4">
            <a:extLst xmlns:a="http://schemas.openxmlformats.org/drawingml/2006/main">
              <a:ext uri="{FF2B5EF4-FFF2-40B4-BE49-F238E27FC236}">
                <a16:creationId xmlns:a16="http://schemas.microsoft.com/office/drawing/2014/main" id="{719FBB91-0980-4763-A89E-784137855D42}"/>
              </a:ext>
            </a:extLst>
          </p:cNvPr>
          <p:cNvSpPr>
            <a:spLocks xmlns:a="http://schemas.openxmlformats.org/drawingml/2006/main" noGrp="1"/>
          </p:cNvSpPr>
          <p:nvPr/>
        </p:nvSpPr>
        <p:spPr>
          <a:xfrm xmlns:a="http://schemas.openxmlformats.org/drawingml/2006/main" rot="0">
            <a:off x="108000" y="801000"/>
            <a:ext cx="153000" cy="17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6" b="1">
                <a:solidFill>
                  <a:srgbClr val="000000"/>
                </a:solidFill>
                <a:latin typeface="Times New Roman"/>
                <a:ea typeface="Times New Roman"/>
                <a:cs typeface="Times New Roman"/>
              </a:defRPr>
            </a:pPr>
            <a:r>
              <a:rPr sz="1276" b="1">
                <a:solidFill>
                  <a:srgbClr val="000000"/>
                </a:solidFill>
                <a:latin typeface="Times New Roman"/>
                <a:ea typeface="Times New Roman"/>
                <a:cs typeface="Times New Roman"/>
              </a:rPr>
              <a:t>A</a:t>
            </a:r>
          </a:p>
        </p:txBody>
      </p:sp>
      <p:sp>
        <p:nvSpPr>
          <p:cNvPr id="5" name="text-5">
            <a:extLst xmlns:a="http://schemas.openxmlformats.org/drawingml/2006/main">
              <a:ext uri="{FF2B5EF4-FFF2-40B4-BE49-F238E27FC236}">
                <a16:creationId xmlns:a16="http://schemas.microsoft.com/office/drawing/2014/main" id="{4504CE76-5C5F-4A66-91B5-8E42E14EE32B}"/>
              </a:ext>
            </a:extLst>
          </p:cNvPr>
          <p:cNvSpPr>
            <a:spLocks xmlns:a="http://schemas.openxmlformats.org/drawingml/2006/main" noGrp="1"/>
          </p:cNvSpPr>
          <p:nvPr/>
        </p:nvSpPr>
        <p:spPr>
          <a:xfrm xmlns:a="http://schemas.openxmlformats.org/drawingml/2006/main" rot="0">
            <a:off x="297000" y="805500"/>
            <a:ext cx="1813500" cy="1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86" b="1">
                <a:solidFill>
                  <a:srgbClr val="000000"/>
                </a:solidFill>
                <a:latin typeface="Times New Roman"/>
                <a:ea typeface="Times New Roman"/>
                <a:cs typeface="Times New Roman"/>
              </a:defRPr>
            </a:pPr>
            <a:r>
              <a:rPr sz="886" b="1">
                <a:solidFill>
                  <a:srgbClr val="000000"/>
                </a:solidFill>
                <a:latin typeface="Times New Roman"/>
                <a:ea typeface="Times New Roman"/>
                <a:cs typeface="Times New Roman"/>
              </a:rPr>
              <a:t>Training-only tuning</a:t>
            </a:r>
          </a:p>
        </p:txBody>
      </p:sp>
      <p:sp>
        <p:nvSpPr>
          <p:cNvPr id="6" name="data-path-6">
            <a:extLst xmlns:a="http://schemas.openxmlformats.org/drawingml/2006/main">
              <a:ext uri="{FF2B5EF4-FFF2-40B4-BE49-F238E27FC236}">
                <a16:creationId xmlns:a16="http://schemas.microsoft.com/office/drawing/2014/main" id="{416BF60C-1DC0-4809-82A8-800E806B09D0}"/>
              </a:ext>
            </a:extLst>
          </p:cNvPr>
          <p:cNvSpPr>
            <a:spLocks xmlns:a="http://schemas.openxmlformats.org/drawingml/2006/main" noGrp="1"/>
          </p:cNvSpPr>
          <p:nvPr/>
        </p:nvSpPr>
        <p:spPr>
          <a:xfrm xmlns:a="http://schemas.openxmlformats.org/drawingml/2006/main">
            <a:off x="468000" y="2107286"/>
            <a:ext cx="1543500" cy="450"/>
          </a:xfrm>
          <a:custGeom xmlns:a="http://schemas.openxmlformats.org/drawingml/2006/main">
            <a:pathLst>
              <a:path w="1543500" h="450">
                <a:moveTo>
                  <a:pt x="0" y="0"/>
                </a:moveTo>
                <a:lnTo>
                  <a:pt x="1543500" y="0"/>
                </a:lnTo>
              </a:path>
            </a:pathLst>
          </a:custGeom>
          <a:noFill xmlns:a="http://schemas.openxmlformats.org/drawingml/2006/main"/>
          <a:ln xmlns:a="http://schemas.openxmlformats.org/drawingml/2006/main" w="4500">
            <a:solidFill>
              <a:srgbClr val="E1E8EA"/>
            </a:solidFill>
          </a:ln>
        </p:spPr>
      </p:sp>
      <p:sp>
        <p:nvSpPr>
          <p:cNvPr id="7" name="data-path-7">
            <a:extLst xmlns:a="http://schemas.openxmlformats.org/drawingml/2006/main">
              <a:ext uri="{FF2B5EF4-FFF2-40B4-BE49-F238E27FC236}">
                <a16:creationId xmlns:a16="http://schemas.microsoft.com/office/drawing/2014/main" id="{574C699F-C48F-4172-8311-35A4BBED7D38}"/>
              </a:ext>
            </a:extLst>
          </p:cNvPr>
          <p:cNvSpPr>
            <a:spLocks xmlns:a="http://schemas.openxmlformats.org/drawingml/2006/main" noGrp="1"/>
          </p:cNvSpPr>
          <p:nvPr/>
        </p:nvSpPr>
        <p:spPr>
          <a:xfrm xmlns:a="http://schemas.openxmlformats.org/drawingml/2006/main">
            <a:off x="468000" y="1785857"/>
            <a:ext cx="1543500" cy="450"/>
          </a:xfrm>
          <a:custGeom xmlns:a="http://schemas.openxmlformats.org/drawingml/2006/main">
            <a:pathLst>
              <a:path w="1543500" h="450">
                <a:moveTo>
                  <a:pt x="0" y="0"/>
                </a:moveTo>
                <a:lnTo>
                  <a:pt x="1543500" y="0"/>
                </a:lnTo>
              </a:path>
            </a:pathLst>
          </a:custGeom>
          <a:noFill xmlns:a="http://schemas.openxmlformats.org/drawingml/2006/main"/>
          <a:ln xmlns:a="http://schemas.openxmlformats.org/drawingml/2006/main" w="4500">
            <a:solidFill>
              <a:srgbClr val="E1E8EA"/>
            </a:solidFill>
          </a:ln>
        </p:spPr>
      </p:sp>
      <p:sp>
        <p:nvSpPr>
          <p:cNvPr id="8" name="data-path-8">
            <a:extLst xmlns:a="http://schemas.openxmlformats.org/drawingml/2006/main">
              <a:ext uri="{FF2B5EF4-FFF2-40B4-BE49-F238E27FC236}">
                <a16:creationId xmlns:a16="http://schemas.microsoft.com/office/drawing/2014/main" id="{7BF4E5BC-A688-4397-AF25-4B86B89626EA}"/>
              </a:ext>
            </a:extLst>
          </p:cNvPr>
          <p:cNvSpPr>
            <a:spLocks xmlns:a="http://schemas.openxmlformats.org/drawingml/2006/main" noGrp="1"/>
          </p:cNvSpPr>
          <p:nvPr/>
        </p:nvSpPr>
        <p:spPr>
          <a:xfrm xmlns:a="http://schemas.openxmlformats.org/drawingml/2006/main">
            <a:off x="468000" y="1464429"/>
            <a:ext cx="1543500" cy="450"/>
          </a:xfrm>
          <a:custGeom xmlns:a="http://schemas.openxmlformats.org/drawingml/2006/main">
            <a:pathLst>
              <a:path w="1543500" h="450">
                <a:moveTo>
                  <a:pt x="0" y="0"/>
                </a:moveTo>
                <a:lnTo>
                  <a:pt x="1543500" y="0"/>
                </a:lnTo>
              </a:path>
            </a:pathLst>
          </a:custGeom>
          <a:noFill xmlns:a="http://schemas.openxmlformats.org/drawingml/2006/main"/>
          <a:ln xmlns:a="http://schemas.openxmlformats.org/drawingml/2006/main" w="4500">
            <a:solidFill>
              <a:srgbClr val="E1E8EA"/>
            </a:solidFill>
          </a:ln>
        </p:spPr>
      </p:sp>
      <p:sp>
        <p:nvSpPr>
          <p:cNvPr id="9" name="data-path-9">
            <a:extLst xmlns:a="http://schemas.openxmlformats.org/drawingml/2006/main">
              <a:ext uri="{FF2B5EF4-FFF2-40B4-BE49-F238E27FC236}">
                <a16:creationId xmlns:a16="http://schemas.microsoft.com/office/drawing/2014/main" id="{0D3B5E8F-D5AD-4C24-B31F-BA26390250F0}"/>
              </a:ext>
            </a:extLst>
          </p:cNvPr>
          <p:cNvSpPr>
            <a:spLocks xmlns:a="http://schemas.openxmlformats.org/drawingml/2006/main" noGrp="1"/>
          </p:cNvSpPr>
          <p:nvPr/>
        </p:nvSpPr>
        <p:spPr>
          <a:xfrm xmlns:a="http://schemas.openxmlformats.org/drawingml/2006/main">
            <a:off x="468000" y="1143000"/>
            <a:ext cx="1543500" cy="450"/>
          </a:xfrm>
          <a:custGeom xmlns:a="http://schemas.openxmlformats.org/drawingml/2006/main">
            <a:pathLst>
              <a:path w="1543500" h="450">
                <a:moveTo>
                  <a:pt x="0" y="0"/>
                </a:moveTo>
                <a:lnTo>
                  <a:pt x="1543500" y="0"/>
                </a:lnTo>
              </a:path>
            </a:pathLst>
          </a:custGeom>
          <a:noFill xmlns:a="http://schemas.openxmlformats.org/drawingml/2006/main"/>
          <a:ln xmlns:a="http://schemas.openxmlformats.org/drawingml/2006/main" w="4500">
            <a:solidFill>
              <a:srgbClr val="E1E8EA"/>
            </a:solidFill>
          </a:ln>
        </p:spPr>
      </p:sp>
      <p:sp>
        <p:nvSpPr>
          <p:cNvPr id="10" name="data-path-10">
            <a:extLst xmlns:a="http://schemas.openxmlformats.org/drawingml/2006/main">
              <a:ext uri="{FF2B5EF4-FFF2-40B4-BE49-F238E27FC236}">
                <a16:creationId xmlns:a16="http://schemas.microsoft.com/office/drawing/2014/main" id="{5EF74341-8E2E-4579-A19E-7E43B9AF2357}"/>
              </a:ext>
            </a:extLst>
          </p:cNvPr>
          <p:cNvSpPr>
            <a:spLocks xmlns:a="http://schemas.openxmlformats.org/drawingml/2006/main" noGrp="1"/>
          </p:cNvSpPr>
          <p:nvPr/>
        </p:nvSpPr>
        <p:spPr>
          <a:xfrm xmlns:a="http://schemas.openxmlformats.org/drawingml/2006/main">
            <a:off x="468000" y="1143000"/>
            <a:ext cx="450" cy="1125000"/>
          </a:xfrm>
          <a:custGeom xmlns:a="http://schemas.openxmlformats.org/drawingml/2006/main">
            <a:pathLst>
              <a:path w="450" h="1125000">
                <a:moveTo>
                  <a:pt x="0" y="0"/>
                </a:moveTo>
                <a:lnTo>
                  <a:pt x="0" y="1125000"/>
                </a:lnTo>
              </a:path>
            </a:pathLst>
          </a:custGeom>
          <a:noFill xmlns:a="http://schemas.openxmlformats.org/drawingml/2006/main"/>
          <a:ln xmlns:a="http://schemas.openxmlformats.org/drawingml/2006/main" w="6750">
            <a:solidFill>
              <a:srgbClr val="34454D"/>
            </a:solidFill>
          </a:ln>
        </p:spPr>
      </p:sp>
      <p:sp>
        <p:nvSpPr>
          <p:cNvPr id="11" name="data-path-11">
            <a:extLst xmlns:a="http://schemas.openxmlformats.org/drawingml/2006/main">
              <a:ext uri="{FF2B5EF4-FFF2-40B4-BE49-F238E27FC236}">
                <a16:creationId xmlns:a16="http://schemas.microsoft.com/office/drawing/2014/main" id="{F02E7743-226C-477C-8422-A6DD4CC4FB2F}"/>
              </a:ext>
            </a:extLst>
          </p:cNvPr>
          <p:cNvSpPr>
            <a:spLocks xmlns:a="http://schemas.openxmlformats.org/drawingml/2006/main" noGrp="1"/>
          </p:cNvSpPr>
          <p:nvPr/>
        </p:nvSpPr>
        <p:spPr>
          <a:xfrm xmlns:a="http://schemas.openxmlformats.org/drawingml/2006/main">
            <a:off x="468000" y="2268000"/>
            <a:ext cx="1543500" cy="450"/>
          </a:xfrm>
          <a:custGeom xmlns:a="http://schemas.openxmlformats.org/drawingml/2006/main">
            <a:pathLst>
              <a:path w="1543500" h="450">
                <a:moveTo>
                  <a:pt x="0" y="0"/>
                </a:moveTo>
                <a:lnTo>
                  <a:pt x="1543500" y="0"/>
                </a:lnTo>
              </a:path>
            </a:pathLst>
          </a:custGeom>
          <a:noFill xmlns:a="http://schemas.openxmlformats.org/drawingml/2006/main"/>
          <a:ln xmlns:a="http://schemas.openxmlformats.org/drawingml/2006/main" w="6750">
            <a:solidFill>
              <a:srgbClr val="34454D"/>
            </a:solidFill>
          </a:ln>
        </p:spPr>
      </p:sp>
      <p:sp>
        <p:nvSpPr>
          <p:cNvPr id="12" name="data-path-12">
            <a:extLst xmlns:a="http://schemas.openxmlformats.org/drawingml/2006/main">
              <a:ext uri="{FF2B5EF4-FFF2-40B4-BE49-F238E27FC236}">
                <a16:creationId xmlns:a16="http://schemas.microsoft.com/office/drawing/2014/main" id="{DCFC2C4B-AA9B-41C2-9817-A8D8F9121BFA}"/>
              </a:ext>
            </a:extLst>
          </p:cNvPr>
          <p:cNvSpPr>
            <a:spLocks xmlns:a="http://schemas.openxmlformats.org/drawingml/2006/main" noGrp="1"/>
          </p:cNvSpPr>
          <p:nvPr/>
        </p:nvSpPr>
        <p:spPr>
          <a:xfrm xmlns:a="http://schemas.openxmlformats.org/drawingml/2006/main">
            <a:off x="468000" y="226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3" name="text-13">
            <a:extLst xmlns:a="http://schemas.openxmlformats.org/drawingml/2006/main">
              <a:ext uri="{FF2B5EF4-FFF2-40B4-BE49-F238E27FC236}">
                <a16:creationId xmlns:a16="http://schemas.microsoft.com/office/drawing/2014/main" id="{2A0A6803-385A-4BF3-9068-E8C69EA00F5B}"/>
              </a:ext>
            </a:extLst>
          </p:cNvPr>
          <p:cNvSpPr>
            <a:spLocks xmlns:a="http://schemas.openxmlformats.org/drawingml/2006/main" noGrp="1"/>
          </p:cNvSpPr>
          <p:nvPr/>
        </p:nvSpPr>
        <p:spPr>
          <a:xfrm xmlns:a="http://schemas.openxmlformats.org/drawingml/2006/main" rot="0">
            <a:off x="306000" y="230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−3</a:t>
            </a:r>
          </a:p>
        </p:txBody>
      </p:sp>
      <p:sp>
        <p:nvSpPr>
          <p:cNvPr id="14" name="data-path-14">
            <a:extLst xmlns:a="http://schemas.openxmlformats.org/drawingml/2006/main">
              <a:ext uri="{FF2B5EF4-FFF2-40B4-BE49-F238E27FC236}">
                <a16:creationId xmlns:a16="http://schemas.microsoft.com/office/drawing/2014/main" id="{0A0349D4-28F3-43FC-9EAA-EB9785E0428F}"/>
              </a:ext>
            </a:extLst>
          </p:cNvPr>
          <p:cNvSpPr>
            <a:spLocks xmlns:a="http://schemas.openxmlformats.org/drawingml/2006/main" noGrp="1"/>
          </p:cNvSpPr>
          <p:nvPr/>
        </p:nvSpPr>
        <p:spPr>
          <a:xfrm xmlns:a="http://schemas.openxmlformats.org/drawingml/2006/main">
            <a:off x="1239750" y="226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5" name="text-15">
            <a:extLst xmlns:a="http://schemas.openxmlformats.org/drawingml/2006/main">
              <a:ext uri="{FF2B5EF4-FFF2-40B4-BE49-F238E27FC236}">
                <a16:creationId xmlns:a16="http://schemas.microsoft.com/office/drawing/2014/main" id="{1927C427-BD79-4070-A3B9-201205DB6951}"/>
              </a:ext>
            </a:extLst>
          </p:cNvPr>
          <p:cNvSpPr>
            <a:spLocks xmlns:a="http://schemas.openxmlformats.org/drawingml/2006/main" noGrp="1"/>
          </p:cNvSpPr>
          <p:nvPr/>
        </p:nvSpPr>
        <p:spPr>
          <a:xfrm xmlns:a="http://schemas.openxmlformats.org/drawingml/2006/main" rot="0">
            <a:off x="1077750" y="230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16" name="data-path-16">
            <a:extLst xmlns:a="http://schemas.openxmlformats.org/drawingml/2006/main">
              <a:ext uri="{FF2B5EF4-FFF2-40B4-BE49-F238E27FC236}">
                <a16:creationId xmlns:a16="http://schemas.microsoft.com/office/drawing/2014/main" id="{44B8AE2B-499A-4DC5-9AE0-2D69638A6F4E}"/>
              </a:ext>
            </a:extLst>
          </p:cNvPr>
          <p:cNvSpPr>
            <a:spLocks xmlns:a="http://schemas.openxmlformats.org/drawingml/2006/main" noGrp="1"/>
          </p:cNvSpPr>
          <p:nvPr/>
        </p:nvSpPr>
        <p:spPr>
          <a:xfrm xmlns:a="http://schemas.openxmlformats.org/drawingml/2006/main">
            <a:off x="2011500" y="226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7" name="text-17">
            <a:extLst xmlns:a="http://schemas.openxmlformats.org/drawingml/2006/main">
              <a:ext uri="{FF2B5EF4-FFF2-40B4-BE49-F238E27FC236}">
                <a16:creationId xmlns:a16="http://schemas.microsoft.com/office/drawing/2014/main" id="{F793F4A2-2FD9-4144-B87C-6103D9106C02}"/>
              </a:ext>
            </a:extLst>
          </p:cNvPr>
          <p:cNvSpPr>
            <a:spLocks xmlns:a="http://schemas.openxmlformats.org/drawingml/2006/main" noGrp="1"/>
          </p:cNvSpPr>
          <p:nvPr/>
        </p:nvSpPr>
        <p:spPr>
          <a:xfrm xmlns:a="http://schemas.openxmlformats.org/drawingml/2006/main" rot="0">
            <a:off x="1849500" y="230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3</a:t>
            </a:r>
          </a:p>
        </p:txBody>
      </p:sp>
      <p:sp>
        <p:nvSpPr>
          <p:cNvPr id="18" name="data-path-18">
            <a:extLst xmlns:a="http://schemas.openxmlformats.org/drawingml/2006/main">
              <a:ext uri="{FF2B5EF4-FFF2-40B4-BE49-F238E27FC236}">
                <a16:creationId xmlns:a16="http://schemas.microsoft.com/office/drawing/2014/main" id="{5AA2A8CB-62B9-45FC-8188-6C6B9407D6CF}"/>
              </a:ext>
            </a:extLst>
          </p:cNvPr>
          <p:cNvSpPr>
            <a:spLocks xmlns:a="http://schemas.openxmlformats.org/drawingml/2006/main" noGrp="1"/>
          </p:cNvSpPr>
          <p:nvPr/>
        </p:nvSpPr>
        <p:spPr>
          <a:xfrm xmlns:a="http://schemas.openxmlformats.org/drawingml/2006/main">
            <a:off x="445500" y="2107286"/>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9" name="text-19">
            <a:extLst xmlns:a="http://schemas.openxmlformats.org/drawingml/2006/main">
              <a:ext uri="{FF2B5EF4-FFF2-40B4-BE49-F238E27FC236}">
                <a16:creationId xmlns:a16="http://schemas.microsoft.com/office/drawing/2014/main" id="{3413EA13-2BEA-4F8B-82B7-C86F52EC08F7}"/>
              </a:ext>
            </a:extLst>
          </p:cNvPr>
          <p:cNvSpPr>
            <a:spLocks xmlns:a="http://schemas.openxmlformats.org/drawingml/2006/main" noGrp="1"/>
          </p:cNvSpPr>
          <p:nvPr/>
        </p:nvSpPr>
        <p:spPr>
          <a:xfrm xmlns:a="http://schemas.openxmlformats.org/drawingml/2006/main" rot="0">
            <a:off x="216000" y="2048786"/>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0.4</a:t>
            </a:r>
          </a:p>
        </p:txBody>
      </p:sp>
      <p:sp>
        <p:nvSpPr>
          <p:cNvPr id="20" name="data-path-20">
            <a:extLst xmlns:a="http://schemas.openxmlformats.org/drawingml/2006/main">
              <a:ext uri="{FF2B5EF4-FFF2-40B4-BE49-F238E27FC236}">
                <a16:creationId xmlns:a16="http://schemas.microsoft.com/office/drawing/2014/main" id="{FDF92D69-66BD-45DF-B4F9-C565E3A4FAE9}"/>
              </a:ext>
            </a:extLst>
          </p:cNvPr>
          <p:cNvSpPr>
            <a:spLocks xmlns:a="http://schemas.openxmlformats.org/drawingml/2006/main" noGrp="1"/>
          </p:cNvSpPr>
          <p:nvPr/>
        </p:nvSpPr>
        <p:spPr>
          <a:xfrm xmlns:a="http://schemas.openxmlformats.org/drawingml/2006/main">
            <a:off x="445500" y="1785857"/>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21" name="text-21">
            <a:extLst xmlns:a="http://schemas.openxmlformats.org/drawingml/2006/main">
              <a:ext uri="{FF2B5EF4-FFF2-40B4-BE49-F238E27FC236}">
                <a16:creationId xmlns:a16="http://schemas.microsoft.com/office/drawing/2014/main" id="{8A9B98B1-2F88-4AA7-813D-38EE9A30713A}"/>
              </a:ext>
            </a:extLst>
          </p:cNvPr>
          <p:cNvSpPr>
            <a:spLocks xmlns:a="http://schemas.openxmlformats.org/drawingml/2006/main" noGrp="1"/>
          </p:cNvSpPr>
          <p:nvPr/>
        </p:nvSpPr>
        <p:spPr>
          <a:xfrm xmlns:a="http://schemas.openxmlformats.org/drawingml/2006/main" rot="0">
            <a:off x="216000" y="1727357"/>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0.5</a:t>
            </a:r>
          </a:p>
        </p:txBody>
      </p:sp>
      <p:sp>
        <p:nvSpPr>
          <p:cNvPr id="22" name="data-path-22">
            <a:extLst xmlns:a="http://schemas.openxmlformats.org/drawingml/2006/main">
              <a:ext uri="{FF2B5EF4-FFF2-40B4-BE49-F238E27FC236}">
                <a16:creationId xmlns:a16="http://schemas.microsoft.com/office/drawing/2014/main" id="{8983FD31-6790-4A4F-BB67-B1E30BC46F3F}"/>
              </a:ext>
            </a:extLst>
          </p:cNvPr>
          <p:cNvSpPr>
            <a:spLocks xmlns:a="http://schemas.openxmlformats.org/drawingml/2006/main" noGrp="1"/>
          </p:cNvSpPr>
          <p:nvPr/>
        </p:nvSpPr>
        <p:spPr>
          <a:xfrm xmlns:a="http://schemas.openxmlformats.org/drawingml/2006/main">
            <a:off x="445500" y="1464429"/>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23" name="text-23">
            <a:extLst xmlns:a="http://schemas.openxmlformats.org/drawingml/2006/main">
              <a:ext uri="{FF2B5EF4-FFF2-40B4-BE49-F238E27FC236}">
                <a16:creationId xmlns:a16="http://schemas.microsoft.com/office/drawing/2014/main" id="{AFD6C004-E871-408B-BD66-B44097D3B7A8}"/>
              </a:ext>
            </a:extLst>
          </p:cNvPr>
          <p:cNvSpPr>
            <a:spLocks xmlns:a="http://schemas.openxmlformats.org/drawingml/2006/main" noGrp="1"/>
          </p:cNvSpPr>
          <p:nvPr/>
        </p:nvSpPr>
        <p:spPr>
          <a:xfrm xmlns:a="http://schemas.openxmlformats.org/drawingml/2006/main" rot="0">
            <a:off x="216000" y="1405929"/>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0.6</a:t>
            </a:r>
          </a:p>
        </p:txBody>
      </p:sp>
      <p:sp>
        <p:nvSpPr>
          <p:cNvPr id="24" name="data-path-24">
            <a:extLst xmlns:a="http://schemas.openxmlformats.org/drawingml/2006/main">
              <a:ext uri="{FF2B5EF4-FFF2-40B4-BE49-F238E27FC236}">
                <a16:creationId xmlns:a16="http://schemas.microsoft.com/office/drawing/2014/main" id="{B413A80D-1C58-4937-9DDB-A17BACD22440}"/>
              </a:ext>
            </a:extLst>
          </p:cNvPr>
          <p:cNvSpPr>
            <a:spLocks xmlns:a="http://schemas.openxmlformats.org/drawingml/2006/main" noGrp="1"/>
          </p:cNvSpPr>
          <p:nvPr/>
        </p:nvSpPr>
        <p:spPr>
          <a:xfrm xmlns:a="http://schemas.openxmlformats.org/drawingml/2006/main">
            <a:off x="445500" y="1143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25" name="text-25">
            <a:extLst xmlns:a="http://schemas.openxmlformats.org/drawingml/2006/main">
              <a:ext uri="{FF2B5EF4-FFF2-40B4-BE49-F238E27FC236}">
                <a16:creationId xmlns:a16="http://schemas.microsoft.com/office/drawing/2014/main" id="{4D81B883-2B04-491E-B7BA-B62A50B5B46E}"/>
              </a:ext>
            </a:extLst>
          </p:cNvPr>
          <p:cNvSpPr>
            <a:spLocks xmlns:a="http://schemas.openxmlformats.org/drawingml/2006/main" noGrp="1"/>
          </p:cNvSpPr>
          <p:nvPr/>
        </p:nvSpPr>
        <p:spPr>
          <a:xfrm xmlns:a="http://schemas.openxmlformats.org/drawingml/2006/main" rot="0">
            <a:off x="216000" y="1084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0.7</a:t>
            </a:r>
          </a:p>
        </p:txBody>
      </p:sp>
      <p:sp>
        <p:nvSpPr>
          <p:cNvPr id="26" name="text-26">
            <a:extLst xmlns:a="http://schemas.openxmlformats.org/drawingml/2006/main">
              <a:ext uri="{FF2B5EF4-FFF2-40B4-BE49-F238E27FC236}">
                <a16:creationId xmlns:a16="http://schemas.microsoft.com/office/drawing/2014/main" id="{2F15D11D-C34D-4BB7-92C4-D0A5BD5F47E9}"/>
              </a:ext>
            </a:extLst>
          </p:cNvPr>
          <p:cNvSpPr>
            <a:spLocks xmlns:a="http://schemas.openxmlformats.org/drawingml/2006/main" noGrp="1"/>
          </p:cNvSpPr>
          <p:nvPr/>
        </p:nvSpPr>
        <p:spPr>
          <a:xfrm xmlns:a="http://schemas.openxmlformats.org/drawingml/2006/main" rot="0">
            <a:off x="441000" y="2466000"/>
            <a:ext cx="15975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log10(alpha)</a:t>
            </a:r>
          </a:p>
        </p:txBody>
      </p:sp>
      <p:sp>
        <p:nvSpPr>
          <p:cNvPr id="27" name="text-27">
            <a:extLst xmlns:a="http://schemas.openxmlformats.org/drawingml/2006/main">
              <a:ext uri="{FF2B5EF4-FFF2-40B4-BE49-F238E27FC236}">
                <a16:creationId xmlns:a16="http://schemas.microsoft.com/office/drawing/2014/main" id="{DB60290B-42AD-4ED2-8772-8C563AF3595F}"/>
              </a:ext>
            </a:extLst>
          </p:cNvPr>
          <p:cNvSpPr>
            <a:spLocks xmlns:a="http://schemas.openxmlformats.org/drawingml/2006/main" noGrp="1"/>
          </p:cNvSpPr>
          <p:nvPr/>
        </p:nvSpPr>
        <p:spPr>
          <a:xfrm xmlns:a="http://schemas.openxmlformats.org/drawingml/2006/main" rot="16200000">
            <a:off x="-252000" y="1638000"/>
            <a:ext cx="6750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Inner-CV MAE</a:t>
            </a:r>
          </a:p>
        </p:txBody>
      </p:sp>
      <p:sp>
        <p:nvSpPr>
          <p:cNvPr id="28" name="data-path-28">
            <a:extLst xmlns:a="http://schemas.openxmlformats.org/drawingml/2006/main">
              <a:ext uri="{FF2B5EF4-FFF2-40B4-BE49-F238E27FC236}">
                <a16:creationId xmlns:a16="http://schemas.microsoft.com/office/drawing/2014/main" id="{E19A21E8-940F-4B91-9787-D6F283CED2FC}"/>
              </a:ext>
            </a:extLst>
          </p:cNvPr>
          <p:cNvSpPr>
            <a:spLocks xmlns:a="http://schemas.openxmlformats.org/drawingml/2006/main" noGrp="1"/>
          </p:cNvSpPr>
          <p:nvPr/>
        </p:nvSpPr>
        <p:spPr>
          <a:xfrm xmlns:a="http://schemas.openxmlformats.org/drawingml/2006/main">
            <a:off x="468000" y="1795953"/>
            <a:ext cx="1543500" cy="38108"/>
          </a:xfrm>
          <a:custGeom xmlns:a="http://schemas.openxmlformats.org/drawingml/2006/main">
            <a:pathLst>
              <a:path w="1543500" h="38108">
                <a:moveTo>
                  <a:pt x="0" y="0"/>
                </a:moveTo>
                <a:lnTo>
                  <a:pt x="128625" y="3"/>
                </a:lnTo>
                <a:lnTo>
                  <a:pt x="257250" y="12"/>
                </a:lnTo>
                <a:lnTo>
                  <a:pt x="385875" y="41"/>
                </a:lnTo>
                <a:lnTo>
                  <a:pt x="514500" y="131"/>
                </a:lnTo>
                <a:lnTo>
                  <a:pt x="643125" y="416"/>
                </a:lnTo>
                <a:lnTo>
                  <a:pt x="771750" y="1303"/>
                </a:lnTo>
                <a:lnTo>
                  <a:pt x="900375" y="3986"/>
                </a:lnTo>
                <a:lnTo>
                  <a:pt x="1029000" y="11239"/>
                </a:lnTo>
                <a:lnTo>
                  <a:pt x="1157625" y="24785"/>
                </a:lnTo>
                <a:lnTo>
                  <a:pt x="1286250" y="38108"/>
                </a:lnTo>
                <a:lnTo>
                  <a:pt x="1414875" y="37549"/>
                </a:lnTo>
                <a:lnTo>
                  <a:pt x="1543500" y="31894"/>
                </a:lnTo>
              </a:path>
            </a:pathLst>
          </a:custGeom>
          <a:noFill xmlns:a="http://schemas.openxmlformats.org/drawingml/2006/main"/>
          <a:ln xmlns:a="http://schemas.openxmlformats.org/drawingml/2006/main" w="12600">
            <a:solidFill>
              <a:srgbClr val="2E7A9A"/>
            </a:solidFill>
          </a:ln>
        </p:spPr>
      </p:sp>
      <p:sp>
        <p:nvSpPr>
          <p:cNvPr id="29" name="data-path-29">
            <a:extLst xmlns:a="http://schemas.openxmlformats.org/drawingml/2006/main">
              <a:ext uri="{FF2B5EF4-FFF2-40B4-BE49-F238E27FC236}">
                <a16:creationId xmlns:a16="http://schemas.microsoft.com/office/drawing/2014/main" id="{C5BE64B2-C71C-4504-B4C0-606D5AE259B5}"/>
              </a:ext>
            </a:extLst>
          </p:cNvPr>
          <p:cNvSpPr>
            <a:spLocks xmlns:a="http://schemas.openxmlformats.org/drawingml/2006/main" noGrp="1"/>
          </p:cNvSpPr>
          <p:nvPr/>
        </p:nvSpPr>
        <p:spPr>
          <a:xfrm xmlns:a="http://schemas.openxmlformats.org/drawingml/2006/main">
            <a:off x="468000" y="1849368"/>
            <a:ext cx="1543500" cy="79047"/>
          </a:xfrm>
          <a:custGeom xmlns:a="http://schemas.openxmlformats.org/drawingml/2006/main">
            <a:pathLst>
              <a:path w="1543500" h="79047">
                <a:moveTo>
                  <a:pt x="0" y="63406"/>
                </a:moveTo>
                <a:lnTo>
                  <a:pt x="128625" y="63409"/>
                </a:lnTo>
                <a:lnTo>
                  <a:pt x="257250" y="63416"/>
                </a:lnTo>
                <a:lnTo>
                  <a:pt x="385875" y="63441"/>
                </a:lnTo>
                <a:lnTo>
                  <a:pt x="514500" y="63518"/>
                </a:lnTo>
                <a:lnTo>
                  <a:pt x="643125" y="63759"/>
                </a:lnTo>
                <a:lnTo>
                  <a:pt x="771750" y="64481"/>
                </a:lnTo>
                <a:lnTo>
                  <a:pt x="900375" y="66498"/>
                </a:lnTo>
                <a:lnTo>
                  <a:pt x="1029000" y="71565"/>
                </a:lnTo>
                <a:lnTo>
                  <a:pt x="1157625" y="79047"/>
                </a:lnTo>
                <a:lnTo>
                  <a:pt x="1286250" y="74514"/>
                </a:lnTo>
                <a:lnTo>
                  <a:pt x="1414875" y="36678"/>
                </a:lnTo>
                <a:lnTo>
                  <a:pt x="1543500" y="0"/>
                </a:lnTo>
              </a:path>
            </a:pathLst>
          </a:custGeom>
          <a:noFill xmlns:a="http://schemas.openxmlformats.org/drawingml/2006/main"/>
          <a:ln xmlns:a="http://schemas.openxmlformats.org/drawingml/2006/main" w="12600">
            <a:solidFill>
              <a:srgbClr val="329B97"/>
            </a:solidFill>
          </a:ln>
        </p:spPr>
      </p:sp>
      <p:sp>
        <p:nvSpPr>
          <p:cNvPr id="30" name="data-path-30">
            <a:extLst xmlns:a="http://schemas.openxmlformats.org/drawingml/2006/main">
              <a:ext uri="{FF2B5EF4-FFF2-40B4-BE49-F238E27FC236}">
                <a16:creationId xmlns:a16="http://schemas.microsoft.com/office/drawing/2014/main" id="{F665B61D-08A6-4D20-8C0F-9A6CD7442312}"/>
              </a:ext>
            </a:extLst>
          </p:cNvPr>
          <p:cNvSpPr>
            <a:spLocks xmlns:a="http://schemas.openxmlformats.org/drawingml/2006/main" noGrp="1"/>
          </p:cNvSpPr>
          <p:nvPr/>
        </p:nvSpPr>
        <p:spPr>
          <a:xfrm xmlns:a="http://schemas.openxmlformats.org/drawingml/2006/main">
            <a:off x="468000" y="1864449"/>
            <a:ext cx="1543500" cy="59295"/>
          </a:xfrm>
          <a:custGeom xmlns:a="http://schemas.openxmlformats.org/drawingml/2006/main">
            <a:pathLst>
              <a:path w="1543500" h="59295">
                <a:moveTo>
                  <a:pt x="0" y="2267"/>
                </a:moveTo>
                <a:lnTo>
                  <a:pt x="128625" y="2276"/>
                </a:lnTo>
                <a:lnTo>
                  <a:pt x="257250" y="2303"/>
                </a:lnTo>
                <a:lnTo>
                  <a:pt x="385875" y="2390"/>
                </a:lnTo>
                <a:lnTo>
                  <a:pt x="514500" y="2663"/>
                </a:lnTo>
                <a:lnTo>
                  <a:pt x="643125" y="3504"/>
                </a:lnTo>
                <a:lnTo>
                  <a:pt x="771750" y="5959"/>
                </a:lnTo>
                <a:lnTo>
                  <a:pt x="900375" y="12305"/>
                </a:lnTo>
                <a:lnTo>
                  <a:pt x="1029000" y="24147"/>
                </a:lnTo>
                <a:lnTo>
                  <a:pt x="1157625" y="44079"/>
                </a:lnTo>
                <a:lnTo>
                  <a:pt x="1286250" y="59295"/>
                </a:lnTo>
                <a:lnTo>
                  <a:pt x="1414875" y="42987"/>
                </a:lnTo>
                <a:lnTo>
                  <a:pt x="1543500" y="0"/>
                </a:lnTo>
              </a:path>
            </a:pathLst>
          </a:custGeom>
          <a:noFill xmlns:a="http://schemas.openxmlformats.org/drawingml/2006/main"/>
          <a:ln xmlns:a="http://schemas.openxmlformats.org/drawingml/2006/main" w="12600">
            <a:solidFill>
              <a:srgbClr val="6582A8"/>
            </a:solidFill>
          </a:ln>
        </p:spPr>
      </p:sp>
      <p:sp>
        <p:nvSpPr>
          <p:cNvPr id="31" name="data-path-31">
            <a:extLst xmlns:a="http://schemas.openxmlformats.org/drawingml/2006/main">
              <a:ext uri="{FF2B5EF4-FFF2-40B4-BE49-F238E27FC236}">
                <a16:creationId xmlns:a16="http://schemas.microsoft.com/office/drawing/2014/main" id="{A9F9D75B-EE8C-4365-B380-FE22A12F1090}"/>
              </a:ext>
            </a:extLst>
          </p:cNvPr>
          <p:cNvSpPr>
            <a:spLocks xmlns:a="http://schemas.openxmlformats.org/drawingml/2006/main" noGrp="1"/>
          </p:cNvSpPr>
          <p:nvPr/>
        </p:nvSpPr>
        <p:spPr>
          <a:xfrm xmlns:a="http://schemas.openxmlformats.org/drawingml/2006/main">
            <a:off x="468000" y="1827923"/>
            <a:ext cx="1543500" cy="88720"/>
          </a:xfrm>
          <a:custGeom xmlns:a="http://schemas.openxmlformats.org/drawingml/2006/main">
            <a:pathLst>
              <a:path w="1543500" h="88720">
                <a:moveTo>
                  <a:pt x="0" y="84852"/>
                </a:moveTo>
                <a:lnTo>
                  <a:pt x="128625" y="84859"/>
                </a:lnTo>
                <a:lnTo>
                  <a:pt x="257250" y="84879"/>
                </a:lnTo>
                <a:lnTo>
                  <a:pt x="385875" y="84942"/>
                </a:lnTo>
                <a:lnTo>
                  <a:pt x="514500" y="85131"/>
                </a:lnTo>
                <a:lnTo>
                  <a:pt x="643125" y="85619"/>
                </a:lnTo>
                <a:lnTo>
                  <a:pt x="771750" y="86942"/>
                </a:lnTo>
                <a:lnTo>
                  <a:pt x="900375" y="88720"/>
                </a:lnTo>
                <a:lnTo>
                  <a:pt x="1029000" y="85862"/>
                </a:lnTo>
                <a:lnTo>
                  <a:pt x="1157625" y="57997"/>
                </a:lnTo>
                <a:lnTo>
                  <a:pt x="1286250" y="24913"/>
                </a:lnTo>
                <a:lnTo>
                  <a:pt x="1414875" y="7704"/>
                </a:lnTo>
                <a:lnTo>
                  <a:pt x="1543500" y="0"/>
                </a:lnTo>
              </a:path>
            </a:pathLst>
          </a:custGeom>
          <a:noFill xmlns:a="http://schemas.openxmlformats.org/drawingml/2006/main"/>
          <a:ln xmlns:a="http://schemas.openxmlformats.org/drawingml/2006/main" w="12600">
            <a:solidFill>
              <a:srgbClr val="6B987B"/>
            </a:solidFill>
          </a:ln>
        </p:spPr>
      </p:sp>
      <p:sp>
        <p:nvSpPr>
          <p:cNvPr id="32" name="data-path-32">
            <a:extLst xmlns:a="http://schemas.openxmlformats.org/drawingml/2006/main">
              <a:ext uri="{FF2B5EF4-FFF2-40B4-BE49-F238E27FC236}">
                <a16:creationId xmlns:a16="http://schemas.microsoft.com/office/drawing/2014/main" id="{984A3C57-5B79-4CF9-9B31-7D46265D5D93}"/>
              </a:ext>
            </a:extLst>
          </p:cNvPr>
          <p:cNvSpPr>
            <a:spLocks xmlns:a="http://schemas.openxmlformats.org/drawingml/2006/main" noGrp="1"/>
          </p:cNvSpPr>
          <p:nvPr/>
        </p:nvSpPr>
        <p:spPr>
          <a:xfrm xmlns:a="http://schemas.openxmlformats.org/drawingml/2006/main">
            <a:off x="468000" y="1849292"/>
            <a:ext cx="1543500" cy="80755"/>
          </a:xfrm>
          <a:custGeom xmlns:a="http://schemas.openxmlformats.org/drawingml/2006/main">
            <a:pathLst>
              <a:path w="1543500" h="80755">
                <a:moveTo>
                  <a:pt x="0" y="63482"/>
                </a:moveTo>
                <a:lnTo>
                  <a:pt x="128625" y="63484"/>
                </a:lnTo>
                <a:lnTo>
                  <a:pt x="257250" y="63492"/>
                </a:lnTo>
                <a:lnTo>
                  <a:pt x="385875" y="63518"/>
                </a:lnTo>
                <a:lnTo>
                  <a:pt x="514500" y="63597"/>
                </a:lnTo>
                <a:lnTo>
                  <a:pt x="643125" y="63845"/>
                </a:lnTo>
                <a:lnTo>
                  <a:pt x="771750" y="64611"/>
                </a:lnTo>
                <a:lnTo>
                  <a:pt x="900375" y="66760"/>
                </a:lnTo>
                <a:lnTo>
                  <a:pt x="1029000" y="72153"/>
                </a:lnTo>
                <a:lnTo>
                  <a:pt x="1157625" y="80755"/>
                </a:lnTo>
                <a:lnTo>
                  <a:pt x="1286250" y="75752"/>
                </a:lnTo>
                <a:lnTo>
                  <a:pt x="1414875" y="36965"/>
                </a:lnTo>
                <a:lnTo>
                  <a:pt x="1543500" y="0"/>
                </a:lnTo>
              </a:path>
            </a:pathLst>
          </a:custGeom>
          <a:noFill xmlns:a="http://schemas.openxmlformats.org/drawingml/2006/main"/>
          <a:ln xmlns:a="http://schemas.openxmlformats.org/drawingml/2006/main" w="12600">
            <a:solidFill>
              <a:srgbClr val="A8874B"/>
            </a:solidFill>
          </a:ln>
        </p:spPr>
      </p:sp>
      <p:sp>
        <p:nvSpPr>
          <p:cNvPr id="33" name="data-path-33">
            <a:extLst xmlns:a="http://schemas.openxmlformats.org/drawingml/2006/main">
              <a:ext uri="{FF2B5EF4-FFF2-40B4-BE49-F238E27FC236}">
                <a16:creationId xmlns:a16="http://schemas.microsoft.com/office/drawing/2014/main" id="{0DD886E8-0978-47F8-98F5-48798E694B01}"/>
              </a:ext>
            </a:extLst>
          </p:cNvPr>
          <p:cNvSpPr>
            <a:spLocks xmlns:a="http://schemas.openxmlformats.org/drawingml/2006/main" noGrp="1"/>
          </p:cNvSpPr>
          <p:nvPr/>
        </p:nvSpPr>
        <p:spPr>
          <a:xfrm xmlns:a="http://schemas.openxmlformats.org/drawingml/2006/main">
            <a:off x="468000" y="1864359"/>
            <a:ext cx="1543500" cy="58347"/>
          </a:xfrm>
          <a:custGeom xmlns:a="http://schemas.openxmlformats.org/drawingml/2006/main">
            <a:pathLst>
              <a:path w="1543500" h="58347">
                <a:moveTo>
                  <a:pt x="0" y="2356"/>
                </a:moveTo>
                <a:lnTo>
                  <a:pt x="128625" y="2364"/>
                </a:lnTo>
                <a:lnTo>
                  <a:pt x="257250" y="2388"/>
                </a:lnTo>
                <a:lnTo>
                  <a:pt x="385875" y="2465"/>
                </a:lnTo>
                <a:lnTo>
                  <a:pt x="514500" y="2707"/>
                </a:lnTo>
                <a:lnTo>
                  <a:pt x="643125" y="3454"/>
                </a:lnTo>
                <a:lnTo>
                  <a:pt x="771750" y="5658"/>
                </a:lnTo>
                <a:lnTo>
                  <a:pt x="900375" y="11491"/>
                </a:lnTo>
                <a:lnTo>
                  <a:pt x="1029000" y="22701"/>
                </a:lnTo>
                <a:lnTo>
                  <a:pt x="1157625" y="42236"/>
                </a:lnTo>
                <a:lnTo>
                  <a:pt x="1286250" y="58347"/>
                </a:lnTo>
                <a:lnTo>
                  <a:pt x="1414875" y="42284"/>
                </a:lnTo>
                <a:lnTo>
                  <a:pt x="1543500" y="0"/>
                </a:lnTo>
              </a:path>
            </a:pathLst>
          </a:custGeom>
          <a:noFill xmlns:a="http://schemas.openxmlformats.org/drawingml/2006/main"/>
          <a:ln xmlns:a="http://schemas.openxmlformats.org/drawingml/2006/main" w="12600">
            <a:solidFill>
              <a:srgbClr val="69727C"/>
            </a:solidFill>
          </a:ln>
        </p:spPr>
      </p:sp>
      <p:sp>
        <p:nvSpPr>
          <p:cNvPr id="34" name="data-path-34">
            <a:extLst xmlns:a="http://schemas.openxmlformats.org/drawingml/2006/main">
              <a:ext uri="{FF2B5EF4-FFF2-40B4-BE49-F238E27FC236}">
                <a16:creationId xmlns:a16="http://schemas.microsoft.com/office/drawing/2014/main" id="{59DAEF71-A73B-43B8-AE96-A064E1B1752E}"/>
              </a:ext>
            </a:extLst>
          </p:cNvPr>
          <p:cNvSpPr>
            <a:spLocks xmlns:a="http://schemas.openxmlformats.org/drawingml/2006/main" noGrp="1"/>
          </p:cNvSpPr>
          <p:nvPr/>
        </p:nvSpPr>
        <p:spPr>
          <a:xfrm xmlns:a="http://schemas.openxmlformats.org/drawingml/2006/main">
            <a:off x="306000" y="2718000"/>
            <a:ext cx="112500" cy="450"/>
          </a:xfrm>
          <a:custGeom xmlns:a="http://schemas.openxmlformats.org/drawingml/2006/main">
            <a:pathLst>
              <a:path w="112500" h="450">
                <a:moveTo>
                  <a:pt x="0" y="0"/>
                </a:moveTo>
                <a:lnTo>
                  <a:pt x="112500" y="0"/>
                </a:lnTo>
              </a:path>
            </a:pathLst>
          </a:custGeom>
          <a:noFill xmlns:a="http://schemas.openxmlformats.org/drawingml/2006/main"/>
          <a:ln xmlns:a="http://schemas.openxmlformats.org/drawingml/2006/main" w="11700">
            <a:solidFill>
              <a:srgbClr val="2E7A9A"/>
            </a:solidFill>
          </a:ln>
        </p:spPr>
      </p:sp>
      <p:sp>
        <p:nvSpPr>
          <p:cNvPr id="35" name="text-35">
            <a:extLst xmlns:a="http://schemas.openxmlformats.org/drawingml/2006/main">
              <a:ext uri="{FF2B5EF4-FFF2-40B4-BE49-F238E27FC236}">
                <a16:creationId xmlns:a16="http://schemas.microsoft.com/office/drawing/2014/main" id="{261E415B-38D5-40B4-9D42-D210FDC0DFDD}"/>
              </a:ext>
            </a:extLst>
          </p:cNvPr>
          <p:cNvSpPr>
            <a:spLocks xmlns:a="http://schemas.openxmlformats.org/drawingml/2006/main" noGrp="1"/>
          </p:cNvSpPr>
          <p:nvPr/>
        </p:nvSpPr>
        <p:spPr>
          <a:xfrm xmlns:a="http://schemas.openxmlformats.org/drawingml/2006/main" rot="0">
            <a:off x="445500" y="2659500"/>
            <a:ext cx="8190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09" b="0">
                <a:solidFill>
                  <a:srgbClr val="000000"/>
                </a:solidFill>
                <a:latin typeface="Times New Roman"/>
                <a:ea typeface="Times New Roman"/>
                <a:cs typeface="Times New Roman"/>
              </a:defRPr>
            </a:pPr>
            <a:r>
              <a:rPr sz="709" b="0">
                <a:solidFill>
                  <a:srgbClr val="000000"/>
                </a:solidFill>
                <a:latin typeface="Times New Roman"/>
                <a:ea typeface="Times New Roman"/>
                <a:cs typeface="Times New Roman"/>
              </a:rPr>
              <a:t>1 HI, no change</a:t>
            </a:r>
          </a:p>
        </p:txBody>
      </p:sp>
      <p:sp>
        <p:nvSpPr>
          <p:cNvPr id="36" name="data-path-36">
            <a:extLst xmlns:a="http://schemas.openxmlformats.org/drawingml/2006/main">
              <a:ext uri="{FF2B5EF4-FFF2-40B4-BE49-F238E27FC236}">
                <a16:creationId xmlns:a16="http://schemas.microsoft.com/office/drawing/2014/main" id="{13F1F58B-B3F1-4573-8BDD-D03DA204CB59}"/>
              </a:ext>
            </a:extLst>
          </p:cNvPr>
          <p:cNvSpPr>
            <a:spLocks xmlns:a="http://schemas.openxmlformats.org/drawingml/2006/main" noGrp="1"/>
          </p:cNvSpPr>
          <p:nvPr/>
        </p:nvSpPr>
        <p:spPr>
          <a:xfrm xmlns:a="http://schemas.openxmlformats.org/drawingml/2006/main">
            <a:off x="1264500" y="2718000"/>
            <a:ext cx="112500" cy="450"/>
          </a:xfrm>
          <a:custGeom xmlns:a="http://schemas.openxmlformats.org/drawingml/2006/main">
            <a:pathLst>
              <a:path w="112500" h="450">
                <a:moveTo>
                  <a:pt x="0" y="0"/>
                </a:moveTo>
                <a:lnTo>
                  <a:pt x="112500" y="0"/>
                </a:lnTo>
              </a:path>
            </a:pathLst>
          </a:custGeom>
          <a:noFill xmlns:a="http://schemas.openxmlformats.org/drawingml/2006/main"/>
          <a:ln xmlns:a="http://schemas.openxmlformats.org/drawingml/2006/main" w="11700">
            <a:solidFill>
              <a:srgbClr val="329B97"/>
            </a:solidFill>
          </a:ln>
        </p:spPr>
      </p:sp>
      <p:sp>
        <p:nvSpPr>
          <p:cNvPr id="37" name="text-37">
            <a:extLst xmlns:a="http://schemas.openxmlformats.org/drawingml/2006/main">
              <a:ext uri="{FF2B5EF4-FFF2-40B4-BE49-F238E27FC236}">
                <a16:creationId xmlns:a16="http://schemas.microsoft.com/office/drawing/2014/main" id="{C70A54AA-C92C-43F4-99FD-2C6F951F92C0}"/>
              </a:ext>
            </a:extLst>
          </p:cNvPr>
          <p:cNvSpPr>
            <a:spLocks xmlns:a="http://schemas.openxmlformats.org/drawingml/2006/main" noGrp="1"/>
          </p:cNvSpPr>
          <p:nvPr/>
        </p:nvSpPr>
        <p:spPr>
          <a:xfrm xmlns:a="http://schemas.openxmlformats.org/drawingml/2006/main" rot="0">
            <a:off x="1404000" y="2659500"/>
            <a:ext cx="8190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09" b="0">
                <a:solidFill>
                  <a:srgbClr val="000000"/>
                </a:solidFill>
                <a:latin typeface="Times New Roman"/>
                <a:ea typeface="Times New Roman"/>
                <a:cs typeface="Times New Roman"/>
              </a:defRPr>
            </a:pPr>
            <a:r>
              <a:rPr sz="709" b="0">
                <a:solidFill>
                  <a:srgbClr val="000000"/>
                </a:solidFill>
                <a:latin typeface="Times New Roman"/>
                <a:ea typeface="Times New Roman"/>
                <a:cs typeface="Times New Roman"/>
              </a:rPr>
              <a:t>1 HI, prior change</a:t>
            </a:r>
          </a:p>
        </p:txBody>
      </p:sp>
      <p:sp>
        <p:nvSpPr>
          <p:cNvPr id="38" name="data-path-38">
            <a:extLst xmlns:a="http://schemas.openxmlformats.org/drawingml/2006/main">
              <a:ext uri="{FF2B5EF4-FFF2-40B4-BE49-F238E27FC236}">
                <a16:creationId xmlns:a16="http://schemas.microsoft.com/office/drawing/2014/main" id="{5BF47C4E-BCE3-461A-8398-3D63BCBBD53F}"/>
              </a:ext>
            </a:extLst>
          </p:cNvPr>
          <p:cNvSpPr>
            <a:spLocks xmlns:a="http://schemas.openxmlformats.org/drawingml/2006/main" noGrp="1"/>
          </p:cNvSpPr>
          <p:nvPr/>
        </p:nvSpPr>
        <p:spPr>
          <a:xfrm xmlns:a="http://schemas.openxmlformats.org/drawingml/2006/main">
            <a:off x="306000" y="2826000"/>
            <a:ext cx="112500" cy="450"/>
          </a:xfrm>
          <a:custGeom xmlns:a="http://schemas.openxmlformats.org/drawingml/2006/main">
            <a:pathLst>
              <a:path w="112500" h="450">
                <a:moveTo>
                  <a:pt x="0" y="0"/>
                </a:moveTo>
                <a:lnTo>
                  <a:pt x="112500" y="0"/>
                </a:lnTo>
              </a:path>
            </a:pathLst>
          </a:custGeom>
          <a:noFill xmlns:a="http://schemas.openxmlformats.org/drawingml/2006/main"/>
          <a:ln xmlns:a="http://schemas.openxmlformats.org/drawingml/2006/main" w="11700">
            <a:solidFill>
              <a:srgbClr val="6582A8"/>
            </a:solidFill>
          </a:ln>
        </p:spPr>
      </p:sp>
      <p:sp>
        <p:nvSpPr>
          <p:cNvPr id="39" name="text-39">
            <a:extLst xmlns:a="http://schemas.openxmlformats.org/drawingml/2006/main">
              <a:ext uri="{FF2B5EF4-FFF2-40B4-BE49-F238E27FC236}">
                <a16:creationId xmlns:a16="http://schemas.microsoft.com/office/drawing/2014/main" id="{903B9A85-0259-4340-A79B-21DC22E2D7CA}"/>
              </a:ext>
            </a:extLst>
          </p:cNvPr>
          <p:cNvSpPr>
            <a:spLocks xmlns:a="http://schemas.openxmlformats.org/drawingml/2006/main" noGrp="1"/>
          </p:cNvSpPr>
          <p:nvPr/>
        </p:nvSpPr>
        <p:spPr>
          <a:xfrm xmlns:a="http://schemas.openxmlformats.org/drawingml/2006/main" rot="0">
            <a:off x="445500" y="2767500"/>
            <a:ext cx="8190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09" b="0">
                <a:solidFill>
                  <a:srgbClr val="000000"/>
                </a:solidFill>
                <a:latin typeface="Times New Roman"/>
                <a:ea typeface="Times New Roman"/>
                <a:cs typeface="Times New Roman"/>
              </a:defRPr>
            </a:pPr>
            <a:r>
              <a:rPr sz="709" b="0">
                <a:solidFill>
                  <a:srgbClr val="000000"/>
                </a:solidFill>
                <a:latin typeface="Times New Roman"/>
                <a:ea typeface="Times New Roman"/>
                <a:cs typeface="Times New Roman"/>
              </a:rPr>
              <a:t>1 HI, 3 dynamics</a:t>
            </a:r>
          </a:p>
        </p:txBody>
      </p:sp>
      <p:sp>
        <p:nvSpPr>
          <p:cNvPr id="40" name="data-path-40">
            <a:extLst xmlns:a="http://schemas.openxmlformats.org/drawingml/2006/main">
              <a:ext uri="{FF2B5EF4-FFF2-40B4-BE49-F238E27FC236}">
                <a16:creationId xmlns:a16="http://schemas.microsoft.com/office/drawing/2014/main" id="{602F7B1C-FBF1-473B-B7E4-E74EEE3947AE}"/>
              </a:ext>
            </a:extLst>
          </p:cNvPr>
          <p:cNvSpPr>
            <a:spLocks xmlns:a="http://schemas.openxmlformats.org/drawingml/2006/main" noGrp="1"/>
          </p:cNvSpPr>
          <p:nvPr/>
        </p:nvSpPr>
        <p:spPr>
          <a:xfrm xmlns:a="http://schemas.openxmlformats.org/drawingml/2006/main">
            <a:off x="1264500" y="2826000"/>
            <a:ext cx="112500" cy="450"/>
          </a:xfrm>
          <a:custGeom xmlns:a="http://schemas.openxmlformats.org/drawingml/2006/main">
            <a:pathLst>
              <a:path w="112500" h="450">
                <a:moveTo>
                  <a:pt x="0" y="0"/>
                </a:moveTo>
                <a:lnTo>
                  <a:pt x="112500" y="0"/>
                </a:lnTo>
              </a:path>
            </a:pathLst>
          </a:custGeom>
          <a:noFill xmlns:a="http://schemas.openxmlformats.org/drawingml/2006/main"/>
          <a:ln xmlns:a="http://schemas.openxmlformats.org/drawingml/2006/main" w="11700">
            <a:solidFill>
              <a:srgbClr val="6B987B"/>
            </a:solidFill>
          </a:ln>
        </p:spPr>
      </p:sp>
      <p:sp>
        <p:nvSpPr>
          <p:cNvPr id="41" name="text-41">
            <a:extLst xmlns:a="http://schemas.openxmlformats.org/drawingml/2006/main">
              <a:ext uri="{FF2B5EF4-FFF2-40B4-BE49-F238E27FC236}">
                <a16:creationId xmlns:a16="http://schemas.microsoft.com/office/drawing/2014/main" id="{DFFE5ECA-3EFE-469E-BB1B-513D715058B9}"/>
              </a:ext>
            </a:extLst>
          </p:cNvPr>
          <p:cNvSpPr>
            <a:spLocks xmlns:a="http://schemas.openxmlformats.org/drawingml/2006/main" noGrp="1"/>
          </p:cNvSpPr>
          <p:nvPr/>
        </p:nvSpPr>
        <p:spPr>
          <a:xfrm xmlns:a="http://schemas.openxmlformats.org/drawingml/2006/main" rot="0">
            <a:off x="1404000" y="2767500"/>
            <a:ext cx="8190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09" b="0">
                <a:solidFill>
                  <a:srgbClr val="000000"/>
                </a:solidFill>
                <a:latin typeface="Times New Roman"/>
                <a:ea typeface="Times New Roman"/>
                <a:cs typeface="Times New Roman"/>
              </a:defRPr>
            </a:pPr>
            <a:r>
              <a:rPr sz="709" b="0">
                <a:solidFill>
                  <a:srgbClr val="000000"/>
                </a:solidFill>
                <a:latin typeface="Times New Roman"/>
                <a:ea typeface="Times New Roman"/>
                <a:cs typeface="Times New Roman"/>
              </a:rPr>
              <a:t>2 HI, no change</a:t>
            </a:r>
          </a:p>
        </p:txBody>
      </p:sp>
      <p:sp>
        <p:nvSpPr>
          <p:cNvPr id="42" name="data-path-42">
            <a:extLst xmlns:a="http://schemas.openxmlformats.org/drawingml/2006/main">
              <a:ext uri="{FF2B5EF4-FFF2-40B4-BE49-F238E27FC236}">
                <a16:creationId xmlns:a16="http://schemas.microsoft.com/office/drawing/2014/main" id="{54968AB6-9DDE-45E8-A681-E023C08D7CF7}"/>
              </a:ext>
            </a:extLst>
          </p:cNvPr>
          <p:cNvSpPr>
            <a:spLocks xmlns:a="http://schemas.openxmlformats.org/drawingml/2006/main" noGrp="1"/>
          </p:cNvSpPr>
          <p:nvPr/>
        </p:nvSpPr>
        <p:spPr>
          <a:xfrm xmlns:a="http://schemas.openxmlformats.org/drawingml/2006/main">
            <a:off x="306000" y="2934000"/>
            <a:ext cx="112500" cy="450"/>
          </a:xfrm>
          <a:custGeom xmlns:a="http://schemas.openxmlformats.org/drawingml/2006/main">
            <a:pathLst>
              <a:path w="112500" h="450">
                <a:moveTo>
                  <a:pt x="0" y="0"/>
                </a:moveTo>
                <a:lnTo>
                  <a:pt x="112500" y="0"/>
                </a:lnTo>
              </a:path>
            </a:pathLst>
          </a:custGeom>
          <a:noFill xmlns:a="http://schemas.openxmlformats.org/drawingml/2006/main"/>
          <a:ln xmlns:a="http://schemas.openxmlformats.org/drawingml/2006/main" w="11700">
            <a:solidFill>
              <a:srgbClr val="A8874B"/>
            </a:solidFill>
          </a:ln>
        </p:spPr>
      </p:sp>
      <p:sp>
        <p:nvSpPr>
          <p:cNvPr id="43" name="text-43">
            <a:extLst xmlns:a="http://schemas.openxmlformats.org/drawingml/2006/main">
              <a:ext uri="{FF2B5EF4-FFF2-40B4-BE49-F238E27FC236}">
                <a16:creationId xmlns:a16="http://schemas.microsoft.com/office/drawing/2014/main" id="{06E0F3F7-22BF-45BE-9B4A-88B6A5D8C573}"/>
              </a:ext>
            </a:extLst>
          </p:cNvPr>
          <p:cNvSpPr>
            <a:spLocks xmlns:a="http://schemas.openxmlformats.org/drawingml/2006/main" noGrp="1"/>
          </p:cNvSpPr>
          <p:nvPr/>
        </p:nvSpPr>
        <p:spPr>
          <a:xfrm xmlns:a="http://schemas.openxmlformats.org/drawingml/2006/main" rot="0">
            <a:off x="445500" y="2875500"/>
            <a:ext cx="8190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09" b="0">
                <a:solidFill>
                  <a:srgbClr val="000000"/>
                </a:solidFill>
                <a:latin typeface="Times New Roman"/>
                <a:ea typeface="Times New Roman"/>
                <a:cs typeface="Times New Roman"/>
              </a:defRPr>
            </a:pPr>
            <a:r>
              <a:rPr sz="709" b="0">
                <a:solidFill>
                  <a:srgbClr val="000000"/>
                </a:solidFill>
                <a:latin typeface="Times New Roman"/>
                <a:ea typeface="Times New Roman"/>
                <a:cs typeface="Times New Roman"/>
              </a:rPr>
              <a:t>2 HI, prior change</a:t>
            </a:r>
          </a:p>
        </p:txBody>
      </p:sp>
      <p:sp>
        <p:nvSpPr>
          <p:cNvPr id="44" name="data-path-44">
            <a:extLst xmlns:a="http://schemas.openxmlformats.org/drawingml/2006/main">
              <a:ext uri="{FF2B5EF4-FFF2-40B4-BE49-F238E27FC236}">
                <a16:creationId xmlns:a16="http://schemas.microsoft.com/office/drawing/2014/main" id="{907DB498-977E-47C9-BA5C-541D88A0D113}"/>
              </a:ext>
            </a:extLst>
          </p:cNvPr>
          <p:cNvSpPr>
            <a:spLocks xmlns:a="http://schemas.openxmlformats.org/drawingml/2006/main" noGrp="1"/>
          </p:cNvSpPr>
          <p:nvPr/>
        </p:nvSpPr>
        <p:spPr>
          <a:xfrm xmlns:a="http://schemas.openxmlformats.org/drawingml/2006/main">
            <a:off x="1264500" y="2934000"/>
            <a:ext cx="112500" cy="450"/>
          </a:xfrm>
          <a:custGeom xmlns:a="http://schemas.openxmlformats.org/drawingml/2006/main">
            <a:pathLst>
              <a:path w="112500" h="450">
                <a:moveTo>
                  <a:pt x="0" y="0"/>
                </a:moveTo>
                <a:lnTo>
                  <a:pt x="112500" y="0"/>
                </a:lnTo>
              </a:path>
            </a:pathLst>
          </a:custGeom>
          <a:noFill xmlns:a="http://schemas.openxmlformats.org/drawingml/2006/main"/>
          <a:ln xmlns:a="http://schemas.openxmlformats.org/drawingml/2006/main" w="11700">
            <a:solidFill>
              <a:srgbClr val="69727C"/>
            </a:solidFill>
          </a:ln>
        </p:spPr>
      </p:sp>
      <p:sp>
        <p:nvSpPr>
          <p:cNvPr id="45" name="text-45">
            <a:extLst xmlns:a="http://schemas.openxmlformats.org/drawingml/2006/main">
              <a:ext uri="{FF2B5EF4-FFF2-40B4-BE49-F238E27FC236}">
                <a16:creationId xmlns:a16="http://schemas.microsoft.com/office/drawing/2014/main" id="{11E3BFD8-7008-497E-BB24-4B22CDFBC405}"/>
              </a:ext>
            </a:extLst>
          </p:cNvPr>
          <p:cNvSpPr>
            <a:spLocks xmlns:a="http://schemas.openxmlformats.org/drawingml/2006/main" noGrp="1"/>
          </p:cNvSpPr>
          <p:nvPr/>
        </p:nvSpPr>
        <p:spPr>
          <a:xfrm xmlns:a="http://schemas.openxmlformats.org/drawingml/2006/main" rot="0">
            <a:off x="1404000" y="2875500"/>
            <a:ext cx="8190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09" b="0">
                <a:solidFill>
                  <a:srgbClr val="000000"/>
                </a:solidFill>
                <a:latin typeface="Times New Roman"/>
                <a:ea typeface="Times New Roman"/>
                <a:cs typeface="Times New Roman"/>
              </a:defRPr>
            </a:pPr>
            <a:r>
              <a:rPr sz="709" b="0">
                <a:solidFill>
                  <a:srgbClr val="000000"/>
                </a:solidFill>
                <a:latin typeface="Times New Roman"/>
                <a:ea typeface="Times New Roman"/>
                <a:cs typeface="Times New Roman"/>
              </a:rPr>
              <a:t>2 HI, 3 dynamics</a:t>
            </a:r>
          </a:p>
        </p:txBody>
      </p:sp>
      <p:sp>
        <p:nvSpPr>
          <p:cNvPr id="46" name="text-46">
            <a:extLst xmlns:a="http://schemas.openxmlformats.org/drawingml/2006/main">
              <a:ext uri="{FF2B5EF4-FFF2-40B4-BE49-F238E27FC236}">
                <a16:creationId xmlns:a16="http://schemas.microsoft.com/office/drawing/2014/main" id="{6C29E5EA-762F-4540-B012-3BB3732A061C}"/>
              </a:ext>
            </a:extLst>
          </p:cNvPr>
          <p:cNvSpPr>
            <a:spLocks xmlns:a="http://schemas.openxmlformats.org/drawingml/2006/main" noGrp="1"/>
          </p:cNvSpPr>
          <p:nvPr/>
        </p:nvSpPr>
        <p:spPr>
          <a:xfrm xmlns:a="http://schemas.openxmlformats.org/drawingml/2006/main" rot="0">
            <a:off x="2254500" y="801000"/>
            <a:ext cx="153000" cy="17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6" b="1">
                <a:solidFill>
                  <a:srgbClr val="000000"/>
                </a:solidFill>
                <a:latin typeface="Times New Roman"/>
                <a:ea typeface="Times New Roman"/>
                <a:cs typeface="Times New Roman"/>
              </a:defRPr>
            </a:pPr>
            <a:r>
              <a:rPr sz="1276" b="1">
                <a:solidFill>
                  <a:srgbClr val="000000"/>
                </a:solidFill>
                <a:latin typeface="Times New Roman"/>
                <a:ea typeface="Times New Roman"/>
                <a:cs typeface="Times New Roman"/>
              </a:rPr>
              <a:t>B</a:t>
            </a:r>
          </a:p>
        </p:txBody>
      </p:sp>
      <p:sp>
        <p:nvSpPr>
          <p:cNvPr id="47" name="text-47">
            <a:extLst xmlns:a="http://schemas.openxmlformats.org/drawingml/2006/main">
              <a:ext uri="{FF2B5EF4-FFF2-40B4-BE49-F238E27FC236}">
                <a16:creationId xmlns:a16="http://schemas.microsoft.com/office/drawing/2014/main" id="{43747EA7-5C25-4A08-86EB-047878D031D8}"/>
              </a:ext>
            </a:extLst>
          </p:cNvPr>
          <p:cNvSpPr>
            <a:spLocks xmlns:a="http://schemas.openxmlformats.org/drawingml/2006/main" noGrp="1"/>
          </p:cNvSpPr>
          <p:nvPr/>
        </p:nvSpPr>
        <p:spPr>
          <a:xfrm xmlns:a="http://schemas.openxmlformats.org/drawingml/2006/main" rot="0">
            <a:off x="2443500" y="805500"/>
            <a:ext cx="1813500" cy="1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86" b="1">
                <a:solidFill>
                  <a:srgbClr val="000000"/>
                </a:solidFill>
                <a:latin typeface="Times New Roman"/>
                <a:ea typeface="Times New Roman"/>
                <a:cs typeface="Times New Roman"/>
              </a:defRPr>
            </a:pPr>
            <a:r>
              <a:rPr sz="886" b="1">
                <a:solidFill>
                  <a:srgbClr val="000000"/>
                </a:solidFill>
                <a:latin typeface="Times New Roman"/>
                <a:ea typeface="Times New Roman"/>
                <a:cs typeface="Times New Roman"/>
              </a:rPr>
              <a:t>Locked-model calibration</a:t>
            </a:r>
          </a:p>
        </p:txBody>
      </p:sp>
      <p:sp>
        <p:nvSpPr>
          <p:cNvPr id="48" name="data-path-48">
            <a:extLst xmlns:a="http://schemas.openxmlformats.org/drawingml/2006/main">
              <a:ext uri="{FF2B5EF4-FFF2-40B4-BE49-F238E27FC236}">
                <a16:creationId xmlns:a16="http://schemas.microsoft.com/office/drawing/2014/main" id="{309C7EC2-D31A-4FB3-B3FB-A449BED98605}"/>
              </a:ext>
            </a:extLst>
          </p:cNvPr>
          <p:cNvSpPr>
            <a:spLocks xmlns:a="http://schemas.openxmlformats.org/drawingml/2006/main" noGrp="1"/>
          </p:cNvSpPr>
          <p:nvPr/>
        </p:nvSpPr>
        <p:spPr>
          <a:xfrm xmlns:a="http://schemas.openxmlformats.org/drawingml/2006/main">
            <a:off x="2619000" y="2268000"/>
            <a:ext cx="1539000" cy="450"/>
          </a:xfrm>
          <a:custGeom xmlns:a="http://schemas.openxmlformats.org/drawingml/2006/main">
            <a:pathLst>
              <a:path w="1539000" h="450">
                <a:moveTo>
                  <a:pt x="0" y="0"/>
                </a:moveTo>
                <a:lnTo>
                  <a:pt x="1539000" y="0"/>
                </a:lnTo>
              </a:path>
            </a:pathLst>
          </a:custGeom>
          <a:noFill xmlns:a="http://schemas.openxmlformats.org/drawingml/2006/main"/>
          <a:ln xmlns:a="http://schemas.openxmlformats.org/drawingml/2006/main" w="4500">
            <a:solidFill>
              <a:srgbClr val="E1E8EA"/>
            </a:solidFill>
          </a:ln>
        </p:spPr>
      </p:sp>
      <p:sp>
        <p:nvSpPr>
          <p:cNvPr id="49" name="data-path-49">
            <a:extLst xmlns:a="http://schemas.openxmlformats.org/drawingml/2006/main">
              <a:ext uri="{FF2B5EF4-FFF2-40B4-BE49-F238E27FC236}">
                <a16:creationId xmlns:a16="http://schemas.microsoft.com/office/drawing/2014/main" id="{3C152424-16B5-4545-9B43-0EEDEE3D3E03}"/>
              </a:ext>
            </a:extLst>
          </p:cNvPr>
          <p:cNvSpPr>
            <a:spLocks xmlns:a="http://schemas.openxmlformats.org/drawingml/2006/main" noGrp="1"/>
          </p:cNvSpPr>
          <p:nvPr/>
        </p:nvSpPr>
        <p:spPr>
          <a:xfrm xmlns:a="http://schemas.openxmlformats.org/drawingml/2006/main">
            <a:off x="2619000" y="1705500"/>
            <a:ext cx="1539000" cy="450"/>
          </a:xfrm>
          <a:custGeom xmlns:a="http://schemas.openxmlformats.org/drawingml/2006/main">
            <a:pathLst>
              <a:path w="1539000" h="450">
                <a:moveTo>
                  <a:pt x="0" y="0"/>
                </a:moveTo>
                <a:lnTo>
                  <a:pt x="1539000" y="0"/>
                </a:lnTo>
              </a:path>
            </a:pathLst>
          </a:custGeom>
          <a:noFill xmlns:a="http://schemas.openxmlformats.org/drawingml/2006/main"/>
          <a:ln xmlns:a="http://schemas.openxmlformats.org/drawingml/2006/main" w="4500">
            <a:solidFill>
              <a:srgbClr val="E1E8EA"/>
            </a:solidFill>
          </a:ln>
        </p:spPr>
      </p:sp>
      <p:sp>
        <p:nvSpPr>
          <p:cNvPr id="50" name="data-path-50">
            <a:extLst xmlns:a="http://schemas.openxmlformats.org/drawingml/2006/main">
              <a:ext uri="{FF2B5EF4-FFF2-40B4-BE49-F238E27FC236}">
                <a16:creationId xmlns:a16="http://schemas.microsoft.com/office/drawing/2014/main" id="{2DE7D89B-9721-4724-9740-A274352B56C8}"/>
              </a:ext>
            </a:extLst>
          </p:cNvPr>
          <p:cNvSpPr>
            <a:spLocks xmlns:a="http://schemas.openxmlformats.org/drawingml/2006/main" noGrp="1"/>
          </p:cNvSpPr>
          <p:nvPr/>
        </p:nvSpPr>
        <p:spPr>
          <a:xfrm xmlns:a="http://schemas.openxmlformats.org/drawingml/2006/main">
            <a:off x="2619000" y="1143000"/>
            <a:ext cx="1539000" cy="450"/>
          </a:xfrm>
          <a:custGeom xmlns:a="http://schemas.openxmlformats.org/drawingml/2006/main">
            <a:pathLst>
              <a:path w="1539000" h="450">
                <a:moveTo>
                  <a:pt x="0" y="0"/>
                </a:moveTo>
                <a:lnTo>
                  <a:pt x="1539000" y="0"/>
                </a:lnTo>
              </a:path>
            </a:pathLst>
          </a:custGeom>
          <a:noFill xmlns:a="http://schemas.openxmlformats.org/drawingml/2006/main"/>
          <a:ln xmlns:a="http://schemas.openxmlformats.org/drawingml/2006/main" w="4500">
            <a:solidFill>
              <a:srgbClr val="E1E8EA"/>
            </a:solidFill>
          </a:ln>
        </p:spPr>
      </p:sp>
      <p:sp>
        <p:nvSpPr>
          <p:cNvPr id="51" name="data-path-51">
            <a:extLst xmlns:a="http://schemas.openxmlformats.org/drawingml/2006/main">
              <a:ext uri="{FF2B5EF4-FFF2-40B4-BE49-F238E27FC236}">
                <a16:creationId xmlns:a16="http://schemas.microsoft.com/office/drawing/2014/main" id="{8EFBECAB-441E-4D40-8B00-1B558B91FCF9}"/>
              </a:ext>
            </a:extLst>
          </p:cNvPr>
          <p:cNvSpPr>
            <a:spLocks xmlns:a="http://schemas.openxmlformats.org/drawingml/2006/main" noGrp="1"/>
          </p:cNvSpPr>
          <p:nvPr/>
        </p:nvSpPr>
        <p:spPr>
          <a:xfrm xmlns:a="http://schemas.openxmlformats.org/drawingml/2006/main">
            <a:off x="2619000" y="1143000"/>
            <a:ext cx="450" cy="1125000"/>
          </a:xfrm>
          <a:custGeom xmlns:a="http://schemas.openxmlformats.org/drawingml/2006/main">
            <a:pathLst>
              <a:path w="450" h="1125000">
                <a:moveTo>
                  <a:pt x="0" y="0"/>
                </a:moveTo>
                <a:lnTo>
                  <a:pt x="0" y="1125000"/>
                </a:lnTo>
              </a:path>
            </a:pathLst>
          </a:custGeom>
          <a:noFill xmlns:a="http://schemas.openxmlformats.org/drawingml/2006/main"/>
          <a:ln xmlns:a="http://schemas.openxmlformats.org/drawingml/2006/main" w="6750">
            <a:solidFill>
              <a:srgbClr val="34454D"/>
            </a:solidFill>
          </a:ln>
        </p:spPr>
      </p:sp>
      <p:sp>
        <p:nvSpPr>
          <p:cNvPr id="52" name="data-path-52">
            <a:extLst xmlns:a="http://schemas.openxmlformats.org/drawingml/2006/main">
              <a:ext uri="{FF2B5EF4-FFF2-40B4-BE49-F238E27FC236}">
                <a16:creationId xmlns:a16="http://schemas.microsoft.com/office/drawing/2014/main" id="{9A3ACCDC-B813-4C87-A3B3-2CBDF2611358}"/>
              </a:ext>
            </a:extLst>
          </p:cNvPr>
          <p:cNvSpPr>
            <a:spLocks xmlns:a="http://schemas.openxmlformats.org/drawingml/2006/main" noGrp="1"/>
          </p:cNvSpPr>
          <p:nvPr/>
        </p:nvSpPr>
        <p:spPr>
          <a:xfrm xmlns:a="http://schemas.openxmlformats.org/drawingml/2006/main">
            <a:off x="2619000" y="2268000"/>
            <a:ext cx="1539000" cy="450"/>
          </a:xfrm>
          <a:custGeom xmlns:a="http://schemas.openxmlformats.org/drawingml/2006/main">
            <a:pathLst>
              <a:path w="1539000" h="450">
                <a:moveTo>
                  <a:pt x="0" y="0"/>
                </a:moveTo>
                <a:lnTo>
                  <a:pt x="1539000" y="0"/>
                </a:lnTo>
              </a:path>
            </a:pathLst>
          </a:custGeom>
          <a:noFill xmlns:a="http://schemas.openxmlformats.org/drawingml/2006/main"/>
          <a:ln xmlns:a="http://schemas.openxmlformats.org/drawingml/2006/main" w="6750">
            <a:solidFill>
              <a:srgbClr val="34454D"/>
            </a:solidFill>
          </a:ln>
        </p:spPr>
      </p:sp>
      <p:sp>
        <p:nvSpPr>
          <p:cNvPr id="53" name="data-path-53">
            <a:extLst xmlns:a="http://schemas.openxmlformats.org/drawingml/2006/main">
              <a:ext uri="{FF2B5EF4-FFF2-40B4-BE49-F238E27FC236}">
                <a16:creationId xmlns:a16="http://schemas.microsoft.com/office/drawing/2014/main" id="{E6082445-4B9E-45CB-A5D0-E61011ABB799}"/>
              </a:ext>
            </a:extLst>
          </p:cNvPr>
          <p:cNvSpPr>
            <a:spLocks xmlns:a="http://schemas.openxmlformats.org/drawingml/2006/main" noGrp="1"/>
          </p:cNvSpPr>
          <p:nvPr/>
        </p:nvSpPr>
        <p:spPr>
          <a:xfrm xmlns:a="http://schemas.openxmlformats.org/drawingml/2006/main">
            <a:off x="2619000" y="226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54" name="text-54">
            <a:extLst xmlns:a="http://schemas.openxmlformats.org/drawingml/2006/main">
              <a:ext uri="{FF2B5EF4-FFF2-40B4-BE49-F238E27FC236}">
                <a16:creationId xmlns:a16="http://schemas.microsoft.com/office/drawing/2014/main" id="{A9C6047F-2B4A-4D7E-AAD1-80A1143F3C8B}"/>
              </a:ext>
            </a:extLst>
          </p:cNvPr>
          <p:cNvSpPr>
            <a:spLocks xmlns:a="http://schemas.openxmlformats.org/drawingml/2006/main" noGrp="1"/>
          </p:cNvSpPr>
          <p:nvPr/>
        </p:nvSpPr>
        <p:spPr>
          <a:xfrm xmlns:a="http://schemas.openxmlformats.org/drawingml/2006/main" rot="0">
            <a:off x="2457000" y="230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55" name="data-path-55">
            <a:extLst xmlns:a="http://schemas.openxmlformats.org/drawingml/2006/main">
              <a:ext uri="{FF2B5EF4-FFF2-40B4-BE49-F238E27FC236}">
                <a16:creationId xmlns:a16="http://schemas.microsoft.com/office/drawing/2014/main" id="{9BF77959-9E1A-4911-A207-6F5720DB2BE3}"/>
              </a:ext>
            </a:extLst>
          </p:cNvPr>
          <p:cNvSpPr>
            <a:spLocks xmlns:a="http://schemas.openxmlformats.org/drawingml/2006/main" noGrp="1"/>
          </p:cNvSpPr>
          <p:nvPr/>
        </p:nvSpPr>
        <p:spPr>
          <a:xfrm xmlns:a="http://schemas.openxmlformats.org/drawingml/2006/main">
            <a:off x="3388500" y="226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56" name="text-56">
            <a:extLst xmlns:a="http://schemas.openxmlformats.org/drawingml/2006/main">
              <a:ext uri="{FF2B5EF4-FFF2-40B4-BE49-F238E27FC236}">
                <a16:creationId xmlns:a16="http://schemas.microsoft.com/office/drawing/2014/main" id="{9BCEBC61-6207-4040-BDE7-0B2251AB0E47}"/>
              </a:ext>
            </a:extLst>
          </p:cNvPr>
          <p:cNvSpPr>
            <a:spLocks xmlns:a="http://schemas.openxmlformats.org/drawingml/2006/main" noGrp="1"/>
          </p:cNvSpPr>
          <p:nvPr/>
        </p:nvSpPr>
        <p:spPr>
          <a:xfrm xmlns:a="http://schemas.openxmlformats.org/drawingml/2006/main" rot="0">
            <a:off x="3226500" y="230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57" name="data-path-57">
            <a:extLst xmlns:a="http://schemas.openxmlformats.org/drawingml/2006/main">
              <a:ext uri="{FF2B5EF4-FFF2-40B4-BE49-F238E27FC236}">
                <a16:creationId xmlns:a16="http://schemas.microsoft.com/office/drawing/2014/main" id="{3808D29A-5AA6-44A0-A6FC-9331C88C6CA9}"/>
              </a:ext>
            </a:extLst>
          </p:cNvPr>
          <p:cNvSpPr>
            <a:spLocks xmlns:a="http://schemas.openxmlformats.org/drawingml/2006/main" noGrp="1"/>
          </p:cNvSpPr>
          <p:nvPr/>
        </p:nvSpPr>
        <p:spPr>
          <a:xfrm xmlns:a="http://schemas.openxmlformats.org/drawingml/2006/main">
            <a:off x="4158000" y="226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58" name="text-58">
            <a:extLst xmlns:a="http://schemas.openxmlformats.org/drawingml/2006/main">
              <a:ext uri="{FF2B5EF4-FFF2-40B4-BE49-F238E27FC236}">
                <a16:creationId xmlns:a16="http://schemas.microsoft.com/office/drawing/2014/main" id="{D41B1FD1-AC82-40BA-A767-116C46389394}"/>
              </a:ext>
            </a:extLst>
          </p:cNvPr>
          <p:cNvSpPr>
            <a:spLocks xmlns:a="http://schemas.openxmlformats.org/drawingml/2006/main" noGrp="1"/>
          </p:cNvSpPr>
          <p:nvPr/>
        </p:nvSpPr>
        <p:spPr>
          <a:xfrm xmlns:a="http://schemas.openxmlformats.org/drawingml/2006/main" rot="0">
            <a:off x="3996000" y="230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59" name="data-path-59">
            <a:extLst xmlns:a="http://schemas.openxmlformats.org/drawingml/2006/main">
              <a:ext uri="{FF2B5EF4-FFF2-40B4-BE49-F238E27FC236}">
                <a16:creationId xmlns:a16="http://schemas.microsoft.com/office/drawing/2014/main" id="{E5288343-7A9B-4CD2-AE3B-9391897086C1}"/>
              </a:ext>
            </a:extLst>
          </p:cNvPr>
          <p:cNvSpPr>
            <a:spLocks xmlns:a="http://schemas.openxmlformats.org/drawingml/2006/main" noGrp="1"/>
          </p:cNvSpPr>
          <p:nvPr/>
        </p:nvSpPr>
        <p:spPr>
          <a:xfrm xmlns:a="http://schemas.openxmlformats.org/drawingml/2006/main">
            <a:off x="2596500" y="2268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60" name="text-60">
            <a:extLst xmlns:a="http://schemas.openxmlformats.org/drawingml/2006/main">
              <a:ext uri="{FF2B5EF4-FFF2-40B4-BE49-F238E27FC236}">
                <a16:creationId xmlns:a16="http://schemas.microsoft.com/office/drawing/2014/main" id="{035F0E3C-7271-414F-BA74-0AE07446B6F5}"/>
              </a:ext>
            </a:extLst>
          </p:cNvPr>
          <p:cNvSpPr>
            <a:spLocks xmlns:a="http://schemas.openxmlformats.org/drawingml/2006/main" noGrp="1"/>
          </p:cNvSpPr>
          <p:nvPr/>
        </p:nvSpPr>
        <p:spPr>
          <a:xfrm xmlns:a="http://schemas.openxmlformats.org/drawingml/2006/main" rot="0">
            <a:off x="2367000" y="2209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61" name="data-path-61">
            <a:extLst xmlns:a="http://schemas.openxmlformats.org/drawingml/2006/main">
              <a:ext uri="{FF2B5EF4-FFF2-40B4-BE49-F238E27FC236}">
                <a16:creationId xmlns:a16="http://schemas.microsoft.com/office/drawing/2014/main" id="{6F290EC3-A274-4BD4-878F-FED639CDA78F}"/>
              </a:ext>
            </a:extLst>
          </p:cNvPr>
          <p:cNvSpPr>
            <a:spLocks xmlns:a="http://schemas.openxmlformats.org/drawingml/2006/main" noGrp="1"/>
          </p:cNvSpPr>
          <p:nvPr/>
        </p:nvSpPr>
        <p:spPr>
          <a:xfrm xmlns:a="http://schemas.openxmlformats.org/drawingml/2006/main">
            <a:off x="2596500" y="17055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62" name="text-62">
            <a:extLst xmlns:a="http://schemas.openxmlformats.org/drawingml/2006/main">
              <a:ext uri="{FF2B5EF4-FFF2-40B4-BE49-F238E27FC236}">
                <a16:creationId xmlns:a16="http://schemas.microsoft.com/office/drawing/2014/main" id="{B95404DD-4E60-4234-8A44-90B56DF9C5FE}"/>
              </a:ext>
            </a:extLst>
          </p:cNvPr>
          <p:cNvSpPr>
            <a:spLocks xmlns:a="http://schemas.openxmlformats.org/drawingml/2006/main" noGrp="1"/>
          </p:cNvSpPr>
          <p:nvPr/>
        </p:nvSpPr>
        <p:spPr>
          <a:xfrm xmlns:a="http://schemas.openxmlformats.org/drawingml/2006/main" rot="0">
            <a:off x="2367000" y="16470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63" name="data-path-63">
            <a:extLst xmlns:a="http://schemas.openxmlformats.org/drawingml/2006/main">
              <a:ext uri="{FF2B5EF4-FFF2-40B4-BE49-F238E27FC236}">
                <a16:creationId xmlns:a16="http://schemas.microsoft.com/office/drawing/2014/main" id="{5E3ECF9F-44C3-49A1-B785-DA2AC76618CC}"/>
              </a:ext>
            </a:extLst>
          </p:cNvPr>
          <p:cNvSpPr>
            <a:spLocks xmlns:a="http://schemas.openxmlformats.org/drawingml/2006/main" noGrp="1"/>
          </p:cNvSpPr>
          <p:nvPr/>
        </p:nvSpPr>
        <p:spPr>
          <a:xfrm xmlns:a="http://schemas.openxmlformats.org/drawingml/2006/main">
            <a:off x="2596500" y="1143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64" name="text-64">
            <a:extLst xmlns:a="http://schemas.openxmlformats.org/drawingml/2006/main">
              <a:ext uri="{FF2B5EF4-FFF2-40B4-BE49-F238E27FC236}">
                <a16:creationId xmlns:a16="http://schemas.microsoft.com/office/drawing/2014/main" id="{E6228C0E-55A4-4913-9C49-05EAFCB69B4D}"/>
              </a:ext>
            </a:extLst>
          </p:cNvPr>
          <p:cNvSpPr>
            <a:spLocks xmlns:a="http://schemas.openxmlformats.org/drawingml/2006/main" noGrp="1"/>
          </p:cNvSpPr>
          <p:nvPr/>
        </p:nvSpPr>
        <p:spPr>
          <a:xfrm xmlns:a="http://schemas.openxmlformats.org/drawingml/2006/main" rot="0">
            <a:off x="2367000" y="1084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65" name="text-65">
            <a:extLst xmlns:a="http://schemas.openxmlformats.org/drawingml/2006/main">
              <a:ext uri="{FF2B5EF4-FFF2-40B4-BE49-F238E27FC236}">
                <a16:creationId xmlns:a16="http://schemas.microsoft.com/office/drawing/2014/main" id="{85FAB8A4-8CA1-449E-923D-A9D91089E72C}"/>
              </a:ext>
            </a:extLst>
          </p:cNvPr>
          <p:cNvSpPr>
            <a:spLocks xmlns:a="http://schemas.openxmlformats.org/drawingml/2006/main" noGrp="1"/>
          </p:cNvSpPr>
          <p:nvPr/>
        </p:nvSpPr>
        <p:spPr>
          <a:xfrm xmlns:a="http://schemas.openxmlformats.org/drawingml/2006/main" rot="0">
            <a:off x="2592000" y="2466000"/>
            <a:ext cx="1593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Mean predicted HI</a:t>
            </a:r>
          </a:p>
        </p:txBody>
      </p:sp>
      <p:sp>
        <p:nvSpPr>
          <p:cNvPr id="66" name="text-66">
            <a:extLst xmlns:a="http://schemas.openxmlformats.org/drawingml/2006/main">
              <a:ext uri="{FF2B5EF4-FFF2-40B4-BE49-F238E27FC236}">
                <a16:creationId xmlns:a16="http://schemas.microsoft.com/office/drawing/2014/main" id="{146B8E85-7E93-4F38-A7D4-A790F7D33F0E}"/>
              </a:ext>
            </a:extLst>
          </p:cNvPr>
          <p:cNvSpPr>
            <a:spLocks xmlns:a="http://schemas.openxmlformats.org/drawingml/2006/main" noGrp="1"/>
          </p:cNvSpPr>
          <p:nvPr/>
        </p:nvSpPr>
        <p:spPr>
          <a:xfrm xmlns:a="http://schemas.openxmlformats.org/drawingml/2006/main" rot="16200000">
            <a:off x="1899000" y="1638000"/>
            <a:ext cx="6750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Mean observed HI</a:t>
            </a:r>
          </a:p>
        </p:txBody>
      </p:sp>
      <p:sp>
        <p:nvSpPr>
          <p:cNvPr id="67" name="data-path-67">
            <a:extLst xmlns:a="http://schemas.openxmlformats.org/drawingml/2006/main">
              <a:ext uri="{FF2B5EF4-FFF2-40B4-BE49-F238E27FC236}">
                <a16:creationId xmlns:a16="http://schemas.microsoft.com/office/drawing/2014/main" id="{C26FD01E-B49D-4D70-8B02-6A1C27CEEFEE}"/>
              </a:ext>
            </a:extLst>
          </p:cNvPr>
          <p:cNvSpPr>
            <a:spLocks xmlns:a="http://schemas.openxmlformats.org/drawingml/2006/main" noGrp="1"/>
          </p:cNvSpPr>
          <p:nvPr/>
        </p:nvSpPr>
        <p:spPr>
          <a:xfrm xmlns:a="http://schemas.openxmlformats.org/drawingml/2006/main">
            <a:off x="2619000" y="1143000"/>
            <a:ext cx="1539000" cy="1125000"/>
          </a:xfrm>
          <a:custGeom xmlns:a="http://schemas.openxmlformats.org/drawingml/2006/main">
            <a:pathLst>
              <a:path w="1539000" h="1125000">
                <a:moveTo>
                  <a:pt x="0" y="1125000"/>
                </a:moveTo>
                <a:lnTo>
                  <a:pt x="1539000" y="0"/>
                </a:lnTo>
              </a:path>
            </a:pathLst>
          </a:custGeom>
          <a:noFill xmlns:a="http://schemas.openxmlformats.org/drawingml/2006/main"/>
          <a:ln xmlns:a="http://schemas.openxmlformats.org/drawingml/2006/main" w="8100">
            <a:solidFill>
              <a:srgbClr val="87999E"/>
            </a:solidFill>
          </a:ln>
        </p:spPr>
      </p:sp>
      <p:sp>
        <p:nvSpPr>
          <p:cNvPr id="68" name="data-path-68">
            <a:extLst xmlns:a="http://schemas.openxmlformats.org/drawingml/2006/main">
              <a:ext uri="{FF2B5EF4-FFF2-40B4-BE49-F238E27FC236}">
                <a16:creationId xmlns:a16="http://schemas.microsoft.com/office/drawing/2014/main" id="{E0FFA088-6223-4091-9C1D-83F37DCB7E73}"/>
              </a:ext>
            </a:extLst>
          </p:cNvPr>
          <p:cNvSpPr>
            <a:spLocks xmlns:a="http://schemas.openxmlformats.org/drawingml/2006/main" noGrp="1"/>
          </p:cNvSpPr>
          <p:nvPr/>
        </p:nvSpPr>
        <p:spPr>
          <a:xfrm xmlns:a="http://schemas.openxmlformats.org/drawingml/2006/main">
            <a:off x="2838520" y="2079185"/>
            <a:ext cx="450" cy="98654"/>
          </a:xfrm>
          <a:custGeom xmlns:a="http://schemas.openxmlformats.org/drawingml/2006/main">
            <a:pathLst>
              <a:path w="450" h="98654">
                <a:moveTo>
                  <a:pt x="0" y="98654"/>
                </a:moveTo>
                <a:lnTo>
                  <a:pt x="0" y="0"/>
                </a:lnTo>
              </a:path>
            </a:pathLst>
          </a:custGeom>
          <a:noFill xmlns:a="http://schemas.openxmlformats.org/drawingml/2006/main"/>
          <a:ln xmlns:a="http://schemas.openxmlformats.org/drawingml/2006/main" w="9000">
            <a:solidFill>
              <a:srgbClr val="237F8D"/>
            </a:solidFill>
          </a:ln>
        </p:spPr>
      </p:sp>
      <p:sp>
        <p:nvSpPr>
          <p:cNvPr id="69" name="data-path-69">
            <a:extLst xmlns:a="http://schemas.openxmlformats.org/drawingml/2006/main">
              <a:ext uri="{FF2B5EF4-FFF2-40B4-BE49-F238E27FC236}">
                <a16:creationId xmlns:a16="http://schemas.microsoft.com/office/drawing/2014/main" id="{E8DAD4F7-AD21-435B-83C2-06B146183B2A}"/>
              </a:ext>
            </a:extLst>
          </p:cNvPr>
          <p:cNvSpPr>
            <a:spLocks xmlns:a="http://schemas.openxmlformats.org/drawingml/2006/main" noGrp="1"/>
          </p:cNvSpPr>
          <p:nvPr/>
        </p:nvSpPr>
        <p:spPr>
          <a:xfrm xmlns:a="http://schemas.openxmlformats.org/drawingml/2006/main">
            <a:off x="2816020" y="2177839"/>
            <a:ext cx="45000" cy="450"/>
          </a:xfrm>
          <a:custGeom xmlns:a="http://schemas.openxmlformats.org/drawingml/2006/main">
            <a:pathLst>
              <a:path w="45000" h="450">
                <a:moveTo>
                  <a:pt x="0" y="0"/>
                </a:moveTo>
                <a:lnTo>
                  <a:pt x="45000" y="0"/>
                </a:lnTo>
              </a:path>
            </a:pathLst>
          </a:custGeom>
          <a:noFill xmlns:a="http://schemas.openxmlformats.org/drawingml/2006/main"/>
          <a:ln xmlns:a="http://schemas.openxmlformats.org/drawingml/2006/main" w="7650">
            <a:solidFill>
              <a:srgbClr val="237F8D"/>
            </a:solidFill>
          </a:ln>
        </p:spPr>
      </p:sp>
      <p:sp>
        <p:nvSpPr>
          <p:cNvPr id="70" name="data-path-70">
            <a:extLst xmlns:a="http://schemas.openxmlformats.org/drawingml/2006/main">
              <a:ext uri="{FF2B5EF4-FFF2-40B4-BE49-F238E27FC236}">
                <a16:creationId xmlns:a16="http://schemas.microsoft.com/office/drawing/2014/main" id="{677A7CF6-B715-4995-A08B-BBA9E9734955}"/>
              </a:ext>
            </a:extLst>
          </p:cNvPr>
          <p:cNvSpPr>
            <a:spLocks xmlns:a="http://schemas.openxmlformats.org/drawingml/2006/main" noGrp="1"/>
          </p:cNvSpPr>
          <p:nvPr/>
        </p:nvSpPr>
        <p:spPr>
          <a:xfrm xmlns:a="http://schemas.openxmlformats.org/drawingml/2006/main">
            <a:off x="2816020" y="2079185"/>
            <a:ext cx="45000" cy="450"/>
          </a:xfrm>
          <a:custGeom xmlns:a="http://schemas.openxmlformats.org/drawingml/2006/main">
            <a:pathLst>
              <a:path w="45000" h="450">
                <a:moveTo>
                  <a:pt x="0" y="0"/>
                </a:moveTo>
                <a:lnTo>
                  <a:pt x="45000" y="0"/>
                </a:lnTo>
              </a:path>
            </a:pathLst>
          </a:custGeom>
          <a:noFill xmlns:a="http://schemas.openxmlformats.org/drawingml/2006/main"/>
          <a:ln xmlns:a="http://schemas.openxmlformats.org/drawingml/2006/main" w="7650">
            <a:solidFill>
              <a:srgbClr val="237F8D"/>
            </a:solidFill>
          </a:ln>
        </p:spPr>
      </p:sp>
      <p:sp>
        <p:nvSpPr>
          <p:cNvPr id="71" name="data-point-71">
            <a:extLst xmlns:a="http://schemas.openxmlformats.org/drawingml/2006/main">
              <a:ext uri="{FF2B5EF4-FFF2-40B4-BE49-F238E27FC236}">
                <a16:creationId xmlns:a16="http://schemas.microsoft.com/office/drawing/2014/main" id="{1E71C80F-608D-4D2D-B855-7309F61D8269}"/>
              </a:ext>
            </a:extLst>
          </p:cNvPr>
          <p:cNvSpPr>
            <a:spLocks xmlns:a="http://schemas.openxmlformats.org/drawingml/2006/main" noGrp="1"/>
          </p:cNvSpPr>
          <p:nvPr/>
        </p:nvSpPr>
        <p:spPr>
          <a:xfrm xmlns:a="http://schemas.openxmlformats.org/drawingml/2006/main">
            <a:off x="2818270" y="2108118"/>
            <a:ext cx="40500" cy="40500"/>
          </a:xfrm>
          <a:prstGeom xmlns:a="http://schemas.openxmlformats.org/drawingml/2006/main" prst="ellipse">
            <a:avLst/>
          </a:prstGeom>
          <a:solidFill xmlns:a="http://schemas.openxmlformats.org/drawingml/2006/main">
            <a:srgbClr val="237F8D"/>
          </a:solidFill>
          <a:ln xmlns:a="http://schemas.openxmlformats.org/drawingml/2006/main" w="0">
            <a:solidFill>
              <a:srgbClr val="237F8D"/>
            </a:solidFill>
          </a:ln>
        </p:spPr>
      </p:sp>
      <p:sp>
        <p:nvSpPr>
          <p:cNvPr id="72" name="text-72">
            <a:extLst xmlns:a="http://schemas.openxmlformats.org/drawingml/2006/main">
              <a:ext uri="{FF2B5EF4-FFF2-40B4-BE49-F238E27FC236}">
                <a16:creationId xmlns:a16="http://schemas.microsoft.com/office/drawing/2014/main" id="{A7619718-6E8C-4FEA-8819-0C379B87E49C}"/>
              </a:ext>
            </a:extLst>
          </p:cNvPr>
          <p:cNvSpPr>
            <a:spLocks xmlns:a="http://schemas.openxmlformats.org/drawingml/2006/main" noGrp="1"/>
          </p:cNvSpPr>
          <p:nvPr/>
        </p:nvSpPr>
        <p:spPr>
          <a:xfrm xmlns:a="http://schemas.openxmlformats.org/drawingml/2006/main" rot="0">
            <a:off x="2739520" y="1939368"/>
            <a:ext cx="198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31</a:t>
            </a:r>
          </a:p>
        </p:txBody>
      </p:sp>
      <p:sp>
        <p:nvSpPr>
          <p:cNvPr id="73" name="data-path-73">
            <a:extLst xmlns:a="http://schemas.openxmlformats.org/drawingml/2006/main">
              <a:ext uri="{FF2B5EF4-FFF2-40B4-BE49-F238E27FC236}">
                <a16:creationId xmlns:a16="http://schemas.microsoft.com/office/drawing/2014/main" id="{B9755714-F825-4A61-B866-759756647960}"/>
              </a:ext>
            </a:extLst>
          </p:cNvPr>
          <p:cNvSpPr>
            <a:spLocks xmlns:a="http://schemas.openxmlformats.org/drawingml/2006/main" noGrp="1"/>
          </p:cNvSpPr>
          <p:nvPr/>
        </p:nvSpPr>
        <p:spPr>
          <a:xfrm xmlns:a="http://schemas.openxmlformats.org/drawingml/2006/main">
            <a:off x="3174077" y="1832091"/>
            <a:ext cx="450" cy="116466"/>
          </a:xfrm>
          <a:custGeom xmlns:a="http://schemas.openxmlformats.org/drawingml/2006/main">
            <a:pathLst>
              <a:path w="450" h="116466">
                <a:moveTo>
                  <a:pt x="0" y="116466"/>
                </a:moveTo>
                <a:lnTo>
                  <a:pt x="0" y="0"/>
                </a:lnTo>
              </a:path>
            </a:pathLst>
          </a:custGeom>
          <a:noFill xmlns:a="http://schemas.openxmlformats.org/drawingml/2006/main"/>
          <a:ln xmlns:a="http://schemas.openxmlformats.org/drawingml/2006/main" w="9000">
            <a:solidFill>
              <a:srgbClr val="237F8D"/>
            </a:solidFill>
          </a:ln>
        </p:spPr>
      </p:sp>
      <p:sp>
        <p:nvSpPr>
          <p:cNvPr id="74" name="data-path-74">
            <a:extLst xmlns:a="http://schemas.openxmlformats.org/drawingml/2006/main">
              <a:ext uri="{FF2B5EF4-FFF2-40B4-BE49-F238E27FC236}">
                <a16:creationId xmlns:a16="http://schemas.microsoft.com/office/drawing/2014/main" id="{01A4396B-D5E5-45F8-A942-F88EA08B0C34}"/>
              </a:ext>
            </a:extLst>
          </p:cNvPr>
          <p:cNvSpPr>
            <a:spLocks xmlns:a="http://schemas.openxmlformats.org/drawingml/2006/main" noGrp="1"/>
          </p:cNvSpPr>
          <p:nvPr/>
        </p:nvSpPr>
        <p:spPr>
          <a:xfrm xmlns:a="http://schemas.openxmlformats.org/drawingml/2006/main">
            <a:off x="3151577" y="1948556"/>
            <a:ext cx="45000" cy="450"/>
          </a:xfrm>
          <a:custGeom xmlns:a="http://schemas.openxmlformats.org/drawingml/2006/main">
            <a:pathLst>
              <a:path w="45000" h="450">
                <a:moveTo>
                  <a:pt x="0" y="0"/>
                </a:moveTo>
                <a:lnTo>
                  <a:pt x="45000" y="0"/>
                </a:lnTo>
              </a:path>
            </a:pathLst>
          </a:custGeom>
          <a:noFill xmlns:a="http://schemas.openxmlformats.org/drawingml/2006/main"/>
          <a:ln xmlns:a="http://schemas.openxmlformats.org/drawingml/2006/main" w="7650">
            <a:solidFill>
              <a:srgbClr val="237F8D"/>
            </a:solidFill>
          </a:ln>
        </p:spPr>
      </p:sp>
      <p:sp>
        <p:nvSpPr>
          <p:cNvPr id="75" name="data-path-75">
            <a:extLst xmlns:a="http://schemas.openxmlformats.org/drawingml/2006/main">
              <a:ext uri="{FF2B5EF4-FFF2-40B4-BE49-F238E27FC236}">
                <a16:creationId xmlns:a16="http://schemas.microsoft.com/office/drawing/2014/main" id="{012BCF08-5927-4F34-B3D8-E5F265B0CC53}"/>
              </a:ext>
            </a:extLst>
          </p:cNvPr>
          <p:cNvSpPr>
            <a:spLocks xmlns:a="http://schemas.openxmlformats.org/drawingml/2006/main" noGrp="1"/>
          </p:cNvSpPr>
          <p:nvPr/>
        </p:nvSpPr>
        <p:spPr>
          <a:xfrm xmlns:a="http://schemas.openxmlformats.org/drawingml/2006/main">
            <a:off x="3151577" y="1832091"/>
            <a:ext cx="45000" cy="450"/>
          </a:xfrm>
          <a:custGeom xmlns:a="http://schemas.openxmlformats.org/drawingml/2006/main">
            <a:pathLst>
              <a:path w="45000" h="450">
                <a:moveTo>
                  <a:pt x="0" y="0"/>
                </a:moveTo>
                <a:lnTo>
                  <a:pt x="45000" y="0"/>
                </a:lnTo>
              </a:path>
            </a:pathLst>
          </a:custGeom>
          <a:noFill xmlns:a="http://schemas.openxmlformats.org/drawingml/2006/main"/>
          <a:ln xmlns:a="http://schemas.openxmlformats.org/drawingml/2006/main" w="7650">
            <a:solidFill>
              <a:srgbClr val="237F8D"/>
            </a:solidFill>
          </a:ln>
        </p:spPr>
      </p:sp>
      <p:sp>
        <p:nvSpPr>
          <p:cNvPr id="76" name="data-point-76">
            <a:extLst xmlns:a="http://schemas.openxmlformats.org/drawingml/2006/main">
              <a:ext uri="{FF2B5EF4-FFF2-40B4-BE49-F238E27FC236}">
                <a16:creationId xmlns:a16="http://schemas.microsoft.com/office/drawing/2014/main" id="{41BB4F03-7311-44C8-B978-F59EB76220D4}"/>
              </a:ext>
            </a:extLst>
          </p:cNvPr>
          <p:cNvSpPr>
            <a:spLocks xmlns:a="http://schemas.openxmlformats.org/drawingml/2006/main" noGrp="1"/>
          </p:cNvSpPr>
          <p:nvPr/>
        </p:nvSpPr>
        <p:spPr>
          <a:xfrm xmlns:a="http://schemas.openxmlformats.org/drawingml/2006/main">
            <a:off x="3153827" y="1872836"/>
            <a:ext cx="40500" cy="40500"/>
          </a:xfrm>
          <a:prstGeom xmlns:a="http://schemas.openxmlformats.org/drawingml/2006/main" prst="ellipse">
            <a:avLst/>
          </a:prstGeom>
          <a:solidFill xmlns:a="http://schemas.openxmlformats.org/drawingml/2006/main">
            <a:srgbClr val="237F8D"/>
          </a:solidFill>
          <a:ln xmlns:a="http://schemas.openxmlformats.org/drawingml/2006/main" w="0">
            <a:solidFill>
              <a:srgbClr val="237F8D"/>
            </a:solidFill>
          </a:ln>
        </p:spPr>
      </p:sp>
      <p:sp>
        <p:nvSpPr>
          <p:cNvPr id="77" name="text-77">
            <a:extLst xmlns:a="http://schemas.openxmlformats.org/drawingml/2006/main">
              <a:ext uri="{FF2B5EF4-FFF2-40B4-BE49-F238E27FC236}">
                <a16:creationId xmlns:a16="http://schemas.microsoft.com/office/drawing/2014/main" id="{0D020429-ADD6-475D-9116-54474BCD7EA2}"/>
              </a:ext>
            </a:extLst>
          </p:cNvPr>
          <p:cNvSpPr>
            <a:spLocks xmlns:a="http://schemas.openxmlformats.org/drawingml/2006/main" noGrp="1"/>
          </p:cNvSpPr>
          <p:nvPr/>
        </p:nvSpPr>
        <p:spPr>
          <a:xfrm xmlns:a="http://schemas.openxmlformats.org/drawingml/2006/main" rot="0">
            <a:off x="3075077" y="1704086"/>
            <a:ext cx="198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30</a:t>
            </a:r>
          </a:p>
        </p:txBody>
      </p:sp>
      <p:sp>
        <p:nvSpPr>
          <p:cNvPr id="78" name="data-path-78">
            <a:extLst xmlns:a="http://schemas.openxmlformats.org/drawingml/2006/main">
              <a:ext uri="{FF2B5EF4-FFF2-40B4-BE49-F238E27FC236}">
                <a16:creationId xmlns:a16="http://schemas.microsoft.com/office/drawing/2014/main" id="{AB0C0934-8B2B-4882-9783-6ACEA34CCDC4}"/>
              </a:ext>
            </a:extLst>
          </p:cNvPr>
          <p:cNvSpPr>
            <a:spLocks xmlns:a="http://schemas.openxmlformats.org/drawingml/2006/main" noGrp="1"/>
          </p:cNvSpPr>
          <p:nvPr/>
        </p:nvSpPr>
        <p:spPr>
          <a:xfrm xmlns:a="http://schemas.openxmlformats.org/drawingml/2006/main">
            <a:off x="3394092" y="1588525"/>
            <a:ext cx="450" cy="142915"/>
          </a:xfrm>
          <a:custGeom xmlns:a="http://schemas.openxmlformats.org/drawingml/2006/main">
            <a:pathLst>
              <a:path w="450" h="142915">
                <a:moveTo>
                  <a:pt x="0" y="142915"/>
                </a:moveTo>
                <a:lnTo>
                  <a:pt x="0" y="0"/>
                </a:lnTo>
              </a:path>
            </a:pathLst>
          </a:custGeom>
          <a:noFill xmlns:a="http://schemas.openxmlformats.org/drawingml/2006/main"/>
          <a:ln xmlns:a="http://schemas.openxmlformats.org/drawingml/2006/main" w="9000">
            <a:solidFill>
              <a:srgbClr val="237F8D"/>
            </a:solidFill>
          </a:ln>
        </p:spPr>
      </p:sp>
      <p:sp>
        <p:nvSpPr>
          <p:cNvPr id="79" name="data-path-79">
            <a:extLst xmlns:a="http://schemas.openxmlformats.org/drawingml/2006/main">
              <a:ext uri="{FF2B5EF4-FFF2-40B4-BE49-F238E27FC236}">
                <a16:creationId xmlns:a16="http://schemas.microsoft.com/office/drawing/2014/main" id="{7E3A802B-F660-4582-A465-E7D68DFAF4B5}"/>
              </a:ext>
            </a:extLst>
          </p:cNvPr>
          <p:cNvSpPr>
            <a:spLocks xmlns:a="http://schemas.openxmlformats.org/drawingml/2006/main" noGrp="1"/>
          </p:cNvSpPr>
          <p:nvPr/>
        </p:nvSpPr>
        <p:spPr>
          <a:xfrm xmlns:a="http://schemas.openxmlformats.org/drawingml/2006/main">
            <a:off x="3371592" y="1731440"/>
            <a:ext cx="45000" cy="450"/>
          </a:xfrm>
          <a:custGeom xmlns:a="http://schemas.openxmlformats.org/drawingml/2006/main">
            <a:pathLst>
              <a:path w="45000" h="450">
                <a:moveTo>
                  <a:pt x="0" y="0"/>
                </a:moveTo>
                <a:lnTo>
                  <a:pt x="45000" y="0"/>
                </a:lnTo>
              </a:path>
            </a:pathLst>
          </a:custGeom>
          <a:noFill xmlns:a="http://schemas.openxmlformats.org/drawingml/2006/main"/>
          <a:ln xmlns:a="http://schemas.openxmlformats.org/drawingml/2006/main" w="7650">
            <a:solidFill>
              <a:srgbClr val="237F8D"/>
            </a:solidFill>
          </a:ln>
        </p:spPr>
      </p:sp>
      <p:sp>
        <p:nvSpPr>
          <p:cNvPr id="80" name="data-path-80">
            <a:extLst xmlns:a="http://schemas.openxmlformats.org/drawingml/2006/main">
              <a:ext uri="{FF2B5EF4-FFF2-40B4-BE49-F238E27FC236}">
                <a16:creationId xmlns:a16="http://schemas.microsoft.com/office/drawing/2014/main" id="{87824A2E-B7B6-4CE6-9C06-04D593083853}"/>
              </a:ext>
            </a:extLst>
          </p:cNvPr>
          <p:cNvSpPr>
            <a:spLocks xmlns:a="http://schemas.openxmlformats.org/drawingml/2006/main" noGrp="1"/>
          </p:cNvSpPr>
          <p:nvPr/>
        </p:nvSpPr>
        <p:spPr>
          <a:xfrm xmlns:a="http://schemas.openxmlformats.org/drawingml/2006/main">
            <a:off x="3371592" y="1588525"/>
            <a:ext cx="45000" cy="450"/>
          </a:xfrm>
          <a:custGeom xmlns:a="http://schemas.openxmlformats.org/drawingml/2006/main">
            <a:pathLst>
              <a:path w="45000" h="450">
                <a:moveTo>
                  <a:pt x="0" y="0"/>
                </a:moveTo>
                <a:lnTo>
                  <a:pt x="45000" y="0"/>
                </a:lnTo>
              </a:path>
            </a:pathLst>
          </a:custGeom>
          <a:noFill xmlns:a="http://schemas.openxmlformats.org/drawingml/2006/main"/>
          <a:ln xmlns:a="http://schemas.openxmlformats.org/drawingml/2006/main" w="7650">
            <a:solidFill>
              <a:srgbClr val="237F8D"/>
            </a:solidFill>
          </a:ln>
        </p:spPr>
      </p:sp>
      <p:sp>
        <p:nvSpPr>
          <p:cNvPr id="81" name="data-point-81">
            <a:extLst xmlns:a="http://schemas.openxmlformats.org/drawingml/2006/main">
              <a:ext uri="{FF2B5EF4-FFF2-40B4-BE49-F238E27FC236}">
                <a16:creationId xmlns:a16="http://schemas.microsoft.com/office/drawing/2014/main" id="{9FCB5F41-7DD3-4B3B-B291-DDCCE46B4DEE}"/>
              </a:ext>
            </a:extLst>
          </p:cNvPr>
          <p:cNvSpPr>
            <a:spLocks xmlns:a="http://schemas.openxmlformats.org/drawingml/2006/main" noGrp="1"/>
          </p:cNvSpPr>
          <p:nvPr/>
        </p:nvSpPr>
        <p:spPr>
          <a:xfrm xmlns:a="http://schemas.openxmlformats.org/drawingml/2006/main">
            <a:off x="3373842" y="1645991"/>
            <a:ext cx="40500" cy="40500"/>
          </a:xfrm>
          <a:prstGeom xmlns:a="http://schemas.openxmlformats.org/drawingml/2006/main" prst="ellipse">
            <a:avLst/>
          </a:prstGeom>
          <a:solidFill xmlns:a="http://schemas.openxmlformats.org/drawingml/2006/main">
            <a:srgbClr val="237F8D"/>
          </a:solidFill>
          <a:ln xmlns:a="http://schemas.openxmlformats.org/drawingml/2006/main" w="0">
            <a:solidFill>
              <a:srgbClr val="237F8D"/>
            </a:solidFill>
          </a:ln>
        </p:spPr>
      </p:sp>
      <p:sp>
        <p:nvSpPr>
          <p:cNvPr id="82" name="text-82">
            <a:extLst xmlns:a="http://schemas.openxmlformats.org/drawingml/2006/main">
              <a:ext uri="{FF2B5EF4-FFF2-40B4-BE49-F238E27FC236}">
                <a16:creationId xmlns:a16="http://schemas.microsoft.com/office/drawing/2014/main" id="{A486C706-C6B5-4151-9A71-97C798F04776}"/>
              </a:ext>
            </a:extLst>
          </p:cNvPr>
          <p:cNvSpPr>
            <a:spLocks xmlns:a="http://schemas.openxmlformats.org/drawingml/2006/main" noGrp="1"/>
          </p:cNvSpPr>
          <p:nvPr/>
        </p:nvSpPr>
        <p:spPr>
          <a:xfrm xmlns:a="http://schemas.openxmlformats.org/drawingml/2006/main" rot="0">
            <a:off x="3295092" y="1477241"/>
            <a:ext cx="198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30</a:t>
            </a:r>
          </a:p>
        </p:txBody>
      </p:sp>
      <p:sp>
        <p:nvSpPr>
          <p:cNvPr id="83" name="data-path-83">
            <a:extLst xmlns:a="http://schemas.openxmlformats.org/drawingml/2006/main">
              <a:ext uri="{FF2B5EF4-FFF2-40B4-BE49-F238E27FC236}">
                <a16:creationId xmlns:a16="http://schemas.microsoft.com/office/drawing/2014/main" id="{B294909E-A0CF-4E0E-AFA9-DC0A4CD38058}"/>
              </a:ext>
            </a:extLst>
          </p:cNvPr>
          <p:cNvSpPr>
            <a:spLocks xmlns:a="http://schemas.openxmlformats.org/drawingml/2006/main" noGrp="1"/>
          </p:cNvSpPr>
          <p:nvPr/>
        </p:nvSpPr>
        <p:spPr>
          <a:xfrm xmlns:a="http://schemas.openxmlformats.org/drawingml/2006/main">
            <a:off x="3591878" y="1487160"/>
            <a:ext cx="450" cy="151719"/>
          </a:xfrm>
          <a:custGeom xmlns:a="http://schemas.openxmlformats.org/drawingml/2006/main">
            <a:pathLst>
              <a:path w="450" h="151719">
                <a:moveTo>
                  <a:pt x="0" y="151719"/>
                </a:moveTo>
                <a:lnTo>
                  <a:pt x="0" y="0"/>
                </a:lnTo>
              </a:path>
            </a:pathLst>
          </a:custGeom>
          <a:noFill xmlns:a="http://schemas.openxmlformats.org/drawingml/2006/main"/>
          <a:ln xmlns:a="http://schemas.openxmlformats.org/drawingml/2006/main" w="9000">
            <a:solidFill>
              <a:srgbClr val="237F8D"/>
            </a:solidFill>
          </a:ln>
        </p:spPr>
      </p:sp>
      <p:sp>
        <p:nvSpPr>
          <p:cNvPr id="84" name="data-path-84">
            <a:extLst xmlns:a="http://schemas.openxmlformats.org/drawingml/2006/main">
              <a:ext uri="{FF2B5EF4-FFF2-40B4-BE49-F238E27FC236}">
                <a16:creationId xmlns:a16="http://schemas.microsoft.com/office/drawing/2014/main" id="{5C95C474-606A-4548-B959-32C3F767F556}"/>
              </a:ext>
            </a:extLst>
          </p:cNvPr>
          <p:cNvSpPr>
            <a:spLocks xmlns:a="http://schemas.openxmlformats.org/drawingml/2006/main" noGrp="1"/>
          </p:cNvSpPr>
          <p:nvPr/>
        </p:nvSpPr>
        <p:spPr>
          <a:xfrm xmlns:a="http://schemas.openxmlformats.org/drawingml/2006/main">
            <a:off x="3569378" y="1638879"/>
            <a:ext cx="45000" cy="450"/>
          </a:xfrm>
          <a:custGeom xmlns:a="http://schemas.openxmlformats.org/drawingml/2006/main">
            <a:pathLst>
              <a:path w="45000" h="450">
                <a:moveTo>
                  <a:pt x="0" y="0"/>
                </a:moveTo>
                <a:lnTo>
                  <a:pt x="45000" y="0"/>
                </a:lnTo>
              </a:path>
            </a:pathLst>
          </a:custGeom>
          <a:noFill xmlns:a="http://schemas.openxmlformats.org/drawingml/2006/main"/>
          <a:ln xmlns:a="http://schemas.openxmlformats.org/drawingml/2006/main" w="7650">
            <a:solidFill>
              <a:srgbClr val="237F8D"/>
            </a:solidFill>
          </a:ln>
        </p:spPr>
      </p:sp>
      <p:sp>
        <p:nvSpPr>
          <p:cNvPr id="85" name="data-path-85">
            <a:extLst xmlns:a="http://schemas.openxmlformats.org/drawingml/2006/main">
              <a:ext uri="{FF2B5EF4-FFF2-40B4-BE49-F238E27FC236}">
                <a16:creationId xmlns:a16="http://schemas.microsoft.com/office/drawing/2014/main" id="{73CED406-5573-483B-ACE3-8D460304C1C7}"/>
              </a:ext>
            </a:extLst>
          </p:cNvPr>
          <p:cNvSpPr>
            <a:spLocks xmlns:a="http://schemas.openxmlformats.org/drawingml/2006/main" noGrp="1"/>
          </p:cNvSpPr>
          <p:nvPr/>
        </p:nvSpPr>
        <p:spPr>
          <a:xfrm xmlns:a="http://schemas.openxmlformats.org/drawingml/2006/main">
            <a:off x="3569378" y="1487160"/>
            <a:ext cx="45000" cy="450"/>
          </a:xfrm>
          <a:custGeom xmlns:a="http://schemas.openxmlformats.org/drawingml/2006/main">
            <a:pathLst>
              <a:path w="45000" h="450">
                <a:moveTo>
                  <a:pt x="0" y="0"/>
                </a:moveTo>
                <a:lnTo>
                  <a:pt x="45000" y="0"/>
                </a:lnTo>
              </a:path>
            </a:pathLst>
          </a:custGeom>
          <a:noFill xmlns:a="http://schemas.openxmlformats.org/drawingml/2006/main"/>
          <a:ln xmlns:a="http://schemas.openxmlformats.org/drawingml/2006/main" w="7650">
            <a:solidFill>
              <a:srgbClr val="237F8D"/>
            </a:solidFill>
          </a:ln>
        </p:spPr>
      </p:sp>
      <p:sp>
        <p:nvSpPr>
          <p:cNvPr id="86" name="data-point-86">
            <a:extLst xmlns:a="http://schemas.openxmlformats.org/drawingml/2006/main">
              <a:ext uri="{FF2B5EF4-FFF2-40B4-BE49-F238E27FC236}">
                <a16:creationId xmlns:a16="http://schemas.microsoft.com/office/drawing/2014/main" id="{1B2D55B7-CB79-43E5-88CB-AD41D6A3962D}"/>
              </a:ext>
            </a:extLst>
          </p:cNvPr>
          <p:cNvSpPr>
            <a:spLocks xmlns:a="http://schemas.openxmlformats.org/drawingml/2006/main" noGrp="1"/>
          </p:cNvSpPr>
          <p:nvPr/>
        </p:nvSpPr>
        <p:spPr>
          <a:xfrm xmlns:a="http://schemas.openxmlformats.org/drawingml/2006/main">
            <a:off x="3571628" y="1542296"/>
            <a:ext cx="40500" cy="40500"/>
          </a:xfrm>
          <a:prstGeom xmlns:a="http://schemas.openxmlformats.org/drawingml/2006/main" prst="ellipse">
            <a:avLst/>
          </a:prstGeom>
          <a:solidFill xmlns:a="http://schemas.openxmlformats.org/drawingml/2006/main">
            <a:srgbClr val="237F8D"/>
          </a:solidFill>
          <a:ln xmlns:a="http://schemas.openxmlformats.org/drawingml/2006/main" w="0">
            <a:solidFill>
              <a:srgbClr val="237F8D"/>
            </a:solidFill>
          </a:ln>
        </p:spPr>
      </p:sp>
      <p:sp>
        <p:nvSpPr>
          <p:cNvPr id="87" name="text-87">
            <a:extLst xmlns:a="http://schemas.openxmlformats.org/drawingml/2006/main">
              <a:ext uri="{FF2B5EF4-FFF2-40B4-BE49-F238E27FC236}">
                <a16:creationId xmlns:a16="http://schemas.microsoft.com/office/drawing/2014/main" id="{13884C11-8DF5-4F48-B7A7-1091CD8073E0}"/>
              </a:ext>
            </a:extLst>
          </p:cNvPr>
          <p:cNvSpPr>
            <a:spLocks xmlns:a="http://schemas.openxmlformats.org/drawingml/2006/main" noGrp="1"/>
          </p:cNvSpPr>
          <p:nvPr/>
        </p:nvSpPr>
        <p:spPr>
          <a:xfrm xmlns:a="http://schemas.openxmlformats.org/drawingml/2006/main" rot="0">
            <a:off x="3492878" y="1373546"/>
            <a:ext cx="198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30</a:t>
            </a:r>
          </a:p>
        </p:txBody>
      </p:sp>
      <p:sp>
        <p:nvSpPr>
          <p:cNvPr id="88" name="data-path-88">
            <a:extLst xmlns:a="http://schemas.openxmlformats.org/drawingml/2006/main">
              <a:ext uri="{FF2B5EF4-FFF2-40B4-BE49-F238E27FC236}">
                <a16:creationId xmlns:a16="http://schemas.microsoft.com/office/drawing/2014/main" id="{8488D793-F0B1-4DD1-B559-3D61FADEF2C3}"/>
              </a:ext>
            </a:extLst>
          </p:cNvPr>
          <p:cNvSpPr>
            <a:spLocks xmlns:a="http://schemas.openxmlformats.org/drawingml/2006/main" noGrp="1"/>
          </p:cNvSpPr>
          <p:nvPr/>
        </p:nvSpPr>
        <p:spPr>
          <a:xfrm xmlns:a="http://schemas.openxmlformats.org/drawingml/2006/main">
            <a:off x="3892613" y="1250444"/>
            <a:ext cx="450" cy="185377"/>
          </a:xfrm>
          <a:custGeom xmlns:a="http://schemas.openxmlformats.org/drawingml/2006/main">
            <a:pathLst>
              <a:path w="450" h="185377">
                <a:moveTo>
                  <a:pt x="0" y="185377"/>
                </a:moveTo>
                <a:lnTo>
                  <a:pt x="0" y="0"/>
                </a:lnTo>
              </a:path>
            </a:pathLst>
          </a:custGeom>
          <a:noFill xmlns:a="http://schemas.openxmlformats.org/drawingml/2006/main"/>
          <a:ln xmlns:a="http://schemas.openxmlformats.org/drawingml/2006/main" w="9000">
            <a:solidFill>
              <a:srgbClr val="237F8D"/>
            </a:solidFill>
          </a:ln>
        </p:spPr>
      </p:sp>
      <p:sp>
        <p:nvSpPr>
          <p:cNvPr id="89" name="data-path-89">
            <a:extLst xmlns:a="http://schemas.openxmlformats.org/drawingml/2006/main">
              <a:ext uri="{FF2B5EF4-FFF2-40B4-BE49-F238E27FC236}">
                <a16:creationId xmlns:a16="http://schemas.microsoft.com/office/drawing/2014/main" id="{C046D46C-BD1F-456D-9EBB-1D547A33D455}"/>
              </a:ext>
            </a:extLst>
          </p:cNvPr>
          <p:cNvSpPr>
            <a:spLocks xmlns:a="http://schemas.openxmlformats.org/drawingml/2006/main" noGrp="1"/>
          </p:cNvSpPr>
          <p:nvPr/>
        </p:nvSpPr>
        <p:spPr>
          <a:xfrm xmlns:a="http://schemas.openxmlformats.org/drawingml/2006/main">
            <a:off x="3870113" y="1435821"/>
            <a:ext cx="45000" cy="450"/>
          </a:xfrm>
          <a:custGeom xmlns:a="http://schemas.openxmlformats.org/drawingml/2006/main">
            <a:pathLst>
              <a:path w="45000" h="450">
                <a:moveTo>
                  <a:pt x="0" y="0"/>
                </a:moveTo>
                <a:lnTo>
                  <a:pt x="45000" y="0"/>
                </a:lnTo>
              </a:path>
            </a:pathLst>
          </a:custGeom>
          <a:noFill xmlns:a="http://schemas.openxmlformats.org/drawingml/2006/main"/>
          <a:ln xmlns:a="http://schemas.openxmlformats.org/drawingml/2006/main" w="7650">
            <a:solidFill>
              <a:srgbClr val="237F8D"/>
            </a:solidFill>
          </a:ln>
        </p:spPr>
      </p:sp>
      <p:sp>
        <p:nvSpPr>
          <p:cNvPr id="90" name="data-path-90">
            <a:extLst xmlns:a="http://schemas.openxmlformats.org/drawingml/2006/main">
              <a:ext uri="{FF2B5EF4-FFF2-40B4-BE49-F238E27FC236}">
                <a16:creationId xmlns:a16="http://schemas.microsoft.com/office/drawing/2014/main" id="{E9ECE009-361C-405A-95BF-3679CFAF0C3C}"/>
              </a:ext>
            </a:extLst>
          </p:cNvPr>
          <p:cNvSpPr>
            <a:spLocks xmlns:a="http://schemas.openxmlformats.org/drawingml/2006/main" noGrp="1"/>
          </p:cNvSpPr>
          <p:nvPr/>
        </p:nvSpPr>
        <p:spPr>
          <a:xfrm xmlns:a="http://schemas.openxmlformats.org/drawingml/2006/main">
            <a:off x="3870113" y="1250444"/>
            <a:ext cx="45000" cy="450"/>
          </a:xfrm>
          <a:custGeom xmlns:a="http://schemas.openxmlformats.org/drawingml/2006/main">
            <a:pathLst>
              <a:path w="45000" h="450">
                <a:moveTo>
                  <a:pt x="0" y="0"/>
                </a:moveTo>
                <a:lnTo>
                  <a:pt x="45000" y="0"/>
                </a:lnTo>
              </a:path>
            </a:pathLst>
          </a:custGeom>
          <a:noFill xmlns:a="http://schemas.openxmlformats.org/drawingml/2006/main"/>
          <a:ln xmlns:a="http://schemas.openxmlformats.org/drawingml/2006/main" w="7650">
            <a:solidFill>
              <a:srgbClr val="237F8D"/>
            </a:solidFill>
          </a:ln>
        </p:spPr>
      </p:sp>
      <p:sp>
        <p:nvSpPr>
          <p:cNvPr id="91" name="data-point-91">
            <a:extLst xmlns:a="http://schemas.openxmlformats.org/drawingml/2006/main">
              <a:ext uri="{FF2B5EF4-FFF2-40B4-BE49-F238E27FC236}">
                <a16:creationId xmlns:a16="http://schemas.microsoft.com/office/drawing/2014/main" id="{E79BF26E-CC89-4520-9EBE-6E107FDB957E}"/>
              </a:ext>
            </a:extLst>
          </p:cNvPr>
          <p:cNvSpPr>
            <a:spLocks xmlns:a="http://schemas.openxmlformats.org/drawingml/2006/main" noGrp="1"/>
          </p:cNvSpPr>
          <p:nvPr/>
        </p:nvSpPr>
        <p:spPr>
          <a:xfrm xmlns:a="http://schemas.openxmlformats.org/drawingml/2006/main">
            <a:off x="3872363" y="1321069"/>
            <a:ext cx="40500" cy="40500"/>
          </a:xfrm>
          <a:prstGeom xmlns:a="http://schemas.openxmlformats.org/drawingml/2006/main" prst="ellipse">
            <a:avLst/>
          </a:prstGeom>
          <a:solidFill xmlns:a="http://schemas.openxmlformats.org/drawingml/2006/main">
            <a:srgbClr val="237F8D"/>
          </a:solidFill>
          <a:ln xmlns:a="http://schemas.openxmlformats.org/drawingml/2006/main" w="0">
            <a:solidFill>
              <a:srgbClr val="237F8D"/>
            </a:solidFill>
          </a:ln>
        </p:spPr>
      </p:sp>
      <p:sp>
        <p:nvSpPr>
          <p:cNvPr id="92" name="text-92">
            <a:extLst xmlns:a="http://schemas.openxmlformats.org/drawingml/2006/main">
              <a:ext uri="{FF2B5EF4-FFF2-40B4-BE49-F238E27FC236}">
                <a16:creationId xmlns:a16="http://schemas.microsoft.com/office/drawing/2014/main" id="{3EB6D57E-B6B3-439C-8E65-2886E80B9707}"/>
              </a:ext>
            </a:extLst>
          </p:cNvPr>
          <p:cNvSpPr>
            <a:spLocks xmlns:a="http://schemas.openxmlformats.org/drawingml/2006/main" noGrp="1"/>
          </p:cNvSpPr>
          <p:nvPr/>
        </p:nvSpPr>
        <p:spPr>
          <a:xfrm xmlns:a="http://schemas.openxmlformats.org/drawingml/2006/main" rot="0">
            <a:off x="3793613" y="1152319"/>
            <a:ext cx="198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31</a:t>
            </a:r>
          </a:p>
        </p:txBody>
      </p:sp>
      <p:sp>
        <p:nvSpPr>
          <p:cNvPr id="93" name="data-path-93">
            <a:extLst xmlns:a="http://schemas.openxmlformats.org/drawingml/2006/main">
              <a:ext uri="{FF2B5EF4-FFF2-40B4-BE49-F238E27FC236}">
                <a16:creationId xmlns:a16="http://schemas.microsoft.com/office/drawing/2014/main" id="{433AC6AF-473B-421C-A0D0-5BA10059C2CB}"/>
              </a:ext>
            </a:extLst>
          </p:cNvPr>
          <p:cNvSpPr>
            <a:spLocks xmlns:a="http://schemas.openxmlformats.org/drawingml/2006/main" noGrp="1"/>
          </p:cNvSpPr>
          <p:nvPr/>
        </p:nvSpPr>
        <p:spPr>
          <a:xfrm xmlns:a="http://schemas.openxmlformats.org/drawingml/2006/main">
            <a:off x="2838520" y="1341319"/>
            <a:ext cx="1054093" cy="787049"/>
          </a:xfrm>
          <a:custGeom xmlns:a="http://schemas.openxmlformats.org/drawingml/2006/main">
            <a:pathLst>
              <a:path w="1054093" h="787049">
                <a:moveTo>
                  <a:pt x="0" y="787049"/>
                </a:moveTo>
                <a:lnTo>
                  <a:pt x="335557" y="551768"/>
                </a:lnTo>
                <a:lnTo>
                  <a:pt x="555573" y="324922"/>
                </a:lnTo>
                <a:lnTo>
                  <a:pt x="753359" y="221227"/>
                </a:lnTo>
                <a:lnTo>
                  <a:pt x="1054093" y="0"/>
                </a:lnTo>
              </a:path>
            </a:pathLst>
          </a:custGeom>
          <a:noFill xmlns:a="http://schemas.openxmlformats.org/drawingml/2006/main"/>
          <a:ln xmlns:a="http://schemas.openxmlformats.org/drawingml/2006/main" w="11250">
            <a:solidFill>
              <a:srgbClr val="237F8D"/>
            </a:solidFill>
          </a:ln>
        </p:spPr>
      </p:sp>
      <p:sp>
        <p:nvSpPr>
          <p:cNvPr id="94" name="text-94">
            <a:extLst xmlns:a="http://schemas.openxmlformats.org/drawingml/2006/main">
              <a:ext uri="{FF2B5EF4-FFF2-40B4-BE49-F238E27FC236}">
                <a16:creationId xmlns:a16="http://schemas.microsoft.com/office/drawing/2014/main" id="{6D0E5D71-6842-4FAA-A859-CA10741AF5C8}"/>
              </a:ext>
            </a:extLst>
          </p:cNvPr>
          <p:cNvSpPr>
            <a:spLocks xmlns:a="http://schemas.openxmlformats.org/drawingml/2006/main" noGrp="1"/>
          </p:cNvSpPr>
          <p:nvPr/>
        </p:nvSpPr>
        <p:spPr>
          <a:xfrm xmlns:a="http://schemas.openxmlformats.org/drawingml/2006/main" rot="0">
            <a:off x="2538000" y="2673000"/>
            <a:ext cx="1665000" cy="13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95% participant-bootstrap CI</a:t>
            </a:r>
          </a:p>
        </p:txBody>
      </p:sp>
      <p:sp>
        <p:nvSpPr>
          <p:cNvPr id="95" name="text-95">
            <a:extLst xmlns:a="http://schemas.openxmlformats.org/drawingml/2006/main">
              <a:ext uri="{FF2B5EF4-FFF2-40B4-BE49-F238E27FC236}">
                <a16:creationId xmlns:a16="http://schemas.microsoft.com/office/drawing/2014/main" id="{32E21DEF-E98F-4FEF-81D4-8B8BAE0B18EC}"/>
              </a:ext>
            </a:extLst>
          </p:cNvPr>
          <p:cNvSpPr>
            <a:spLocks xmlns:a="http://schemas.openxmlformats.org/drawingml/2006/main" noGrp="1"/>
          </p:cNvSpPr>
          <p:nvPr/>
        </p:nvSpPr>
        <p:spPr>
          <a:xfrm xmlns:a="http://schemas.openxmlformats.org/drawingml/2006/main" rot="0">
            <a:off x="2538000" y="2821500"/>
            <a:ext cx="1710000" cy="13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Slope 1.015, intercept -0.019</a:t>
            </a:r>
          </a:p>
        </p:txBody>
      </p:sp>
      <p:sp>
        <p:nvSpPr>
          <p:cNvPr id="96" name="text-96">
            <a:extLst xmlns:a="http://schemas.openxmlformats.org/drawingml/2006/main">
              <a:ext uri="{FF2B5EF4-FFF2-40B4-BE49-F238E27FC236}">
                <a16:creationId xmlns:a16="http://schemas.microsoft.com/office/drawing/2014/main" id="{3D38AAA9-EBE4-48F7-BD66-31DC2B2411B7}"/>
              </a:ext>
            </a:extLst>
          </p:cNvPr>
          <p:cNvSpPr>
            <a:spLocks xmlns:a="http://schemas.openxmlformats.org/drawingml/2006/main" noGrp="1"/>
          </p:cNvSpPr>
          <p:nvPr/>
        </p:nvSpPr>
        <p:spPr>
          <a:xfrm xmlns:a="http://schemas.openxmlformats.org/drawingml/2006/main" rot="0">
            <a:off x="4401000" y="801000"/>
            <a:ext cx="153000" cy="17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6" b="1">
                <a:solidFill>
                  <a:srgbClr val="000000"/>
                </a:solidFill>
                <a:latin typeface="Times New Roman"/>
                <a:ea typeface="Times New Roman"/>
                <a:cs typeface="Times New Roman"/>
              </a:defRPr>
            </a:pPr>
            <a:r>
              <a:rPr sz="1276" b="1">
                <a:solidFill>
                  <a:srgbClr val="000000"/>
                </a:solidFill>
                <a:latin typeface="Times New Roman"/>
                <a:ea typeface="Times New Roman"/>
                <a:cs typeface="Times New Roman"/>
              </a:rPr>
              <a:t>C</a:t>
            </a:r>
          </a:p>
        </p:txBody>
      </p:sp>
      <p:sp>
        <p:nvSpPr>
          <p:cNvPr id="97" name="text-97">
            <a:extLst xmlns:a="http://schemas.openxmlformats.org/drawingml/2006/main">
              <a:ext uri="{FF2B5EF4-FFF2-40B4-BE49-F238E27FC236}">
                <a16:creationId xmlns:a16="http://schemas.microsoft.com/office/drawing/2014/main" id="{3F84F6FE-DA26-485E-9756-B6E07B4E1E6C}"/>
              </a:ext>
            </a:extLst>
          </p:cNvPr>
          <p:cNvSpPr>
            <a:spLocks xmlns:a="http://schemas.openxmlformats.org/drawingml/2006/main" noGrp="1"/>
          </p:cNvSpPr>
          <p:nvPr/>
        </p:nvSpPr>
        <p:spPr>
          <a:xfrm xmlns:a="http://schemas.openxmlformats.org/drawingml/2006/main" rot="0">
            <a:off x="4590000" y="805500"/>
            <a:ext cx="1813500" cy="1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86" b="1">
                <a:solidFill>
                  <a:srgbClr val="000000"/>
                </a:solidFill>
                <a:latin typeface="Times New Roman"/>
                <a:ea typeface="Times New Roman"/>
                <a:cs typeface="Times New Roman"/>
              </a:defRPr>
            </a:pPr>
            <a:r>
              <a:rPr sz="886" b="1">
                <a:solidFill>
                  <a:srgbClr val="000000"/>
                </a:solidFill>
                <a:latin typeface="Times New Roman"/>
                <a:ea typeface="Times New Roman"/>
                <a:cs typeface="Times New Roman"/>
              </a:rPr>
              <a:t>Locked-model residuals</a:t>
            </a:r>
          </a:p>
        </p:txBody>
      </p:sp>
      <p:sp>
        <p:nvSpPr>
          <p:cNvPr id="98" name="data-path-98">
            <a:extLst xmlns:a="http://schemas.openxmlformats.org/drawingml/2006/main">
              <a:ext uri="{FF2B5EF4-FFF2-40B4-BE49-F238E27FC236}">
                <a16:creationId xmlns:a16="http://schemas.microsoft.com/office/drawing/2014/main" id="{0FEFCCAA-E348-4CE0-8122-6817DE471BA7}"/>
              </a:ext>
            </a:extLst>
          </p:cNvPr>
          <p:cNvSpPr>
            <a:spLocks xmlns:a="http://schemas.openxmlformats.org/drawingml/2006/main" noGrp="1"/>
          </p:cNvSpPr>
          <p:nvPr/>
        </p:nvSpPr>
        <p:spPr>
          <a:xfrm xmlns:a="http://schemas.openxmlformats.org/drawingml/2006/main">
            <a:off x="4765500" y="2268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99" name="data-path-99">
            <a:extLst xmlns:a="http://schemas.openxmlformats.org/drawingml/2006/main">
              <a:ext uri="{FF2B5EF4-FFF2-40B4-BE49-F238E27FC236}">
                <a16:creationId xmlns:a16="http://schemas.microsoft.com/office/drawing/2014/main" id="{D8E2AACC-00E9-41FC-9D9D-8B6676A42284}"/>
              </a:ext>
            </a:extLst>
          </p:cNvPr>
          <p:cNvSpPr>
            <a:spLocks xmlns:a="http://schemas.openxmlformats.org/drawingml/2006/main" noGrp="1"/>
          </p:cNvSpPr>
          <p:nvPr/>
        </p:nvSpPr>
        <p:spPr>
          <a:xfrm xmlns:a="http://schemas.openxmlformats.org/drawingml/2006/main">
            <a:off x="4765500" y="1705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100" name="data-path-100">
            <a:extLst xmlns:a="http://schemas.openxmlformats.org/drawingml/2006/main">
              <a:ext uri="{FF2B5EF4-FFF2-40B4-BE49-F238E27FC236}">
                <a16:creationId xmlns:a16="http://schemas.microsoft.com/office/drawing/2014/main" id="{B0D2EED4-C998-4C4C-BE33-3E5B5CF08307}"/>
              </a:ext>
            </a:extLst>
          </p:cNvPr>
          <p:cNvSpPr>
            <a:spLocks xmlns:a="http://schemas.openxmlformats.org/drawingml/2006/main" noGrp="1"/>
          </p:cNvSpPr>
          <p:nvPr/>
        </p:nvSpPr>
        <p:spPr>
          <a:xfrm xmlns:a="http://schemas.openxmlformats.org/drawingml/2006/main">
            <a:off x="4765500" y="1143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101" name="data-path-101">
            <a:extLst xmlns:a="http://schemas.openxmlformats.org/drawingml/2006/main">
              <a:ext uri="{FF2B5EF4-FFF2-40B4-BE49-F238E27FC236}">
                <a16:creationId xmlns:a16="http://schemas.microsoft.com/office/drawing/2014/main" id="{61B422AF-E8FE-4628-93FD-B7F88EF3AD54}"/>
              </a:ext>
            </a:extLst>
          </p:cNvPr>
          <p:cNvSpPr>
            <a:spLocks xmlns:a="http://schemas.openxmlformats.org/drawingml/2006/main" noGrp="1"/>
          </p:cNvSpPr>
          <p:nvPr/>
        </p:nvSpPr>
        <p:spPr>
          <a:xfrm xmlns:a="http://schemas.openxmlformats.org/drawingml/2006/main">
            <a:off x="4765500" y="1143000"/>
            <a:ext cx="450" cy="1125000"/>
          </a:xfrm>
          <a:custGeom xmlns:a="http://schemas.openxmlformats.org/drawingml/2006/main">
            <a:pathLst>
              <a:path w="450" h="1125000">
                <a:moveTo>
                  <a:pt x="0" y="0"/>
                </a:moveTo>
                <a:lnTo>
                  <a:pt x="0" y="1125000"/>
                </a:lnTo>
              </a:path>
            </a:pathLst>
          </a:custGeom>
          <a:noFill xmlns:a="http://schemas.openxmlformats.org/drawingml/2006/main"/>
          <a:ln xmlns:a="http://schemas.openxmlformats.org/drawingml/2006/main" w="6750">
            <a:solidFill>
              <a:srgbClr val="34454D"/>
            </a:solidFill>
          </a:ln>
        </p:spPr>
      </p:sp>
      <p:sp>
        <p:nvSpPr>
          <p:cNvPr id="102" name="data-path-102">
            <a:extLst xmlns:a="http://schemas.openxmlformats.org/drawingml/2006/main">
              <a:ext uri="{FF2B5EF4-FFF2-40B4-BE49-F238E27FC236}">
                <a16:creationId xmlns:a16="http://schemas.microsoft.com/office/drawing/2014/main" id="{F0EB21E3-8A4D-4CCD-9085-9C5D3A4A4681}"/>
              </a:ext>
            </a:extLst>
          </p:cNvPr>
          <p:cNvSpPr>
            <a:spLocks xmlns:a="http://schemas.openxmlformats.org/drawingml/2006/main" noGrp="1"/>
          </p:cNvSpPr>
          <p:nvPr/>
        </p:nvSpPr>
        <p:spPr>
          <a:xfrm xmlns:a="http://schemas.openxmlformats.org/drawingml/2006/main">
            <a:off x="4765500" y="2268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6750">
            <a:solidFill>
              <a:srgbClr val="34454D"/>
            </a:solidFill>
          </a:ln>
        </p:spPr>
      </p:sp>
      <p:sp>
        <p:nvSpPr>
          <p:cNvPr id="103" name="data-path-103">
            <a:extLst xmlns:a="http://schemas.openxmlformats.org/drawingml/2006/main">
              <a:ext uri="{FF2B5EF4-FFF2-40B4-BE49-F238E27FC236}">
                <a16:creationId xmlns:a16="http://schemas.microsoft.com/office/drawing/2014/main" id="{C1D865B3-EF5B-402A-B9E7-F6CCE18A04F5}"/>
              </a:ext>
            </a:extLst>
          </p:cNvPr>
          <p:cNvSpPr>
            <a:spLocks xmlns:a="http://schemas.openxmlformats.org/drawingml/2006/main" noGrp="1"/>
          </p:cNvSpPr>
          <p:nvPr/>
        </p:nvSpPr>
        <p:spPr>
          <a:xfrm xmlns:a="http://schemas.openxmlformats.org/drawingml/2006/main">
            <a:off x="4765500" y="226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04" name="text-104">
            <a:extLst xmlns:a="http://schemas.openxmlformats.org/drawingml/2006/main">
              <a:ext uri="{FF2B5EF4-FFF2-40B4-BE49-F238E27FC236}">
                <a16:creationId xmlns:a16="http://schemas.microsoft.com/office/drawing/2014/main" id="{7C735D82-9D8E-4D01-9660-1BB2114E39F9}"/>
              </a:ext>
            </a:extLst>
          </p:cNvPr>
          <p:cNvSpPr>
            <a:spLocks xmlns:a="http://schemas.openxmlformats.org/drawingml/2006/main" noGrp="1"/>
          </p:cNvSpPr>
          <p:nvPr/>
        </p:nvSpPr>
        <p:spPr>
          <a:xfrm xmlns:a="http://schemas.openxmlformats.org/drawingml/2006/main" rot="0">
            <a:off x="4603500" y="230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−3</a:t>
            </a:r>
          </a:p>
        </p:txBody>
      </p:sp>
      <p:sp>
        <p:nvSpPr>
          <p:cNvPr id="105" name="data-path-105">
            <a:extLst xmlns:a="http://schemas.openxmlformats.org/drawingml/2006/main">
              <a:ext uri="{FF2B5EF4-FFF2-40B4-BE49-F238E27FC236}">
                <a16:creationId xmlns:a16="http://schemas.microsoft.com/office/drawing/2014/main" id="{359333E2-DBE7-42A3-9ACA-821E73D6A0E8}"/>
              </a:ext>
            </a:extLst>
          </p:cNvPr>
          <p:cNvSpPr>
            <a:spLocks xmlns:a="http://schemas.openxmlformats.org/drawingml/2006/main" noGrp="1"/>
          </p:cNvSpPr>
          <p:nvPr/>
        </p:nvSpPr>
        <p:spPr>
          <a:xfrm xmlns:a="http://schemas.openxmlformats.org/drawingml/2006/main">
            <a:off x="5532750" y="226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06" name="text-106">
            <a:extLst xmlns:a="http://schemas.openxmlformats.org/drawingml/2006/main">
              <a:ext uri="{FF2B5EF4-FFF2-40B4-BE49-F238E27FC236}">
                <a16:creationId xmlns:a16="http://schemas.microsoft.com/office/drawing/2014/main" id="{5151A7A1-BC2C-4C4F-A6B1-0297BED14121}"/>
              </a:ext>
            </a:extLst>
          </p:cNvPr>
          <p:cNvSpPr>
            <a:spLocks xmlns:a="http://schemas.openxmlformats.org/drawingml/2006/main" noGrp="1"/>
          </p:cNvSpPr>
          <p:nvPr/>
        </p:nvSpPr>
        <p:spPr>
          <a:xfrm xmlns:a="http://schemas.openxmlformats.org/drawingml/2006/main" rot="0">
            <a:off x="5370750" y="230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107" name="data-path-107">
            <a:extLst xmlns:a="http://schemas.openxmlformats.org/drawingml/2006/main">
              <a:ext uri="{FF2B5EF4-FFF2-40B4-BE49-F238E27FC236}">
                <a16:creationId xmlns:a16="http://schemas.microsoft.com/office/drawing/2014/main" id="{2BF5FF07-DBCB-4FA9-AC9E-489181AE44BB}"/>
              </a:ext>
            </a:extLst>
          </p:cNvPr>
          <p:cNvSpPr>
            <a:spLocks xmlns:a="http://schemas.openxmlformats.org/drawingml/2006/main" noGrp="1"/>
          </p:cNvSpPr>
          <p:nvPr/>
        </p:nvSpPr>
        <p:spPr>
          <a:xfrm xmlns:a="http://schemas.openxmlformats.org/drawingml/2006/main">
            <a:off x="6300000" y="226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08" name="text-108">
            <a:extLst xmlns:a="http://schemas.openxmlformats.org/drawingml/2006/main">
              <a:ext uri="{FF2B5EF4-FFF2-40B4-BE49-F238E27FC236}">
                <a16:creationId xmlns:a16="http://schemas.microsoft.com/office/drawing/2014/main" id="{CFB643F3-5606-404A-AC26-91C6B70E3D6A}"/>
              </a:ext>
            </a:extLst>
          </p:cNvPr>
          <p:cNvSpPr>
            <a:spLocks xmlns:a="http://schemas.openxmlformats.org/drawingml/2006/main" noGrp="1"/>
          </p:cNvSpPr>
          <p:nvPr/>
        </p:nvSpPr>
        <p:spPr>
          <a:xfrm xmlns:a="http://schemas.openxmlformats.org/drawingml/2006/main" rot="0">
            <a:off x="6138000" y="230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3</a:t>
            </a:r>
          </a:p>
        </p:txBody>
      </p:sp>
      <p:sp>
        <p:nvSpPr>
          <p:cNvPr id="109" name="data-path-109">
            <a:extLst xmlns:a="http://schemas.openxmlformats.org/drawingml/2006/main">
              <a:ext uri="{FF2B5EF4-FFF2-40B4-BE49-F238E27FC236}">
                <a16:creationId xmlns:a16="http://schemas.microsoft.com/office/drawing/2014/main" id="{617083FD-F3D3-4A35-AF09-495B5C5FFE3D}"/>
              </a:ext>
            </a:extLst>
          </p:cNvPr>
          <p:cNvSpPr>
            <a:spLocks xmlns:a="http://schemas.openxmlformats.org/drawingml/2006/main" noGrp="1"/>
          </p:cNvSpPr>
          <p:nvPr/>
        </p:nvSpPr>
        <p:spPr>
          <a:xfrm xmlns:a="http://schemas.openxmlformats.org/drawingml/2006/main">
            <a:off x="4743000" y="2268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10" name="text-110">
            <a:extLst xmlns:a="http://schemas.openxmlformats.org/drawingml/2006/main">
              <a:ext uri="{FF2B5EF4-FFF2-40B4-BE49-F238E27FC236}">
                <a16:creationId xmlns:a16="http://schemas.microsoft.com/office/drawing/2014/main" id="{DF4CACDE-3EA5-42C9-81D1-77C80E5AEF76}"/>
              </a:ext>
            </a:extLst>
          </p:cNvPr>
          <p:cNvSpPr>
            <a:spLocks xmlns:a="http://schemas.openxmlformats.org/drawingml/2006/main" noGrp="1"/>
          </p:cNvSpPr>
          <p:nvPr/>
        </p:nvSpPr>
        <p:spPr>
          <a:xfrm xmlns:a="http://schemas.openxmlformats.org/drawingml/2006/main" rot="0">
            <a:off x="4513500" y="2209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−3</a:t>
            </a:r>
          </a:p>
        </p:txBody>
      </p:sp>
      <p:sp>
        <p:nvSpPr>
          <p:cNvPr id="111" name="data-path-111">
            <a:extLst xmlns:a="http://schemas.openxmlformats.org/drawingml/2006/main">
              <a:ext uri="{FF2B5EF4-FFF2-40B4-BE49-F238E27FC236}">
                <a16:creationId xmlns:a16="http://schemas.microsoft.com/office/drawing/2014/main" id="{F808611C-8B11-4D3F-BCE9-85E64A1D6C74}"/>
              </a:ext>
            </a:extLst>
          </p:cNvPr>
          <p:cNvSpPr>
            <a:spLocks xmlns:a="http://schemas.openxmlformats.org/drawingml/2006/main" noGrp="1"/>
          </p:cNvSpPr>
          <p:nvPr/>
        </p:nvSpPr>
        <p:spPr>
          <a:xfrm xmlns:a="http://schemas.openxmlformats.org/drawingml/2006/main">
            <a:off x="4743000" y="17055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12" name="text-112">
            <a:extLst xmlns:a="http://schemas.openxmlformats.org/drawingml/2006/main">
              <a:ext uri="{FF2B5EF4-FFF2-40B4-BE49-F238E27FC236}">
                <a16:creationId xmlns:a16="http://schemas.microsoft.com/office/drawing/2014/main" id="{46E9C5CA-6D2A-4225-A41A-6CAAC35D12A4}"/>
              </a:ext>
            </a:extLst>
          </p:cNvPr>
          <p:cNvSpPr>
            <a:spLocks xmlns:a="http://schemas.openxmlformats.org/drawingml/2006/main" noGrp="1"/>
          </p:cNvSpPr>
          <p:nvPr/>
        </p:nvSpPr>
        <p:spPr>
          <a:xfrm xmlns:a="http://schemas.openxmlformats.org/drawingml/2006/main" rot="0">
            <a:off x="4513500" y="16470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113" name="data-path-113">
            <a:extLst xmlns:a="http://schemas.openxmlformats.org/drawingml/2006/main">
              <a:ext uri="{FF2B5EF4-FFF2-40B4-BE49-F238E27FC236}">
                <a16:creationId xmlns:a16="http://schemas.microsoft.com/office/drawing/2014/main" id="{6ACB4247-E554-4235-A2B7-D3EABD94EABF}"/>
              </a:ext>
            </a:extLst>
          </p:cNvPr>
          <p:cNvSpPr>
            <a:spLocks xmlns:a="http://schemas.openxmlformats.org/drawingml/2006/main" noGrp="1"/>
          </p:cNvSpPr>
          <p:nvPr/>
        </p:nvSpPr>
        <p:spPr>
          <a:xfrm xmlns:a="http://schemas.openxmlformats.org/drawingml/2006/main">
            <a:off x="4743000" y="1143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14" name="text-114">
            <a:extLst xmlns:a="http://schemas.openxmlformats.org/drawingml/2006/main">
              <a:ext uri="{FF2B5EF4-FFF2-40B4-BE49-F238E27FC236}">
                <a16:creationId xmlns:a16="http://schemas.microsoft.com/office/drawing/2014/main" id="{CC51BEBF-7F63-4B84-BA36-ED6C79FE5429}"/>
              </a:ext>
            </a:extLst>
          </p:cNvPr>
          <p:cNvSpPr>
            <a:spLocks xmlns:a="http://schemas.openxmlformats.org/drawingml/2006/main" noGrp="1"/>
          </p:cNvSpPr>
          <p:nvPr/>
        </p:nvSpPr>
        <p:spPr>
          <a:xfrm xmlns:a="http://schemas.openxmlformats.org/drawingml/2006/main" rot="0">
            <a:off x="4513500" y="1084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3</a:t>
            </a:r>
          </a:p>
        </p:txBody>
      </p:sp>
      <p:sp>
        <p:nvSpPr>
          <p:cNvPr id="115" name="text-115">
            <a:extLst xmlns:a="http://schemas.openxmlformats.org/drawingml/2006/main">
              <a:ext uri="{FF2B5EF4-FFF2-40B4-BE49-F238E27FC236}">
                <a16:creationId xmlns:a16="http://schemas.microsoft.com/office/drawing/2014/main" id="{5557D47D-657D-4D97-8023-DE7535C04704}"/>
              </a:ext>
            </a:extLst>
          </p:cNvPr>
          <p:cNvSpPr>
            <a:spLocks xmlns:a="http://schemas.openxmlformats.org/drawingml/2006/main" noGrp="1"/>
          </p:cNvSpPr>
          <p:nvPr/>
        </p:nvSpPr>
        <p:spPr>
          <a:xfrm xmlns:a="http://schemas.openxmlformats.org/drawingml/2006/main" rot="0">
            <a:off x="4738500" y="2466000"/>
            <a:ext cx="15885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Predicted HI</a:t>
            </a:r>
          </a:p>
        </p:txBody>
      </p:sp>
      <p:sp>
        <p:nvSpPr>
          <p:cNvPr id="116" name="text-116">
            <a:extLst xmlns:a="http://schemas.openxmlformats.org/drawingml/2006/main">
              <a:ext uri="{FF2B5EF4-FFF2-40B4-BE49-F238E27FC236}">
                <a16:creationId xmlns:a16="http://schemas.microsoft.com/office/drawing/2014/main" id="{DB0BA765-383D-45A2-AC11-FA003ADBEA4C}"/>
              </a:ext>
            </a:extLst>
          </p:cNvPr>
          <p:cNvSpPr>
            <a:spLocks xmlns:a="http://schemas.openxmlformats.org/drawingml/2006/main" noGrp="1"/>
          </p:cNvSpPr>
          <p:nvPr/>
        </p:nvSpPr>
        <p:spPr>
          <a:xfrm xmlns:a="http://schemas.openxmlformats.org/drawingml/2006/main" rot="16200000">
            <a:off x="4045500" y="1638000"/>
            <a:ext cx="6750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Observed minus predicted</a:t>
            </a:r>
          </a:p>
        </p:txBody>
      </p:sp>
      <p:sp>
        <p:nvSpPr>
          <p:cNvPr id="117" name="data-path-117">
            <a:extLst xmlns:a="http://schemas.openxmlformats.org/drawingml/2006/main">
              <a:ext uri="{FF2B5EF4-FFF2-40B4-BE49-F238E27FC236}">
                <a16:creationId xmlns:a16="http://schemas.microsoft.com/office/drawing/2014/main" id="{B61A31F7-4635-492B-A3C2-539CE9ECB59F}"/>
              </a:ext>
            </a:extLst>
          </p:cNvPr>
          <p:cNvSpPr>
            <a:spLocks xmlns:a="http://schemas.openxmlformats.org/drawingml/2006/main" noGrp="1"/>
          </p:cNvSpPr>
          <p:nvPr/>
        </p:nvSpPr>
        <p:spPr>
          <a:xfrm xmlns:a="http://schemas.openxmlformats.org/drawingml/2006/main">
            <a:off x="4765500" y="1705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8100">
            <a:solidFill>
              <a:srgbClr val="87999E"/>
            </a:solidFill>
          </a:ln>
        </p:spPr>
      </p:sp>
      <p:sp>
        <p:nvSpPr>
          <p:cNvPr id="118" name="data-point-118">
            <a:extLst xmlns:a="http://schemas.openxmlformats.org/drawingml/2006/main">
              <a:ext uri="{FF2B5EF4-FFF2-40B4-BE49-F238E27FC236}">
                <a16:creationId xmlns:a16="http://schemas.microsoft.com/office/drawing/2014/main" id="{D3C98801-DDFE-4B02-9063-F6DB355E231F}"/>
              </a:ext>
            </a:extLst>
          </p:cNvPr>
          <p:cNvSpPr>
            <a:spLocks xmlns:a="http://schemas.openxmlformats.org/drawingml/2006/main" noGrp="1"/>
          </p:cNvSpPr>
          <p:nvPr/>
        </p:nvSpPr>
        <p:spPr>
          <a:xfrm xmlns:a="http://schemas.openxmlformats.org/drawingml/2006/main">
            <a:off x="5417811" y="1569543"/>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9" name="data-point-119">
            <a:extLst xmlns:a="http://schemas.openxmlformats.org/drawingml/2006/main">
              <a:ext uri="{FF2B5EF4-FFF2-40B4-BE49-F238E27FC236}">
                <a16:creationId xmlns:a16="http://schemas.microsoft.com/office/drawing/2014/main" id="{26ADB41E-0073-494B-9422-11CB3EF58C60}"/>
              </a:ext>
            </a:extLst>
          </p:cNvPr>
          <p:cNvSpPr>
            <a:spLocks xmlns:a="http://schemas.openxmlformats.org/drawingml/2006/main" noGrp="1"/>
          </p:cNvSpPr>
          <p:nvPr/>
        </p:nvSpPr>
        <p:spPr>
          <a:xfrm xmlns:a="http://schemas.openxmlformats.org/drawingml/2006/main">
            <a:off x="5538100" y="1789175"/>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0" name="data-point-120">
            <a:extLst xmlns:a="http://schemas.openxmlformats.org/drawingml/2006/main">
              <a:ext uri="{FF2B5EF4-FFF2-40B4-BE49-F238E27FC236}">
                <a16:creationId xmlns:a16="http://schemas.microsoft.com/office/drawing/2014/main" id="{73DB3E02-8EE7-4DD5-9184-EF5AE151DD35}"/>
              </a:ext>
            </a:extLst>
          </p:cNvPr>
          <p:cNvSpPr>
            <a:spLocks xmlns:a="http://schemas.openxmlformats.org/drawingml/2006/main" noGrp="1"/>
          </p:cNvSpPr>
          <p:nvPr/>
        </p:nvSpPr>
        <p:spPr>
          <a:xfrm xmlns:a="http://schemas.openxmlformats.org/drawingml/2006/main">
            <a:off x="5446642" y="1707466"/>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1" name="data-point-121">
            <a:extLst xmlns:a="http://schemas.openxmlformats.org/drawingml/2006/main">
              <a:ext uri="{FF2B5EF4-FFF2-40B4-BE49-F238E27FC236}">
                <a16:creationId xmlns:a16="http://schemas.microsoft.com/office/drawing/2014/main" id="{9DA951FA-6BC6-4BCB-A2CC-E7BEA0D27696}"/>
              </a:ext>
            </a:extLst>
          </p:cNvPr>
          <p:cNvSpPr>
            <a:spLocks xmlns:a="http://schemas.openxmlformats.org/drawingml/2006/main" noGrp="1"/>
          </p:cNvSpPr>
          <p:nvPr/>
        </p:nvSpPr>
        <p:spPr>
          <a:xfrm xmlns:a="http://schemas.openxmlformats.org/drawingml/2006/main">
            <a:off x="6138240" y="1651555"/>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2" name="data-point-122">
            <a:extLst xmlns:a="http://schemas.openxmlformats.org/drawingml/2006/main">
              <a:ext uri="{FF2B5EF4-FFF2-40B4-BE49-F238E27FC236}">
                <a16:creationId xmlns:a16="http://schemas.microsoft.com/office/drawing/2014/main" id="{F9F7CF85-3B2C-44BA-9873-CA4AF77AD32E}"/>
              </a:ext>
            </a:extLst>
          </p:cNvPr>
          <p:cNvSpPr>
            <a:spLocks xmlns:a="http://schemas.openxmlformats.org/drawingml/2006/main" noGrp="1"/>
          </p:cNvSpPr>
          <p:nvPr/>
        </p:nvSpPr>
        <p:spPr>
          <a:xfrm xmlns:a="http://schemas.openxmlformats.org/drawingml/2006/main">
            <a:off x="6143452" y="1696770"/>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3" name="data-point-123">
            <a:extLst xmlns:a="http://schemas.openxmlformats.org/drawingml/2006/main">
              <a:ext uri="{FF2B5EF4-FFF2-40B4-BE49-F238E27FC236}">
                <a16:creationId xmlns:a16="http://schemas.microsoft.com/office/drawing/2014/main" id="{B8D9FD53-2423-41FF-8CF0-F0745F94D74D}"/>
              </a:ext>
            </a:extLst>
          </p:cNvPr>
          <p:cNvSpPr>
            <a:spLocks xmlns:a="http://schemas.openxmlformats.org/drawingml/2006/main" noGrp="1"/>
          </p:cNvSpPr>
          <p:nvPr/>
        </p:nvSpPr>
        <p:spPr>
          <a:xfrm xmlns:a="http://schemas.openxmlformats.org/drawingml/2006/main">
            <a:off x="6089205" y="1645312"/>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4" name="data-point-124">
            <a:extLst xmlns:a="http://schemas.openxmlformats.org/drawingml/2006/main">
              <a:ext uri="{FF2B5EF4-FFF2-40B4-BE49-F238E27FC236}">
                <a16:creationId xmlns:a16="http://schemas.microsoft.com/office/drawing/2014/main" id="{BAE2B121-2600-4D68-9FCF-033F2EB8DD7F}"/>
              </a:ext>
            </a:extLst>
          </p:cNvPr>
          <p:cNvSpPr>
            <a:spLocks xmlns:a="http://schemas.openxmlformats.org/drawingml/2006/main" noGrp="1"/>
          </p:cNvSpPr>
          <p:nvPr/>
        </p:nvSpPr>
        <p:spPr>
          <a:xfrm xmlns:a="http://schemas.openxmlformats.org/drawingml/2006/main">
            <a:off x="5715588" y="1698131"/>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5" name="data-point-125">
            <a:extLst xmlns:a="http://schemas.openxmlformats.org/drawingml/2006/main">
              <a:ext uri="{FF2B5EF4-FFF2-40B4-BE49-F238E27FC236}">
                <a16:creationId xmlns:a16="http://schemas.microsoft.com/office/drawing/2014/main" id="{6FFA1775-9452-4161-A146-FF128FA65856}"/>
              </a:ext>
            </a:extLst>
          </p:cNvPr>
          <p:cNvSpPr>
            <a:spLocks xmlns:a="http://schemas.openxmlformats.org/drawingml/2006/main" noGrp="1"/>
          </p:cNvSpPr>
          <p:nvPr/>
        </p:nvSpPr>
        <p:spPr>
          <a:xfrm xmlns:a="http://schemas.openxmlformats.org/drawingml/2006/main">
            <a:off x="5704893" y="1511074"/>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6" name="data-point-126">
            <a:extLst xmlns:a="http://schemas.openxmlformats.org/drawingml/2006/main">
              <a:ext uri="{FF2B5EF4-FFF2-40B4-BE49-F238E27FC236}">
                <a16:creationId xmlns:a16="http://schemas.microsoft.com/office/drawing/2014/main" id="{7EBE853A-F7FA-4D16-9903-C5B23FC1BED8}"/>
              </a:ext>
            </a:extLst>
          </p:cNvPr>
          <p:cNvSpPr>
            <a:spLocks xmlns:a="http://schemas.openxmlformats.org/drawingml/2006/main" noGrp="1"/>
          </p:cNvSpPr>
          <p:nvPr/>
        </p:nvSpPr>
        <p:spPr>
          <a:xfrm xmlns:a="http://schemas.openxmlformats.org/drawingml/2006/main">
            <a:off x="5835541" y="1649124"/>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7" name="data-point-127">
            <a:extLst xmlns:a="http://schemas.openxmlformats.org/drawingml/2006/main">
              <a:ext uri="{FF2B5EF4-FFF2-40B4-BE49-F238E27FC236}">
                <a16:creationId xmlns:a16="http://schemas.microsoft.com/office/drawing/2014/main" id="{3E816265-6BEC-415E-8635-81A6F428F547}"/>
              </a:ext>
            </a:extLst>
          </p:cNvPr>
          <p:cNvSpPr>
            <a:spLocks xmlns:a="http://schemas.openxmlformats.org/drawingml/2006/main" noGrp="1"/>
          </p:cNvSpPr>
          <p:nvPr/>
        </p:nvSpPr>
        <p:spPr>
          <a:xfrm xmlns:a="http://schemas.openxmlformats.org/drawingml/2006/main">
            <a:off x="5552207" y="1741805"/>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8" name="data-point-128">
            <a:extLst xmlns:a="http://schemas.openxmlformats.org/drawingml/2006/main">
              <a:ext uri="{FF2B5EF4-FFF2-40B4-BE49-F238E27FC236}">
                <a16:creationId xmlns:a16="http://schemas.microsoft.com/office/drawing/2014/main" id="{B323DA45-83E3-4AE2-B29F-C818CC7B18C5}"/>
              </a:ext>
            </a:extLst>
          </p:cNvPr>
          <p:cNvSpPr>
            <a:spLocks xmlns:a="http://schemas.openxmlformats.org/drawingml/2006/main" noGrp="1"/>
          </p:cNvSpPr>
          <p:nvPr/>
        </p:nvSpPr>
        <p:spPr>
          <a:xfrm xmlns:a="http://schemas.openxmlformats.org/drawingml/2006/main">
            <a:off x="5483631" y="1436892"/>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9" name="data-point-129">
            <a:extLst xmlns:a="http://schemas.openxmlformats.org/drawingml/2006/main">
              <a:ext uri="{FF2B5EF4-FFF2-40B4-BE49-F238E27FC236}">
                <a16:creationId xmlns:a16="http://schemas.microsoft.com/office/drawing/2014/main" id="{80252D3B-3C6C-42ED-903C-9919DAA2D86D}"/>
              </a:ext>
            </a:extLst>
          </p:cNvPr>
          <p:cNvSpPr>
            <a:spLocks xmlns:a="http://schemas.openxmlformats.org/drawingml/2006/main" noGrp="1"/>
          </p:cNvSpPr>
          <p:nvPr/>
        </p:nvSpPr>
        <p:spPr>
          <a:xfrm xmlns:a="http://schemas.openxmlformats.org/drawingml/2006/main">
            <a:off x="5700094" y="1773717"/>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0" name="data-point-130">
            <a:extLst xmlns:a="http://schemas.openxmlformats.org/drawingml/2006/main">
              <a:ext uri="{FF2B5EF4-FFF2-40B4-BE49-F238E27FC236}">
                <a16:creationId xmlns:a16="http://schemas.microsoft.com/office/drawing/2014/main" id="{120B6CF8-E010-4784-9808-FCBB853CCB8C}"/>
              </a:ext>
            </a:extLst>
          </p:cNvPr>
          <p:cNvSpPr>
            <a:spLocks xmlns:a="http://schemas.openxmlformats.org/drawingml/2006/main" noGrp="1"/>
          </p:cNvSpPr>
          <p:nvPr/>
        </p:nvSpPr>
        <p:spPr>
          <a:xfrm xmlns:a="http://schemas.openxmlformats.org/drawingml/2006/main">
            <a:off x="5598448" y="1684163"/>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1" name="data-point-131">
            <a:extLst xmlns:a="http://schemas.openxmlformats.org/drawingml/2006/main">
              <a:ext uri="{FF2B5EF4-FFF2-40B4-BE49-F238E27FC236}">
                <a16:creationId xmlns:a16="http://schemas.microsoft.com/office/drawing/2014/main" id="{C48980DE-74DE-4EF0-9ADB-6278EAA109A2}"/>
              </a:ext>
            </a:extLst>
          </p:cNvPr>
          <p:cNvSpPr>
            <a:spLocks xmlns:a="http://schemas.openxmlformats.org/drawingml/2006/main" noGrp="1"/>
          </p:cNvSpPr>
          <p:nvPr/>
        </p:nvSpPr>
        <p:spPr>
          <a:xfrm xmlns:a="http://schemas.openxmlformats.org/drawingml/2006/main">
            <a:off x="5617309" y="1700269"/>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2" name="data-point-132">
            <a:extLst xmlns:a="http://schemas.openxmlformats.org/drawingml/2006/main">
              <a:ext uri="{FF2B5EF4-FFF2-40B4-BE49-F238E27FC236}">
                <a16:creationId xmlns:a16="http://schemas.microsoft.com/office/drawing/2014/main" id="{83CAFC24-94C7-4F45-BA9A-2DCD35672A84}"/>
              </a:ext>
            </a:extLst>
          </p:cNvPr>
          <p:cNvSpPr>
            <a:spLocks xmlns:a="http://schemas.openxmlformats.org/drawingml/2006/main" noGrp="1"/>
          </p:cNvSpPr>
          <p:nvPr/>
        </p:nvSpPr>
        <p:spPr>
          <a:xfrm xmlns:a="http://schemas.openxmlformats.org/drawingml/2006/main">
            <a:off x="5590576" y="1558234"/>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3" name="data-point-133">
            <a:extLst xmlns:a="http://schemas.openxmlformats.org/drawingml/2006/main">
              <a:ext uri="{FF2B5EF4-FFF2-40B4-BE49-F238E27FC236}">
                <a16:creationId xmlns:a16="http://schemas.microsoft.com/office/drawing/2014/main" id="{1E6C0F8A-7C0B-4F20-BB79-2607896DE3CC}"/>
              </a:ext>
            </a:extLst>
          </p:cNvPr>
          <p:cNvSpPr>
            <a:spLocks xmlns:a="http://schemas.openxmlformats.org/drawingml/2006/main" noGrp="1"/>
          </p:cNvSpPr>
          <p:nvPr/>
        </p:nvSpPr>
        <p:spPr>
          <a:xfrm xmlns:a="http://schemas.openxmlformats.org/drawingml/2006/main">
            <a:off x="5660268" y="1576377"/>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4" name="data-point-134">
            <a:extLst xmlns:a="http://schemas.openxmlformats.org/drawingml/2006/main">
              <a:ext uri="{FF2B5EF4-FFF2-40B4-BE49-F238E27FC236}">
                <a16:creationId xmlns:a16="http://schemas.microsoft.com/office/drawing/2014/main" id="{BA8A4A53-B356-4A45-98EC-9E25E178DA43}"/>
              </a:ext>
            </a:extLst>
          </p:cNvPr>
          <p:cNvSpPr>
            <a:spLocks xmlns:a="http://schemas.openxmlformats.org/drawingml/2006/main" noGrp="1"/>
          </p:cNvSpPr>
          <p:nvPr/>
        </p:nvSpPr>
        <p:spPr>
          <a:xfrm xmlns:a="http://schemas.openxmlformats.org/drawingml/2006/main">
            <a:off x="5753942" y="1399871"/>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5" name="data-point-135">
            <a:extLst xmlns:a="http://schemas.openxmlformats.org/drawingml/2006/main">
              <a:ext uri="{FF2B5EF4-FFF2-40B4-BE49-F238E27FC236}">
                <a16:creationId xmlns:a16="http://schemas.microsoft.com/office/drawing/2014/main" id="{5B86AE9F-0262-4E83-8D53-0286CD0A3858}"/>
              </a:ext>
            </a:extLst>
          </p:cNvPr>
          <p:cNvSpPr>
            <a:spLocks xmlns:a="http://schemas.openxmlformats.org/drawingml/2006/main" noGrp="1"/>
          </p:cNvSpPr>
          <p:nvPr/>
        </p:nvSpPr>
        <p:spPr>
          <a:xfrm xmlns:a="http://schemas.openxmlformats.org/drawingml/2006/main">
            <a:off x="6008545" y="1725516"/>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6" name="data-point-136">
            <a:extLst xmlns:a="http://schemas.openxmlformats.org/drawingml/2006/main">
              <a:ext uri="{FF2B5EF4-FFF2-40B4-BE49-F238E27FC236}">
                <a16:creationId xmlns:a16="http://schemas.microsoft.com/office/drawing/2014/main" id="{2FBC545F-7F62-47C4-95ED-C0EF6703FEC9}"/>
              </a:ext>
            </a:extLst>
          </p:cNvPr>
          <p:cNvSpPr>
            <a:spLocks xmlns:a="http://schemas.openxmlformats.org/drawingml/2006/main" noGrp="1"/>
          </p:cNvSpPr>
          <p:nvPr/>
        </p:nvSpPr>
        <p:spPr>
          <a:xfrm xmlns:a="http://schemas.openxmlformats.org/drawingml/2006/main">
            <a:off x="5552831" y="1706683"/>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7" name="data-point-137">
            <a:extLst xmlns:a="http://schemas.openxmlformats.org/drawingml/2006/main">
              <a:ext uri="{FF2B5EF4-FFF2-40B4-BE49-F238E27FC236}">
                <a16:creationId xmlns:a16="http://schemas.microsoft.com/office/drawing/2014/main" id="{BC2DE34E-6AEB-4757-8494-08EE942CC3BC}"/>
              </a:ext>
            </a:extLst>
          </p:cNvPr>
          <p:cNvSpPr>
            <a:spLocks xmlns:a="http://schemas.openxmlformats.org/drawingml/2006/main" noGrp="1"/>
          </p:cNvSpPr>
          <p:nvPr/>
        </p:nvSpPr>
        <p:spPr>
          <a:xfrm xmlns:a="http://schemas.openxmlformats.org/drawingml/2006/main">
            <a:off x="5553975" y="1695223"/>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8" name="data-point-138">
            <a:extLst xmlns:a="http://schemas.openxmlformats.org/drawingml/2006/main">
              <a:ext uri="{FF2B5EF4-FFF2-40B4-BE49-F238E27FC236}">
                <a16:creationId xmlns:a16="http://schemas.microsoft.com/office/drawing/2014/main" id="{B163C9C4-5EB4-4EAD-85E8-8A0DCB697930}"/>
              </a:ext>
            </a:extLst>
          </p:cNvPr>
          <p:cNvSpPr>
            <a:spLocks xmlns:a="http://schemas.openxmlformats.org/drawingml/2006/main" noGrp="1"/>
          </p:cNvSpPr>
          <p:nvPr/>
        </p:nvSpPr>
        <p:spPr>
          <a:xfrm xmlns:a="http://schemas.openxmlformats.org/drawingml/2006/main">
            <a:off x="5366099" y="1851030"/>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9" name="data-point-139">
            <a:extLst xmlns:a="http://schemas.openxmlformats.org/drawingml/2006/main">
              <a:ext uri="{FF2B5EF4-FFF2-40B4-BE49-F238E27FC236}">
                <a16:creationId xmlns:a16="http://schemas.microsoft.com/office/drawing/2014/main" id="{46AF6DE6-30C4-453C-AC24-DD7075DCEB2D}"/>
              </a:ext>
            </a:extLst>
          </p:cNvPr>
          <p:cNvSpPr>
            <a:spLocks xmlns:a="http://schemas.openxmlformats.org/drawingml/2006/main" noGrp="1"/>
          </p:cNvSpPr>
          <p:nvPr/>
        </p:nvSpPr>
        <p:spPr>
          <a:xfrm xmlns:a="http://schemas.openxmlformats.org/drawingml/2006/main">
            <a:off x="5233509" y="1741770"/>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40" name="data-point-140">
            <a:extLst xmlns:a="http://schemas.openxmlformats.org/drawingml/2006/main">
              <a:ext uri="{FF2B5EF4-FFF2-40B4-BE49-F238E27FC236}">
                <a16:creationId xmlns:a16="http://schemas.microsoft.com/office/drawing/2014/main" id="{14BE2E62-099E-42C1-9EA5-89E30BC15CEB}"/>
              </a:ext>
            </a:extLst>
          </p:cNvPr>
          <p:cNvSpPr>
            <a:spLocks xmlns:a="http://schemas.openxmlformats.org/drawingml/2006/main" noGrp="1"/>
          </p:cNvSpPr>
          <p:nvPr/>
        </p:nvSpPr>
        <p:spPr>
          <a:xfrm xmlns:a="http://schemas.openxmlformats.org/drawingml/2006/main">
            <a:off x="5606060" y="1706285"/>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41" name="data-point-141">
            <a:extLst xmlns:a="http://schemas.openxmlformats.org/drawingml/2006/main">
              <a:ext uri="{FF2B5EF4-FFF2-40B4-BE49-F238E27FC236}">
                <a16:creationId xmlns:a16="http://schemas.microsoft.com/office/drawing/2014/main" id="{E29A0F22-46BB-462E-9968-CA2E0D83AAEF}"/>
              </a:ext>
            </a:extLst>
          </p:cNvPr>
          <p:cNvSpPr>
            <a:spLocks xmlns:a="http://schemas.openxmlformats.org/drawingml/2006/main" noGrp="1"/>
          </p:cNvSpPr>
          <p:nvPr/>
        </p:nvSpPr>
        <p:spPr>
          <a:xfrm xmlns:a="http://schemas.openxmlformats.org/drawingml/2006/main">
            <a:off x="5584945" y="1762507"/>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42" name="data-point-142">
            <a:extLst xmlns:a="http://schemas.openxmlformats.org/drawingml/2006/main">
              <a:ext uri="{FF2B5EF4-FFF2-40B4-BE49-F238E27FC236}">
                <a16:creationId xmlns:a16="http://schemas.microsoft.com/office/drawing/2014/main" id="{A7D5E05C-E234-46D9-812F-9568AE68E258}"/>
              </a:ext>
            </a:extLst>
          </p:cNvPr>
          <p:cNvSpPr>
            <a:spLocks xmlns:a="http://schemas.openxmlformats.org/drawingml/2006/main" noGrp="1"/>
          </p:cNvSpPr>
          <p:nvPr/>
        </p:nvSpPr>
        <p:spPr>
          <a:xfrm xmlns:a="http://schemas.openxmlformats.org/drawingml/2006/main">
            <a:off x="5652932" y="1683320"/>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43" name="data-point-143">
            <a:extLst xmlns:a="http://schemas.openxmlformats.org/drawingml/2006/main">
              <a:ext uri="{FF2B5EF4-FFF2-40B4-BE49-F238E27FC236}">
                <a16:creationId xmlns:a16="http://schemas.microsoft.com/office/drawing/2014/main" id="{45C0AFBE-5E21-4409-BAAE-6E8E11832B66}"/>
              </a:ext>
            </a:extLst>
          </p:cNvPr>
          <p:cNvSpPr>
            <a:spLocks xmlns:a="http://schemas.openxmlformats.org/drawingml/2006/main" noGrp="1"/>
          </p:cNvSpPr>
          <p:nvPr/>
        </p:nvSpPr>
        <p:spPr>
          <a:xfrm xmlns:a="http://schemas.openxmlformats.org/drawingml/2006/main">
            <a:off x="5649971" y="1719115"/>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44" name="data-point-144">
            <a:extLst xmlns:a="http://schemas.openxmlformats.org/drawingml/2006/main">
              <a:ext uri="{FF2B5EF4-FFF2-40B4-BE49-F238E27FC236}">
                <a16:creationId xmlns:a16="http://schemas.microsoft.com/office/drawing/2014/main" id="{7B92EC0F-1F74-4020-832D-22AFD9EA5945}"/>
              </a:ext>
            </a:extLst>
          </p:cNvPr>
          <p:cNvSpPr>
            <a:spLocks xmlns:a="http://schemas.openxmlformats.org/drawingml/2006/main" noGrp="1"/>
          </p:cNvSpPr>
          <p:nvPr/>
        </p:nvSpPr>
        <p:spPr>
          <a:xfrm xmlns:a="http://schemas.openxmlformats.org/drawingml/2006/main">
            <a:off x="5686805" y="1746036"/>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45" name="data-point-145">
            <a:extLst xmlns:a="http://schemas.openxmlformats.org/drawingml/2006/main">
              <a:ext uri="{FF2B5EF4-FFF2-40B4-BE49-F238E27FC236}">
                <a16:creationId xmlns:a16="http://schemas.microsoft.com/office/drawing/2014/main" id="{3BF2DF6A-2FDE-47DB-AEFE-90A4FD565D5B}"/>
              </a:ext>
            </a:extLst>
          </p:cNvPr>
          <p:cNvSpPr>
            <a:spLocks xmlns:a="http://schemas.openxmlformats.org/drawingml/2006/main" noGrp="1"/>
          </p:cNvSpPr>
          <p:nvPr/>
        </p:nvSpPr>
        <p:spPr>
          <a:xfrm xmlns:a="http://schemas.openxmlformats.org/drawingml/2006/main">
            <a:off x="5652673" y="1746361"/>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46" name="data-point-146">
            <a:extLst xmlns:a="http://schemas.openxmlformats.org/drawingml/2006/main">
              <a:ext uri="{FF2B5EF4-FFF2-40B4-BE49-F238E27FC236}">
                <a16:creationId xmlns:a16="http://schemas.microsoft.com/office/drawing/2014/main" id="{B387D78C-1715-421F-9675-15543D3D7368}"/>
              </a:ext>
            </a:extLst>
          </p:cNvPr>
          <p:cNvSpPr>
            <a:spLocks xmlns:a="http://schemas.openxmlformats.org/drawingml/2006/main" noGrp="1"/>
          </p:cNvSpPr>
          <p:nvPr/>
        </p:nvSpPr>
        <p:spPr>
          <a:xfrm xmlns:a="http://schemas.openxmlformats.org/drawingml/2006/main">
            <a:off x="5432729" y="1776778"/>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47" name="data-point-147">
            <a:extLst xmlns:a="http://schemas.openxmlformats.org/drawingml/2006/main">
              <a:ext uri="{FF2B5EF4-FFF2-40B4-BE49-F238E27FC236}">
                <a16:creationId xmlns:a16="http://schemas.microsoft.com/office/drawing/2014/main" id="{B328C5A3-218E-46D5-915E-5985FC6F9AA1}"/>
              </a:ext>
            </a:extLst>
          </p:cNvPr>
          <p:cNvSpPr>
            <a:spLocks xmlns:a="http://schemas.openxmlformats.org/drawingml/2006/main" noGrp="1"/>
          </p:cNvSpPr>
          <p:nvPr/>
        </p:nvSpPr>
        <p:spPr>
          <a:xfrm xmlns:a="http://schemas.openxmlformats.org/drawingml/2006/main">
            <a:off x="5290349" y="1563071"/>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48" name="data-point-148">
            <a:extLst xmlns:a="http://schemas.openxmlformats.org/drawingml/2006/main">
              <a:ext uri="{FF2B5EF4-FFF2-40B4-BE49-F238E27FC236}">
                <a16:creationId xmlns:a16="http://schemas.microsoft.com/office/drawing/2014/main" id="{9956BC3A-17A7-404B-996D-4C2ABB484A24}"/>
              </a:ext>
            </a:extLst>
          </p:cNvPr>
          <p:cNvSpPr>
            <a:spLocks xmlns:a="http://schemas.openxmlformats.org/drawingml/2006/main" noGrp="1"/>
          </p:cNvSpPr>
          <p:nvPr/>
        </p:nvSpPr>
        <p:spPr>
          <a:xfrm xmlns:a="http://schemas.openxmlformats.org/drawingml/2006/main">
            <a:off x="5686514" y="1860226"/>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49" name="data-point-149">
            <a:extLst xmlns:a="http://schemas.openxmlformats.org/drawingml/2006/main">
              <a:ext uri="{FF2B5EF4-FFF2-40B4-BE49-F238E27FC236}">
                <a16:creationId xmlns:a16="http://schemas.microsoft.com/office/drawing/2014/main" id="{80A7AFB9-4A2B-4DB7-9F2C-95AA0408FF7E}"/>
              </a:ext>
            </a:extLst>
          </p:cNvPr>
          <p:cNvSpPr>
            <a:spLocks xmlns:a="http://schemas.openxmlformats.org/drawingml/2006/main" noGrp="1"/>
          </p:cNvSpPr>
          <p:nvPr/>
        </p:nvSpPr>
        <p:spPr>
          <a:xfrm xmlns:a="http://schemas.openxmlformats.org/drawingml/2006/main">
            <a:off x="5526756" y="1439877"/>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50" name="data-point-150">
            <a:extLst xmlns:a="http://schemas.openxmlformats.org/drawingml/2006/main">
              <a:ext uri="{FF2B5EF4-FFF2-40B4-BE49-F238E27FC236}">
                <a16:creationId xmlns:a16="http://schemas.microsoft.com/office/drawing/2014/main" id="{57365DF2-0AEC-442D-B98D-1D04FF9F09DA}"/>
              </a:ext>
            </a:extLst>
          </p:cNvPr>
          <p:cNvSpPr>
            <a:spLocks xmlns:a="http://schemas.openxmlformats.org/drawingml/2006/main" noGrp="1"/>
          </p:cNvSpPr>
          <p:nvPr/>
        </p:nvSpPr>
        <p:spPr>
          <a:xfrm xmlns:a="http://schemas.openxmlformats.org/drawingml/2006/main">
            <a:off x="5709459" y="1670390"/>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51" name="data-point-151">
            <a:extLst xmlns:a="http://schemas.openxmlformats.org/drawingml/2006/main">
              <a:ext uri="{FF2B5EF4-FFF2-40B4-BE49-F238E27FC236}">
                <a16:creationId xmlns:a16="http://schemas.microsoft.com/office/drawing/2014/main" id="{0ABD65D3-A4A7-4849-AF48-D015A3A22C5D}"/>
              </a:ext>
            </a:extLst>
          </p:cNvPr>
          <p:cNvSpPr>
            <a:spLocks xmlns:a="http://schemas.openxmlformats.org/drawingml/2006/main" noGrp="1"/>
          </p:cNvSpPr>
          <p:nvPr/>
        </p:nvSpPr>
        <p:spPr>
          <a:xfrm xmlns:a="http://schemas.openxmlformats.org/drawingml/2006/main">
            <a:off x="5607041" y="1505011"/>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52" name="data-point-152">
            <a:extLst xmlns:a="http://schemas.openxmlformats.org/drawingml/2006/main">
              <a:ext uri="{FF2B5EF4-FFF2-40B4-BE49-F238E27FC236}">
                <a16:creationId xmlns:a16="http://schemas.microsoft.com/office/drawing/2014/main" id="{8A39F418-9755-4106-9D49-4FFB6526D030}"/>
              </a:ext>
            </a:extLst>
          </p:cNvPr>
          <p:cNvSpPr>
            <a:spLocks xmlns:a="http://schemas.openxmlformats.org/drawingml/2006/main" noGrp="1"/>
          </p:cNvSpPr>
          <p:nvPr/>
        </p:nvSpPr>
        <p:spPr>
          <a:xfrm xmlns:a="http://schemas.openxmlformats.org/drawingml/2006/main">
            <a:off x="5728095" y="1579775"/>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53" name="data-point-153">
            <a:extLst xmlns:a="http://schemas.openxmlformats.org/drawingml/2006/main">
              <a:ext uri="{FF2B5EF4-FFF2-40B4-BE49-F238E27FC236}">
                <a16:creationId xmlns:a16="http://schemas.microsoft.com/office/drawing/2014/main" id="{63088157-D234-46BD-8B34-9E0F1F403029}"/>
              </a:ext>
            </a:extLst>
          </p:cNvPr>
          <p:cNvSpPr>
            <a:spLocks xmlns:a="http://schemas.openxmlformats.org/drawingml/2006/main" noGrp="1"/>
          </p:cNvSpPr>
          <p:nvPr/>
        </p:nvSpPr>
        <p:spPr>
          <a:xfrm xmlns:a="http://schemas.openxmlformats.org/drawingml/2006/main">
            <a:off x="5835458" y="1964103"/>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54" name="data-point-154">
            <a:extLst xmlns:a="http://schemas.openxmlformats.org/drawingml/2006/main">
              <a:ext uri="{FF2B5EF4-FFF2-40B4-BE49-F238E27FC236}">
                <a16:creationId xmlns:a16="http://schemas.microsoft.com/office/drawing/2014/main" id="{317F6F7A-D65B-4C39-8BDA-9CE38B577A05}"/>
              </a:ext>
            </a:extLst>
          </p:cNvPr>
          <p:cNvSpPr>
            <a:spLocks xmlns:a="http://schemas.openxmlformats.org/drawingml/2006/main" noGrp="1"/>
          </p:cNvSpPr>
          <p:nvPr/>
        </p:nvSpPr>
        <p:spPr>
          <a:xfrm xmlns:a="http://schemas.openxmlformats.org/drawingml/2006/main">
            <a:off x="5216105" y="1783823"/>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55" name="data-point-155">
            <a:extLst xmlns:a="http://schemas.openxmlformats.org/drawingml/2006/main">
              <a:ext uri="{FF2B5EF4-FFF2-40B4-BE49-F238E27FC236}">
                <a16:creationId xmlns:a16="http://schemas.microsoft.com/office/drawing/2014/main" id="{6CD69412-544B-45A7-BEA9-F92C7FFB561D}"/>
              </a:ext>
            </a:extLst>
          </p:cNvPr>
          <p:cNvSpPr>
            <a:spLocks xmlns:a="http://schemas.openxmlformats.org/drawingml/2006/main" noGrp="1"/>
          </p:cNvSpPr>
          <p:nvPr/>
        </p:nvSpPr>
        <p:spPr>
          <a:xfrm xmlns:a="http://schemas.openxmlformats.org/drawingml/2006/main">
            <a:off x="5152539" y="1633239"/>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56" name="data-point-156">
            <a:extLst xmlns:a="http://schemas.openxmlformats.org/drawingml/2006/main">
              <a:ext uri="{FF2B5EF4-FFF2-40B4-BE49-F238E27FC236}">
                <a16:creationId xmlns:a16="http://schemas.microsoft.com/office/drawing/2014/main" id="{8DAD5E32-0C66-4459-AB2B-5F82FC245101}"/>
              </a:ext>
            </a:extLst>
          </p:cNvPr>
          <p:cNvSpPr>
            <a:spLocks xmlns:a="http://schemas.openxmlformats.org/drawingml/2006/main" noGrp="1"/>
          </p:cNvSpPr>
          <p:nvPr/>
        </p:nvSpPr>
        <p:spPr>
          <a:xfrm xmlns:a="http://schemas.openxmlformats.org/drawingml/2006/main">
            <a:off x="5216437" y="1729626"/>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57" name="data-point-157">
            <a:extLst xmlns:a="http://schemas.openxmlformats.org/drawingml/2006/main">
              <a:ext uri="{FF2B5EF4-FFF2-40B4-BE49-F238E27FC236}">
                <a16:creationId xmlns:a16="http://schemas.microsoft.com/office/drawing/2014/main" id="{E4BAB239-786F-449E-8271-AAC372D3D76A}"/>
              </a:ext>
            </a:extLst>
          </p:cNvPr>
          <p:cNvSpPr>
            <a:spLocks xmlns:a="http://schemas.openxmlformats.org/drawingml/2006/main" noGrp="1"/>
          </p:cNvSpPr>
          <p:nvPr/>
        </p:nvSpPr>
        <p:spPr>
          <a:xfrm xmlns:a="http://schemas.openxmlformats.org/drawingml/2006/main">
            <a:off x="5599475" y="1797776"/>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58" name="data-point-158">
            <a:extLst xmlns:a="http://schemas.openxmlformats.org/drawingml/2006/main">
              <a:ext uri="{FF2B5EF4-FFF2-40B4-BE49-F238E27FC236}">
                <a16:creationId xmlns:a16="http://schemas.microsoft.com/office/drawing/2014/main" id="{82451352-1E5E-4BBB-A2F5-6BFE27FB6010}"/>
              </a:ext>
            </a:extLst>
          </p:cNvPr>
          <p:cNvSpPr>
            <a:spLocks xmlns:a="http://schemas.openxmlformats.org/drawingml/2006/main" noGrp="1"/>
          </p:cNvSpPr>
          <p:nvPr/>
        </p:nvSpPr>
        <p:spPr>
          <a:xfrm xmlns:a="http://schemas.openxmlformats.org/drawingml/2006/main">
            <a:off x="5475387" y="1610228"/>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59" name="data-point-159">
            <a:extLst xmlns:a="http://schemas.openxmlformats.org/drawingml/2006/main">
              <a:ext uri="{FF2B5EF4-FFF2-40B4-BE49-F238E27FC236}">
                <a16:creationId xmlns:a16="http://schemas.microsoft.com/office/drawing/2014/main" id="{09CFF37D-4ADB-4038-AE97-93754752E1D6}"/>
              </a:ext>
            </a:extLst>
          </p:cNvPr>
          <p:cNvSpPr>
            <a:spLocks xmlns:a="http://schemas.openxmlformats.org/drawingml/2006/main" noGrp="1"/>
          </p:cNvSpPr>
          <p:nvPr/>
        </p:nvSpPr>
        <p:spPr>
          <a:xfrm xmlns:a="http://schemas.openxmlformats.org/drawingml/2006/main">
            <a:off x="5549758" y="1724147"/>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60" name="data-point-160">
            <a:extLst xmlns:a="http://schemas.openxmlformats.org/drawingml/2006/main">
              <a:ext uri="{FF2B5EF4-FFF2-40B4-BE49-F238E27FC236}">
                <a16:creationId xmlns:a16="http://schemas.microsoft.com/office/drawing/2014/main" id="{A588FA28-341A-493C-85A0-457467D4FB2A}"/>
              </a:ext>
            </a:extLst>
          </p:cNvPr>
          <p:cNvSpPr>
            <a:spLocks xmlns:a="http://schemas.openxmlformats.org/drawingml/2006/main" noGrp="1"/>
          </p:cNvSpPr>
          <p:nvPr/>
        </p:nvSpPr>
        <p:spPr>
          <a:xfrm xmlns:a="http://schemas.openxmlformats.org/drawingml/2006/main">
            <a:off x="5418302" y="1757280"/>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61" name="data-point-161">
            <a:extLst xmlns:a="http://schemas.openxmlformats.org/drawingml/2006/main">
              <a:ext uri="{FF2B5EF4-FFF2-40B4-BE49-F238E27FC236}">
                <a16:creationId xmlns:a16="http://schemas.microsoft.com/office/drawing/2014/main" id="{D5DCF657-ACDA-447B-AAB7-BEAC5812091B}"/>
              </a:ext>
            </a:extLst>
          </p:cNvPr>
          <p:cNvSpPr>
            <a:spLocks xmlns:a="http://schemas.openxmlformats.org/drawingml/2006/main" noGrp="1"/>
          </p:cNvSpPr>
          <p:nvPr/>
        </p:nvSpPr>
        <p:spPr>
          <a:xfrm xmlns:a="http://schemas.openxmlformats.org/drawingml/2006/main">
            <a:off x="5365933" y="1559587"/>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62" name="data-point-162">
            <a:extLst xmlns:a="http://schemas.openxmlformats.org/drawingml/2006/main">
              <a:ext uri="{FF2B5EF4-FFF2-40B4-BE49-F238E27FC236}">
                <a16:creationId xmlns:a16="http://schemas.microsoft.com/office/drawing/2014/main" id="{8BB58BDF-EDC0-4922-8FA1-232CD0293D2E}"/>
              </a:ext>
            </a:extLst>
          </p:cNvPr>
          <p:cNvSpPr>
            <a:spLocks xmlns:a="http://schemas.openxmlformats.org/drawingml/2006/main" noGrp="1"/>
          </p:cNvSpPr>
          <p:nvPr/>
        </p:nvSpPr>
        <p:spPr>
          <a:xfrm xmlns:a="http://schemas.openxmlformats.org/drawingml/2006/main">
            <a:off x="5294696" y="1839785"/>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63" name="data-point-163">
            <a:extLst xmlns:a="http://schemas.openxmlformats.org/drawingml/2006/main">
              <a:ext uri="{FF2B5EF4-FFF2-40B4-BE49-F238E27FC236}">
                <a16:creationId xmlns:a16="http://schemas.microsoft.com/office/drawing/2014/main" id="{9140ADF6-8AEE-48EA-85BD-2D622B337252}"/>
              </a:ext>
            </a:extLst>
          </p:cNvPr>
          <p:cNvSpPr>
            <a:spLocks xmlns:a="http://schemas.openxmlformats.org/drawingml/2006/main" noGrp="1"/>
          </p:cNvSpPr>
          <p:nvPr/>
        </p:nvSpPr>
        <p:spPr>
          <a:xfrm xmlns:a="http://schemas.openxmlformats.org/drawingml/2006/main">
            <a:off x="5191530" y="1730033"/>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64" name="data-point-164">
            <a:extLst xmlns:a="http://schemas.openxmlformats.org/drawingml/2006/main">
              <a:ext uri="{FF2B5EF4-FFF2-40B4-BE49-F238E27FC236}">
                <a16:creationId xmlns:a16="http://schemas.microsoft.com/office/drawing/2014/main" id="{FBC490A6-2AD5-44F5-B8D9-F9615DC15D1F}"/>
              </a:ext>
            </a:extLst>
          </p:cNvPr>
          <p:cNvSpPr>
            <a:spLocks xmlns:a="http://schemas.openxmlformats.org/drawingml/2006/main" noGrp="1"/>
          </p:cNvSpPr>
          <p:nvPr/>
        </p:nvSpPr>
        <p:spPr>
          <a:xfrm xmlns:a="http://schemas.openxmlformats.org/drawingml/2006/main">
            <a:off x="5165137" y="1650489"/>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65" name="data-point-165">
            <a:extLst xmlns:a="http://schemas.openxmlformats.org/drawingml/2006/main">
              <a:ext uri="{FF2B5EF4-FFF2-40B4-BE49-F238E27FC236}">
                <a16:creationId xmlns:a16="http://schemas.microsoft.com/office/drawing/2014/main" id="{B95B06AB-F43E-4C25-9E11-FB38F588BB31}"/>
              </a:ext>
            </a:extLst>
          </p:cNvPr>
          <p:cNvSpPr>
            <a:spLocks xmlns:a="http://schemas.openxmlformats.org/drawingml/2006/main" noGrp="1"/>
          </p:cNvSpPr>
          <p:nvPr/>
        </p:nvSpPr>
        <p:spPr>
          <a:xfrm xmlns:a="http://schemas.openxmlformats.org/drawingml/2006/main">
            <a:off x="5906500" y="1594905"/>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66" name="data-point-166">
            <a:extLst xmlns:a="http://schemas.openxmlformats.org/drawingml/2006/main">
              <a:ext uri="{FF2B5EF4-FFF2-40B4-BE49-F238E27FC236}">
                <a16:creationId xmlns:a16="http://schemas.microsoft.com/office/drawing/2014/main" id="{E85D41B4-8A50-4EF8-8EF0-0F5A6A6A0817}"/>
              </a:ext>
            </a:extLst>
          </p:cNvPr>
          <p:cNvSpPr>
            <a:spLocks xmlns:a="http://schemas.openxmlformats.org/drawingml/2006/main" noGrp="1"/>
          </p:cNvSpPr>
          <p:nvPr/>
        </p:nvSpPr>
        <p:spPr>
          <a:xfrm xmlns:a="http://schemas.openxmlformats.org/drawingml/2006/main">
            <a:off x="5976462" y="1770853"/>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67" name="data-point-167">
            <a:extLst xmlns:a="http://schemas.openxmlformats.org/drawingml/2006/main">
              <a:ext uri="{FF2B5EF4-FFF2-40B4-BE49-F238E27FC236}">
                <a16:creationId xmlns:a16="http://schemas.microsoft.com/office/drawing/2014/main" id="{57FE446E-1B5F-4F97-80CF-D5FAEF34CF09}"/>
              </a:ext>
            </a:extLst>
          </p:cNvPr>
          <p:cNvSpPr>
            <a:spLocks xmlns:a="http://schemas.openxmlformats.org/drawingml/2006/main" noGrp="1"/>
          </p:cNvSpPr>
          <p:nvPr/>
        </p:nvSpPr>
        <p:spPr>
          <a:xfrm xmlns:a="http://schemas.openxmlformats.org/drawingml/2006/main">
            <a:off x="5861680" y="1661887"/>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68" name="data-point-168">
            <a:extLst xmlns:a="http://schemas.openxmlformats.org/drawingml/2006/main">
              <a:ext uri="{FF2B5EF4-FFF2-40B4-BE49-F238E27FC236}">
                <a16:creationId xmlns:a16="http://schemas.microsoft.com/office/drawing/2014/main" id="{17BC45E2-91BD-439C-B142-CF932228126F}"/>
              </a:ext>
            </a:extLst>
          </p:cNvPr>
          <p:cNvSpPr>
            <a:spLocks xmlns:a="http://schemas.openxmlformats.org/drawingml/2006/main" noGrp="1"/>
          </p:cNvSpPr>
          <p:nvPr/>
        </p:nvSpPr>
        <p:spPr>
          <a:xfrm xmlns:a="http://schemas.openxmlformats.org/drawingml/2006/main">
            <a:off x="5860226" y="1675897"/>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69" name="data-point-169">
            <a:extLst xmlns:a="http://schemas.openxmlformats.org/drawingml/2006/main">
              <a:ext uri="{FF2B5EF4-FFF2-40B4-BE49-F238E27FC236}">
                <a16:creationId xmlns:a16="http://schemas.microsoft.com/office/drawing/2014/main" id="{1ECD963D-33E1-4CD2-8831-A91ED44F2ABD}"/>
              </a:ext>
            </a:extLst>
          </p:cNvPr>
          <p:cNvSpPr>
            <a:spLocks xmlns:a="http://schemas.openxmlformats.org/drawingml/2006/main" noGrp="1"/>
          </p:cNvSpPr>
          <p:nvPr/>
        </p:nvSpPr>
        <p:spPr>
          <a:xfrm xmlns:a="http://schemas.openxmlformats.org/drawingml/2006/main">
            <a:off x="5871168" y="1669386"/>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70" name="data-point-170">
            <a:extLst xmlns:a="http://schemas.openxmlformats.org/drawingml/2006/main">
              <a:ext uri="{FF2B5EF4-FFF2-40B4-BE49-F238E27FC236}">
                <a16:creationId xmlns:a16="http://schemas.microsoft.com/office/drawing/2014/main" id="{14ABB33E-03BC-4A27-B025-3B821966C0B0}"/>
              </a:ext>
            </a:extLst>
          </p:cNvPr>
          <p:cNvSpPr>
            <a:spLocks xmlns:a="http://schemas.openxmlformats.org/drawingml/2006/main" noGrp="1"/>
          </p:cNvSpPr>
          <p:nvPr/>
        </p:nvSpPr>
        <p:spPr>
          <a:xfrm xmlns:a="http://schemas.openxmlformats.org/drawingml/2006/main">
            <a:off x="5245012" y="1696065"/>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71" name="data-point-171">
            <a:extLst xmlns:a="http://schemas.openxmlformats.org/drawingml/2006/main">
              <a:ext uri="{FF2B5EF4-FFF2-40B4-BE49-F238E27FC236}">
                <a16:creationId xmlns:a16="http://schemas.microsoft.com/office/drawing/2014/main" id="{FC08868A-E8E2-4179-9810-CF0BEC92AA04}"/>
              </a:ext>
            </a:extLst>
          </p:cNvPr>
          <p:cNvSpPr>
            <a:spLocks xmlns:a="http://schemas.openxmlformats.org/drawingml/2006/main" noGrp="1"/>
          </p:cNvSpPr>
          <p:nvPr/>
        </p:nvSpPr>
        <p:spPr>
          <a:xfrm xmlns:a="http://schemas.openxmlformats.org/drawingml/2006/main">
            <a:off x="5262907" y="1760105"/>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72" name="data-point-172">
            <a:extLst xmlns:a="http://schemas.openxmlformats.org/drawingml/2006/main">
              <a:ext uri="{FF2B5EF4-FFF2-40B4-BE49-F238E27FC236}">
                <a16:creationId xmlns:a16="http://schemas.microsoft.com/office/drawing/2014/main" id="{21E4E28C-081F-4129-9D1A-C1AEC03933AB}"/>
              </a:ext>
            </a:extLst>
          </p:cNvPr>
          <p:cNvSpPr>
            <a:spLocks xmlns:a="http://schemas.openxmlformats.org/drawingml/2006/main" noGrp="1"/>
          </p:cNvSpPr>
          <p:nvPr/>
        </p:nvSpPr>
        <p:spPr>
          <a:xfrm xmlns:a="http://schemas.openxmlformats.org/drawingml/2006/main">
            <a:off x="5328661" y="1636386"/>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73" name="data-point-173">
            <a:extLst xmlns:a="http://schemas.openxmlformats.org/drawingml/2006/main">
              <a:ext uri="{FF2B5EF4-FFF2-40B4-BE49-F238E27FC236}">
                <a16:creationId xmlns:a16="http://schemas.microsoft.com/office/drawing/2014/main" id="{571C2FB6-2D3E-4871-9F8F-F7687CEE6313}"/>
              </a:ext>
            </a:extLst>
          </p:cNvPr>
          <p:cNvSpPr>
            <a:spLocks xmlns:a="http://schemas.openxmlformats.org/drawingml/2006/main" noGrp="1"/>
          </p:cNvSpPr>
          <p:nvPr/>
        </p:nvSpPr>
        <p:spPr>
          <a:xfrm xmlns:a="http://schemas.openxmlformats.org/drawingml/2006/main">
            <a:off x="5390314" y="1779513"/>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74" name="data-point-174">
            <a:extLst xmlns:a="http://schemas.openxmlformats.org/drawingml/2006/main">
              <a:ext uri="{FF2B5EF4-FFF2-40B4-BE49-F238E27FC236}">
                <a16:creationId xmlns:a16="http://schemas.microsoft.com/office/drawing/2014/main" id="{EE5F11CE-CBAA-4D46-8224-554204633BE1}"/>
              </a:ext>
            </a:extLst>
          </p:cNvPr>
          <p:cNvSpPr>
            <a:spLocks xmlns:a="http://schemas.openxmlformats.org/drawingml/2006/main" noGrp="1"/>
          </p:cNvSpPr>
          <p:nvPr/>
        </p:nvSpPr>
        <p:spPr>
          <a:xfrm xmlns:a="http://schemas.openxmlformats.org/drawingml/2006/main">
            <a:off x="5415697" y="1681424"/>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75" name="data-point-175">
            <a:extLst xmlns:a="http://schemas.openxmlformats.org/drawingml/2006/main">
              <a:ext uri="{FF2B5EF4-FFF2-40B4-BE49-F238E27FC236}">
                <a16:creationId xmlns:a16="http://schemas.microsoft.com/office/drawing/2014/main" id="{912EDDAC-663D-4464-ABA7-7F6B49674510}"/>
              </a:ext>
            </a:extLst>
          </p:cNvPr>
          <p:cNvSpPr>
            <a:spLocks xmlns:a="http://schemas.openxmlformats.org/drawingml/2006/main" noGrp="1"/>
          </p:cNvSpPr>
          <p:nvPr/>
        </p:nvSpPr>
        <p:spPr>
          <a:xfrm xmlns:a="http://schemas.openxmlformats.org/drawingml/2006/main">
            <a:off x="5444358" y="1827709"/>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76" name="data-point-176">
            <a:extLst xmlns:a="http://schemas.openxmlformats.org/drawingml/2006/main">
              <a:ext uri="{FF2B5EF4-FFF2-40B4-BE49-F238E27FC236}">
                <a16:creationId xmlns:a16="http://schemas.microsoft.com/office/drawing/2014/main" id="{D8886F81-3A0A-4D59-AE40-517A85627D83}"/>
              </a:ext>
            </a:extLst>
          </p:cNvPr>
          <p:cNvSpPr>
            <a:spLocks xmlns:a="http://schemas.openxmlformats.org/drawingml/2006/main" noGrp="1"/>
          </p:cNvSpPr>
          <p:nvPr/>
        </p:nvSpPr>
        <p:spPr>
          <a:xfrm xmlns:a="http://schemas.openxmlformats.org/drawingml/2006/main">
            <a:off x="5341075" y="1644887"/>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77" name="data-point-177">
            <a:extLst xmlns:a="http://schemas.openxmlformats.org/drawingml/2006/main">
              <a:ext uri="{FF2B5EF4-FFF2-40B4-BE49-F238E27FC236}">
                <a16:creationId xmlns:a16="http://schemas.microsoft.com/office/drawing/2014/main" id="{EA551E7F-186C-4AAE-B9A6-8DD59911F7E2}"/>
              </a:ext>
            </a:extLst>
          </p:cNvPr>
          <p:cNvSpPr>
            <a:spLocks xmlns:a="http://schemas.openxmlformats.org/drawingml/2006/main" noGrp="1"/>
          </p:cNvSpPr>
          <p:nvPr/>
        </p:nvSpPr>
        <p:spPr>
          <a:xfrm xmlns:a="http://schemas.openxmlformats.org/drawingml/2006/main">
            <a:off x="5380503" y="1722667"/>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78" name="data-point-178">
            <a:extLst xmlns:a="http://schemas.openxmlformats.org/drawingml/2006/main">
              <a:ext uri="{FF2B5EF4-FFF2-40B4-BE49-F238E27FC236}">
                <a16:creationId xmlns:a16="http://schemas.microsoft.com/office/drawing/2014/main" id="{D2A78274-35A3-464D-B6BD-E09724870420}"/>
              </a:ext>
            </a:extLst>
          </p:cNvPr>
          <p:cNvSpPr>
            <a:spLocks xmlns:a="http://schemas.openxmlformats.org/drawingml/2006/main" noGrp="1"/>
          </p:cNvSpPr>
          <p:nvPr/>
        </p:nvSpPr>
        <p:spPr>
          <a:xfrm xmlns:a="http://schemas.openxmlformats.org/drawingml/2006/main">
            <a:off x="5537701" y="1801385"/>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79" name="data-point-179">
            <a:extLst xmlns:a="http://schemas.openxmlformats.org/drawingml/2006/main">
              <a:ext uri="{FF2B5EF4-FFF2-40B4-BE49-F238E27FC236}">
                <a16:creationId xmlns:a16="http://schemas.microsoft.com/office/drawing/2014/main" id="{2479C4F2-2E8B-474D-A6E4-E939B0FBAFFC}"/>
              </a:ext>
            </a:extLst>
          </p:cNvPr>
          <p:cNvSpPr>
            <a:spLocks xmlns:a="http://schemas.openxmlformats.org/drawingml/2006/main" noGrp="1"/>
          </p:cNvSpPr>
          <p:nvPr/>
        </p:nvSpPr>
        <p:spPr>
          <a:xfrm xmlns:a="http://schemas.openxmlformats.org/drawingml/2006/main">
            <a:off x="5443167" y="1653710"/>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80" name="data-point-180">
            <a:extLst xmlns:a="http://schemas.openxmlformats.org/drawingml/2006/main">
              <a:ext uri="{FF2B5EF4-FFF2-40B4-BE49-F238E27FC236}">
                <a16:creationId xmlns:a16="http://schemas.microsoft.com/office/drawing/2014/main" id="{1899CBA2-96CE-4AE9-8489-ADD88E1A4FE3}"/>
              </a:ext>
            </a:extLst>
          </p:cNvPr>
          <p:cNvSpPr>
            <a:spLocks xmlns:a="http://schemas.openxmlformats.org/drawingml/2006/main" noGrp="1"/>
          </p:cNvSpPr>
          <p:nvPr/>
        </p:nvSpPr>
        <p:spPr>
          <a:xfrm xmlns:a="http://schemas.openxmlformats.org/drawingml/2006/main">
            <a:off x="5472170" y="1716555"/>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81" name="data-point-181">
            <a:extLst xmlns:a="http://schemas.openxmlformats.org/drawingml/2006/main">
              <a:ext uri="{FF2B5EF4-FFF2-40B4-BE49-F238E27FC236}">
                <a16:creationId xmlns:a16="http://schemas.microsoft.com/office/drawing/2014/main" id="{1E05C45B-F950-4289-909C-FC2E31DCF8C6}"/>
              </a:ext>
            </a:extLst>
          </p:cNvPr>
          <p:cNvSpPr>
            <a:spLocks xmlns:a="http://schemas.openxmlformats.org/drawingml/2006/main" noGrp="1"/>
          </p:cNvSpPr>
          <p:nvPr/>
        </p:nvSpPr>
        <p:spPr>
          <a:xfrm xmlns:a="http://schemas.openxmlformats.org/drawingml/2006/main">
            <a:off x="5460759" y="1745737"/>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82" name="data-point-182">
            <a:extLst xmlns:a="http://schemas.openxmlformats.org/drawingml/2006/main">
              <a:ext uri="{FF2B5EF4-FFF2-40B4-BE49-F238E27FC236}">
                <a16:creationId xmlns:a16="http://schemas.microsoft.com/office/drawing/2014/main" id="{F6AA703B-C6BA-432B-A6E6-3E799AAB810A}"/>
              </a:ext>
            </a:extLst>
          </p:cNvPr>
          <p:cNvSpPr>
            <a:spLocks xmlns:a="http://schemas.openxmlformats.org/drawingml/2006/main" noGrp="1"/>
          </p:cNvSpPr>
          <p:nvPr/>
        </p:nvSpPr>
        <p:spPr>
          <a:xfrm xmlns:a="http://schemas.openxmlformats.org/drawingml/2006/main">
            <a:off x="5563277" y="1589990"/>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83" name="data-point-183">
            <a:extLst xmlns:a="http://schemas.openxmlformats.org/drawingml/2006/main">
              <a:ext uri="{FF2B5EF4-FFF2-40B4-BE49-F238E27FC236}">
                <a16:creationId xmlns:a16="http://schemas.microsoft.com/office/drawing/2014/main" id="{A1CE2A75-059C-42E7-B141-BC5563403752}"/>
              </a:ext>
            </a:extLst>
          </p:cNvPr>
          <p:cNvSpPr>
            <a:spLocks xmlns:a="http://schemas.openxmlformats.org/drawingml/2006/main" noGrp="1"/>
          </p:cNvSpPr>
          <p:nvPr/>
        </p:nvSpPr>
        <p:spPr>
          <a:xfrm xmlns:a="http://schemas.openxmlformats.org/drawingml/2006/main">
            <a:off x="5606835" y="1799360"/>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84" name="data-point-184">
            <a:extLst xmlns:a="http://schemas.openxmlformats.org/drawingml/2006/main">
              <a:ext uri="{FF2B5EF4-FFF2-40B4-BE49-F238E27FC236}">
                <a16:creationId xmlns:a16="http://schemas.microsoft.com/office/drawing/2014/main" id="{858582E0-70BD-40EF-A0A1-C4C62BC6D0F7}"/>
              </a:ext>
            </a:extLst>
          </p:cNvPr>
          <p:cNvSpPr>
            <a:spLocks xmlns:a="http://schemas.openxmlformats.org/drawingml/2006/main" noGrp="1"/>
          </p:cNvSpPr>
          <p:nvPr/>
        </p:nvSpPr>
        <p:spPr>
          <a:xfrm xmlns:a="http://schemas.openxmlformats.org/drawingml/2006/main">
            <a:off x="5536396" y="1877337"/>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85" name="data-point-185">
            <a:extLst xmlns:a="http://schemas.openxmlformats.org/drawingml/2006/main">
              <a:ext uri="{FF2B5EF4-FFF2-40B4-BE49-F238E27FC236}">
                <a16:creationId xmlns:a16="http://schemas.microsoft.com/office/drawing/2014/main" id="{740BC6E4-8922-48FF-98D6-81CCB6564758}"/>
              </a:ext>
            </a:extLst>
          </p:cNvPr>
          <p:cNvSpPr>
            <a:spLocks xmlns:a="http://schemas.openxmlformats.org/drawingml/2006/main" noGrp="1"/>
          </p:cNvSpPr>
          <p:nvPr/>
        </p:nvSpPr>
        <p:spPr>
          <a:xfrm xmlns:a="http://schemas.openxmlformats.org/drawingml/2006/main">
            <a:off x="5925011" y="1745479"/>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86" name="data-point-186">
            <a:extLst xmlns:a="http://schemas.openxmlformats.org/drawingml/2006/main">
              <a:ext uri="{FF2B5EF4-FFF2-40B4-BE49-F238E27FC236}">
                <a16:creationId xmlns:a16="http://schemas.microsoft.com/office/drawing/2014/main" id="{0395D4E3-362E-47DB-80A9-CCE879132959}"/>
              </a:ext>
            </a:extLst>
          </p:cNvPr>
          <p:cNvSpPr>
            <a:spLocks xmlns:a="http://schemas.openxmlformats.org/drawingml/2006/main" noGrp="1"/>
          </p:cNvSpPr>
          <p:nvPr/>
        </p:nvSpPr>
        <p:spPr>
          <a:xfrm xmlns:a="http://schemas.openxmlformats.org/drawingml/2006/main">
            <a:off x="5242744" y="1725344"/>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87" name="data-point-187">
            <a:extLst xmlns:a="http://schemas.openxmlformats.org/drawingml/2006/main">
              <a:ext uri="{FF2B5EF4-FFF2-40B4-BE49-F238E27FC236}">
                <a16:creationId xmlns:a16="http://schemas.microsoft.com/office/drawing/2014/main" id="{81325310-E299-4986-963D-D7DA115625D0}"/>
              </a:ext>
            </a:extLst>
          </p:cNvPr>
          <p:cNvSpPr>
            <a:spLocks xmlns:a="http://schemas.openxmlformats.org/drawingml/2006/main" noGrp="1"/>
          </p:cNvSpPr>
          <p:nvPr/>
        </p:nvSpPr>
        <p:spPr>
          <a:xfrm xmlns:a="http://schemas.openxmlformats.org/drawingml/2006/main">
            <a:off x="5219431" y="1819166"/>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88" name="data-point-188">
            <a:extLst xmlns:a="http://schemas.openxmlformats.org/drawingml/2006/main">
              <a:ext uri="{FF2B5EF4-FFF2-40B4-BE49-F238E27FC236}">
                <a16:creationId xmlns:a16="http://schemas.microsoft.com/office/drawing/2014/main" id="{A30AD10A-E185-4F39-9D5D-D5BA627B48AE}"/>
              </a:ext>
            </a:extLst>
          </p:cNvPr>
          <p:cNvSpPr>
            <a:spLocks xmlns:a="http://schemas.openxmlformats.org/drawingml/2006/main" noGrp="1"/>
          </p:cNvSpPr>
          <p:nvPr/>
        </p:nvSpPr>
        <p:spPr>
          <a:xfrm xmlns:a="http://schemas.openxmlformats.org/drawingml/2006/main">
            <a:off x="5120739" y="1626243"/>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89" name="data-point-189">
            <a:extLst xmlns:a="http://schemas.openxmlformats.org/drawingml/2006/main">
              <a:ext uri="{FF2B5EF4-FFF2-40B4-BE49-F238E27FC236}">
                <a16:creationId xmlns:a16="http://schemas.microsoft.com/office/drawing/2014/main" id="{3F53743D-36E4-4C32-B38B-E47BDB6A64ED}"/>
              </a:ext>
            </a:extLst>
          </p:cNvPr>
          <p:cNvSpPr>
            <a:spLocks xmlns:a="http://schemas.openxmlformats.org/drawingml/2006/main" noGrp="1"/>
          </p:cNvSpPr>
          <p:nvPr/>
        </p:nvSpPr>
        <p:spPr>
          <a:xfrm xmlns:a="http://schemas.openxmlformats.org/drawingml/2006/main">
            <a:off x="5149311" y="1780340"/>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90" name="data-point-190">
            <a:extLst xmlns:a="http://schemas.openxmlformats.org/drawingml/2006/main">
              <a:ext uri="{FF2B5EF4-FFF2-40B4-BE49-F238E27FC236}">
                <a16:creationId xmlns:a16="http://schemas.microsoft.com/office/drawing/2014/main" id="{8E7E9271-6DB8-41AC-8D02-9B071A456941}"/>
              </a:ext>
            </a:extLst>
          </p:cNvPr>
          <p:cNvSpPr>
            <a:spLocks xmlns:a="http://schemas.openxmlformats.org/drawingml/2006/main" noGrp="1"/>
          </p:cNvSpPr>
          <p:nvPr/>
        </p:nvSpPr>
        <p:spPr>
          <a:xfrm xmlns:a="http://schemas.openxmlformats.org/drawingml/2006/main">
            <a:off x="5111015" y="1654660"/>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91" name="data-point-191">
            <a:extLst xmlns:a="http://schemas.openxmlformats.org/drawingml/2006/main">
              <a:ext uri="{FF2B5EF4-FFF2-40B4-BE49-F238E27FC236}">
                <a16:creationId xmlns:a16="http://schemas.microsoft.com/office/drawing/2014/main" id="{BED0AC28-15C0-4BCD-939A-F2C4EBBA212E}"/>
              </a:ext>
            </a:extLst>
          </p:cNvPr>
          <p:cNvSpPr>
            <a:spLocks xmlns:a="http://schemas.openxmlformats.org/drawingml/2006/main" noGrp="1"/>
          </p:cNvSpPr>
          <p:nvPr/>
        </p:nvSpPr>
        <p:spPr>
          <a:xfrm xmlns:a="http://schemas.openxmlformats.org/drawingml/2006/main">
            <a:off x="5151525" y="1700200"/>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92" name="data-point-192">
            <a:extLst xmlns:a="http://schemas.openxmlformats.org/drawingml/2006/main">
              <a:ext uri="{FF2B5EF4-FFF2-40B4-BE49-F238E27FC236}">
                <a16:creationId xmlns:a16="http://schemas.microsoft.com/office/drawing/2014/main" id="{92579516-B0E7-467C-92D3-1F6CDDA53916}"/>
              </a:ext>
            </a:extLst>
          </p:cNvPr>
          <p:cNvSpPr>
            <a:spLocks xmlns:a="http://schemas.openxmlformats.org/drawingml/2006/main" noGrp="1"/>
          </p:cNvSpPr>
          <p:nvPr/>
        </p:nvSpPr>
        <p:spPr>
          <a:xfrm xmlns:a="http://schemas.openxmlformats.org/drawingml/2006/main">
            <a:off x="5635036" y="1830858"/>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93" name="data-point-193">
            <a:extLst xmlns:a="http://schemas.openxmlformats.org/drawingml/2006/main">
              <a:ext uri="{FF2B5EF4-FFF2-40B4-BE49-F238E27FC236}">
                <a16:creationId xmlns:a16="http://schemas.microsoft.com/office/drawing/2014/main" id="{83A0394E-09C1-4CE0-9973-70CFCCFE26A4}"/>
              </a:ext>
            </a:extLst>
          </p:cNvPr>
          <p:cNvSpPr>
            <a:spLocks xmlns:a="http://schemas.openxmlformats.org/drawingml/2006/main" noGrp="1"/>
          </p:cNvSpPr>
          <p:nvPr/>
        </p:nvSpPr>
        <p:spPr>
          <a:xfrm xmlns:a="http://schemas.openxmlformats.org/drawingml/2006/main">
            <a:off x="5507426" y="1433427"/>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94" name="data-point-194">
            <a:extLst xmlns:a="http://schemas.openxmlformats.org/drawingml/2006/main">
              <a:ext uri="{FF2B5EF4-FFF2-40B4-BE49-F238E27FC236}">
                <a16:creationId xmlns:a16="http://schemas.microsoft.com/office/drawing/2014/main" id="{535367B4-4CD8-43C3-ADFF-D49CFDD2C28D}"/>
              </a:ext>
            </a:extLst>
          </p:cNvPr>
          <p:cNvSpPr>
            <a:spLocks xmlns:a="http://schemas.openxmlformats.org/drawingml/2006/main" noGrp="1"/>
          </p:cNvSpPr>
          <p:nvPr/>
        </p:nvSpPr>
        <p:spPr>
          <a:xfrm xmlns:a="http://schemas.openxmlformats.org/drawingml/2006/main">
            <a:off x="5723267" y="1903901"/>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95" name="data-point-195">
            <a:extLst xmlns:a="http://schemas.openxmlformats.org/drawingml/2006/main">
              <a:ext uri="{FF2B5EF4-FFF2-40B4-BE49-F238E27FC236}">
                <a16:creationId xmlns:a16="http://schemas.microsoft.com/office/drawing/2014/main" id="{93901B24-213B-4024-864B-D50F5F97E6F9}"/>
              </a:ext>
            </a:extLst>
          </p:cNvPr>
          <p:cNvSpPr>
            <a:spLocks xmlns:a="http://schemas.openxmlformats.org/drawingml/2006/main" noGrp="1"/>
          </p:cNvSpPr>
          <p:nvPr/>
        </p:nvSpPr>
        <p:spPr>
          <a:xfrm xmlns:a="http://schemas.openxmlformats.org/drawingml/2006/main">
            <a:off x="5491380" y="1828504"/>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96" name="data-point-196">
            <a:extLst xmlns:a="http://schemas.openxmlformats.org/drawingml/2006/main">
              <a:ext uri="{FF2B5EF4-FFF2-40B4-BE49-F238E27FC236}">
                <a16:creationId xmlns:a16="http://schemas.microsoft.com/office/drawing/2014/main" id="{073B4670-8BDE-48AB-9259-1A1608C87FEE}"/>
              </a:ext>
            </a:extLst>
          </p:cNvPr>
          <p:cNvSpPr>
            <a:spLocks xmlns:a="http://schemas.openxmlformats.org/drawingml/2006/main" noGrp="1"/>
          </p:cNvSpPr>
          <p:nvPr/>
        </p:nvSpPr>
        <p:spPr>
          <a:xfrm xmlns:a="http://schemas.openxmlformats.org/drawingml/2006/main">
            <a:off x="5383622" y="1784826"/>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97" name="data-point-197">
            <a:extLst xmlns:a="http://schemas.openxmlformats.org/drawingml/2006/main">
              <a:ext uri="{FF2B5EF4-FFF2-40B4-BE49-F238E27FC236}">
                <a16:creationId xmlns:a16="http://schemas.microsoft.com/office/drawing/2014/main" id="{D4134C6F-767D-4205-8B20-03068D207D43}"/>
              </a:ext>
            </a:extLst>
          </p:cNvPr>
          <p:cNvSpPr>
            <a:spLocks xmlns:a="http://schemas.openxmlformats.org/drawingml/2006/main" noGrp="1"/>
          </p:cNvSpPr>
          <p:nvPr/>
        </p:nvSpPr>
        <p:spPr>
          <a:xfrm xmlns:a="http://schemas.openxmlformats.org/drawingml/2006/main">
            <a:off x="5294985" y="1583290"/>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98" name="data-point-198">
            <a:extLst xmlns:a="http://schemas.openxmlformats.org/drawingml/2006/main">
              <a:ext uri="{FF2B5EF4-FFF2-40B4-BE49-F238E27FC236}">
                <a16:creationId xmlns:a16="http://schemas.microsoft.com/office/drawing/2014/main" id="{176ADE0A-54C7-4E08-9AAC-4FA2A876F256}"/>
              </a:ext>
            </a:extLst>
          </p:cNvPr>
          <p:cNvSpPr>
            <a:spLocks xmlns:a="http://schemas.openxmlformats.org/drawingml/2006/main" noGrp="1"/>
          </p:cNvSpPr>
          <p:nvPr/>
        </p:nvSpPr>
        <p:spPr>
          <a:xfrm xmlns:a="http://schemas.openxmlformats.org/drawingml/2006/main">
            <a:off x="5500157" y="1567925"/>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99" name="data-point-199">
            <a:extLst xmlns:a="http://schemas.openxmlformats.org/drawingml/2006/main">
              <a:ext uri="{FF2B5EF4-FFF2-40B4-BE49-F238E27FC236}">
                <a16:creationId xmlns:a16="http://schemas.microsoft.com/office/drawing/2014/main" id="{F3CAD449-C444-4A56-80EA-2B5972D3CFEB}"/>
              </a:ext>
            </a:extLst>
          </p:cNvPr>
          <p:cNvSpPr>
            <a:spLocks xmlns:a="http://schemas.openxmlformats.org/drawingml/2006/main" noGrp="1"/>
          </p:cNvSpPr>
          <p:nvPr/>
        </p:nvSpPr>
        <p:spPr>
          <a:xfrm xmlns:a="http://schemas.openxmlformats.org/drawingml/2006/main">
            <a:off x="5622142" y="1616843"/>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00" name="data-point-200">
            <a:extLst xmlns:a="http://schemas.openxmlformats.org/drawingml/2006/main">
              <a:ext uri="{FF2B5EF4-FFF2-40B4-BE49-F238E27FC236}">
                <a16:creationId xmlns:a16="http://schemas.microsoft.com/office/drawing/2014/main" id="{7324D206-AE53-40B5-92F0-5EA35808D072}"/>
              </a:ext>
            </a:extLst>
          </p:cNvPr>
          <p:cNvSpPr>
            <a:spLocks xmlns:a="http://schemas.openxmlformats.org/drawingml/2006/main" noGrp="1"/>
          </p:cNvSpPr>
          <p:nvPr/>
        </p:nvSpPr>
        <p:spPr>
          <a:xfrm xmlns:a="http://schemas.openxmlformats.org/drawingml/2006/main">
            <a:off x="5685739" y="1644275"/>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01" name="data-point-201">
            <a:extLst xmlns:a="http://schemas.openxmlformats.org/drawingml/2006/main">
              <a:ext uri="{FF2B5EF4-FFF2-40B4-BE49-F238E27FC236}">
                <a16:creationId xmlns:a16="http://schemas.microsoft.com/office/drawing/2014/main" id="{200E308A-3D55-4986-AC94-79C8128A97AB}"/>
              </a:ext>
            </a:extLst>
          </p:cNvPr>
          <p:cNvSpPr>
            <a:spLocks xmlns:a="http://schemas.openxmlformats.org/drawingml/2006/main" noGrp="1"/>
          </p:cNvSpPr>
          <p:nvPr/>
        </p:nvSpPr>
        <p:spPr>
          <a:xfrm xmlns:a="http://schemas.openxmlformats.org/drawingml/2006/main">
            <a:off x="5627760" y="1751743"/>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02" name="data-point-202">
            <a:extLst xmlns:a="http://schemas.openxmlformats.org/drawingml/2006/main">
              <a:ext uri="{FF2B5EF4-FFF2-40B4-BE49-F238E27FC236}">
                <a16:creationId xmlns:a16="http://schemas.microsoft.com/office/drawing/2014/main" id="{5196A7D9-97B3-4CFC-89C5-D0EE67058E2C}"/>
              </a:ext>
            </a:extLst>
          </p:cNvPr>
          <p:cNvSpPr>
            <a:spLocks xmlns:a="http://schemas.openxmlformats.org/drawingml/2006/main" noGrp="1"/>
          </p:cNvSpPr>
          <p:nvPr/>
        </p:nvSpPr>
        <p:spPr>
          <a:xfrm xmlns:a="http://schemas.openxmlformats.org/drawingml/2006/main">
            <a:off x="5552480" y="1665155"/>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03" name="data-point-203">
            <a:extLst xmlns:a="http://schemas.openxmlformats.org/drawingml/2006/main">
              <a:ext uri="{FF2B5EF4-FFF2-40B4-BE49-F238E27FC236}">
                <a16:creationId xmlns:a16="http://schemas.microsoft.com/office/drawing/2014/main" id="{321B4754-3424-4AA4-A8ED-1CEEA1D9155D}"/>
              </a:ext>
            </a:extLst>
          </p:cNvPr>
          <p:cNvSpPr>
            <a:spLocks xmlns:a="http://schemas.openxmlformats.org/drawingml/2006/main" noGrp="1"/>
          </p:cNvSpPr>
          <p:nvPr/>
        </p:nvSpPr>
        <p:spPr>
          <a:xfrm xmlns:a="http://schemas.openxmlformats.org/drawingml/2006/main">
            <a:off x="5524403" y="1699878"/>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04" name="data-point-204">
            <a:extLst xmlns:a="http://schemas.openxmlformats.org/drawingml/2006/main">
              <a:ext uri="{FF2B5EF4-FFF2-40B4-BE49-F238E27FC236}">
                <a16:creationId xmlns:a16="http://schemas.microsoft.com/office/drawing/2014/main" id="{8790EE6B-965D-436D-8D5B-BA9F0311CCBF}"/>
              </a:ext>
            </a:extLst>
          </p:cNvPr>
          <p:cNvSpPr>
            <a:spLocks xmlns:a="http://schemas.openxmlformats.org/drawingml/2006/main" noGrp="1"/>
          </p:cNvSpPr>
          <p:nvPr/>
        </p:nvSpPr>
        <p:spPr>
          <a:xfrm xmlns:a="http://schemas.openxmlformats.org/drawingml/2006/main">
            <a:off x="5486938" y="1704536"/>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05" name="data-point-205">
            <a:extLst xmlns:a="http://schemas.openxmlformats.org/drawingml/2006/main">
              <a:ext uri="{FF2B5EF4-FFF2-40B4-BE49-F238E27FC236}">
                <a16:creationId xmlns:a16="http://schemas.microsoft.com/office/drawing/2014/main" id="{7753C5B8-D958-4C0E-ACE2-BB8AFE091B10}"/>
              </a:ext>
            </a:extLst>
          </p:cNvPr>
          <p:cNvSpPr>
            <a:spLocks xmlns:a="http://schemas.openxmlformats.org/drawingml/2006/main" noGrp="1"/>
          </p:cNvSpPr>
          <p:nvPr/>
        </p:nvSpPr>
        <p:spPr>
          <a:xfrm xmlns:a="http://schemas.openxmlformats.org/drawingml/2006/main">
            <a:off x="5575153" y="1721722"/>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06" name="data-point-206">
            <a:extLst xmlns:a="http://schemas.openxmlformats.org/drawingml/2006/main">
              <a:ext uri="{FF2B5EF4-FFF2-40B4-BE49-F238E27FC236}">
                <a16:creationId xmlns:a16="http://schemas.microsoft.com/office/drawing/2014/main" id="{F3DB70F3-2756-48CB-88D7-3C7AC5BEF9B4}"/>
              </a:ext>
            </a:extLst>
          </p:cNvPr>
          <p:cNvSpPr>
            <a:spLocks xmlns:a="http://schemas.openxmlformats.org/drawingml/2006/main" noGrp="1"/>
          </p:cNvSpPr>
          <p:nvPr/>
        </p:nvSpPr>
        <p:spPr>
          <a:xfrm xmlns:a="http://schemas.openxmlformats.org/drawingml/2006/main">
            <a:off x="5546701" y="1715191"/>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07" name="data-point-207">
            <a:extLst xmlns:a="http://schemas.openxmlformats.org/drawingml/2006/main">
              <a:ext uri="{FF2B5EF4-FFF2-40B4-BE49-F238E27FC236}">
                <a16:creationId xmlns:a16="http://schemas.microsoft.com/office/drawing/2014/main" id="{ED9DAC99-2A00-469F-B2DD-FBFA1F3CACD5}"/>
              </a:ext>
            </a:extLst>
          </p:cNvPr>
          <p:cNvSpPr>
            <a:spLocks xmlns:a="http://schemas.openxmlformats.org/drawingml/2006/main" noGrp="1"/>
          </p:cNvSpPr>
          <p:nvPr/>
        </p:nvSpPr>
        <p:spPr>
          <a:xfrm xmlns:a="http://schemas.openxmlformats.org/drawingml/2006/main">
            <a:off x="5583284" y="1418233"/>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08" name="data-point-208">
            <a:extLst xmlns:a="http://schemas.openxmlformats.org/drawingml/2006/main">
              <a:ext uri="{FF2B5EF4-FFF2-40B4-BE49-F238E27FC236}">
                <a16:creationId xmlns:a16="http://schemas.microsoft.com/office/drawing/2014/main" id="{624232BD-AD5C-4F99-8685-9BDDF9CF902C}"/>
              </a:ext>
            </a:extLst>
          </p:cNvPr>
          <p:cNvSpPr>
            <a:spLocks xmlns:a="http://schemas.openxmlformats.org/drawingml/2006/main" noGrp="1"/>
          </p:cNvSpPr>
          <p:nvPr/>
        </p:nvSpPr>
        <p:spPr>
          <a:xfrm xmlns:a="http://schemas.openxmlformats.org/drawingml/2006/main">
            <a:off x="5788153" y="1610543"/>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09" name="data-point-209">
            <a:extLst xmlns:a="http://schemas.openxmlformats.org/drawingml/2006/main">
              <a:ext uri="{FF2B5EF4-FFF2-40B4-BE49-F238E27FC236}">
                <a16:creationId xmlns:a16="http://schemas.microsoft.com/office/drawing/2014/main" id="{A107D8CD-227D-4BF1-B0CE-E3F414B0ED83}"/>
              </a:ext>
            </a:extLst>
          </p:cNvPr>
          <p:cNvSpPr>
            <a:spLocks xmlns:a="http://schemas.openxmlformats.org/drawingml/2006/main" noGrp="1"/>
          </p:cNvSpPr>
          <p:nvPr/>
        </p:nvSpPr>
        <p:spPr>
          <a:xfrm xmlns:a="http://schemas.openxmlformats.org/drawingml/2006/main">
            <a:off x="5875106" y="1776154"/>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10" name="data-point-210">
            <a:extLst xmlns:a="http://schemas.openxmlformats.org/drawingml/2006/main">
              <a:ext uri="{FF2B5EF4-FFF2-40B4-BE49-F238E27FC236}">
                <a16:creationId xmlns:a16="http://schemas.microsoft.com/office/drawing/2014/main" id="{2BF1C823-8580-4589-9244-BB570857FD44}"/>
              </a:ext>
            </a:extLst>
          </p:cNvPr>
          <p:cNvSpPr>
            <a:spLocks xmlns:a="http://schemas.openxmlformats.org/drawingml/2006/main" noGrp="1"/>
          </p:cNvSpPr>
          <p:nvPr/>
        </p:nvSpPr>
        <p:spPr>
          <a:xfrm xmlns:a="http://schemas.openxmlformats.org/drawingml/2006/main">
            <a:off x="5127255" y="1846231"/>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11" name="data-point-211">
            <a:extLst xmlns:a="http://schemas.openxmlformats.org/drawingml/2006/main">
              <a:ext uri="{FF2B5EF4-FFF2-40B4-BE49-F238E27FC236}">
                <a16:creationId xmlns:a16="http://schemas.microsoft.com/office/drawing/2014/main" id="{9383246D-B0E6-4340-AD4D-BF4583AE40E8}"/>
              </a:ext>
            </a:extLst>
          </p:cNvPr>
          <p:cNvSpPr>
            <a:spLocks xmlns:a="http://schemas.openxmlformats.org/drawingml/2006/main" noGrp="1"/>
          </p:cNvSpPr>
          <p:nvPr/>
        </p:nvSpPr>
        <p:spPr>
          <a:xfrm xmlns:a="http://schemas.openxmlformats.org/drawingml/2006/main">
            <a:off x="4989543" y="1679037"/>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12" name="data-point-212">
            <a:extLst xmlns:a="http://schemas.openxmlformats.org/drawingml/2006/main">
              <a:ext uri="{FF2B5EF4-FFF2-40B4-BE49-F238E27FC236}">
                <a16:creationId xmlns:a16="http://schemas.microsoft.com/office/drawing/2014/main" id="{57A8874E-4D25-4B05-86D1-955F49338342}"/>
              </a:ext>
            </a:extLst>
          </p:cNvPr>
          <p:cNvSpPr>
            <a:spLocks xmlns:a="http://schemas.openxmlformats.org/drawingml/2006/main" noGrp="1"/>
          </p:cNvSpPr>
          <p:nvPr/>
        </p:nvSpPr>
        <p:spPr>
          <a:xfrm xmlns:a="http://schemas.openxmlformats.org/drawingml/2006/main">
            <a:off x="5026953" y="1689169"/>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13" name="data-point-213">
            <a:extLst xmlns:a="http://schemas.openxmlformats.org/drawingml/2006/main">
              <a:ext uri="{FF2B5EF4-FFF2-40B4-BE49-F238E27FC236}">
                <a16:creationId xmlns:a16="http://schemas.microsoft.com/office/drawing/2014/main" id="{D81FC3A6-A4AF-4478-985A-70630CCA261B}"/>
              </a:ext>
            </a:extLst>
          </p:cNvPr>
          <p:cNvSpPr>
            <a:spLocks xmlns:a="http://schemas.openxmlformats.org/drawingml/2006/main" noGrp="1"/>
          </p:cNvSpPr>
          <p:nvPr/>
        </p:nvSpPr>
        <p:spPr>
          <a:xfrm xmlns:a="http://schemas.openxmlformats.org/drawingml/2006/main">
            <a:off x="5451899" y="1799488"/>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14" name="data-point-214">
            <a:extLst xmlns:a="http://schemas.openxmlformats.org/drawingml/2006/main">
              <a:ext uri="{FF2B5EF4-FFF2-40B4-BE49-F238E27FC236}">
                <a16:creationId xmlns:a16="http://schemas.microsoft.com/office/drawing/2014/main" id="{60740006-08C6-4F66-BFF6-40BE9A9566BE}"/>
              </a:ext>
            </a:extLst>
          </p:cNvPr>
          <p:cNvSpPr>
            <a:spLocks xmlns:a="http://schemas.openxmlformats.org/drawingml/2006/main" noGrp="1"/>
          </p:cNvSpPr>
          <p:nvPr/>
        </p:nvSpPr>
        <p:spPr>
          <a:xfrm xmlns:a="http://schemas.openxmlformats.org/drawingml/2006/main">
            <a:off x="5374664" y="1709537"/>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15" name="data-point-215">
            <a:extLst xmlns:a="http://schemas.openxmlformats.org/drawingml/2006/main">
              <a:ext uri="{FF2B5EF4-FFF2-40B4-BE49-F238E27FC236}">
                <a16:creationId xmlns:a16="http://schemas.microsoft.com/office/drawing/2014/main" id="{BF168428-934C-4F16-8192-DA0390D2017F}"/>
              </a:ext>
            </a:extLst>
          </p:cNvPr>
          <p:cNvSpPr>
            <a:spLocks xmlns:a="http://schemas.openxmlformats.org/drawingml/2006/main" noGrp="1"/>
          </p:cNvSpPr>
          <p:nvPr/>
        </p:nvSpPr>
        <p:spPr>
          <a:xfrm xmlns:a="http://schemas.openxmlformats.org/drawingml/2006/main">
            <a:off x="5354612" y="1817127"/>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16" name="data-point-216">
            <a:extLst xmlns:a="http://schemas.openxmlformats.org/drawingml/2006/main">
              <a:ext uri="{FF2B5EF4-FFF2-40B4-BE49-F238E27FC236}">
                <a16:creationId xmlns:a16="http://schemas.microsoft.com/office/drawing/2014/main" id="{0A7B0E93-8C63-495E-9197-B76C99AB6631}"/>
              </a:ext>
            </a:extLst>
          </p:cNvPr>
          <p:cNvSpPr>
            <a:spLocks xmlns:a="http://schemas.openxmlformats.org/drawingml/2006/main" noGrp="1"/>
          </p:cNvSpPr>
          <p:nvPr/>
        </p:nvSpPr>
        <p:spPr>
          <a:xfrm xmlns:a="http://schemas.openxmlformats.org/drawingml/2006/main">
            <a:off x="5140727" y="1643797"/>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17" name="data-point-217">
            <a:extLst xmlns:a="http://schemas.openxmlformats.org/drawingml/2006/main">
              <a:ext uri="{FF2B5EF4-FFF2-40B4-BE49-F238E27FC236}">
                <a16:creationId xmlns:a16="http://schemas.microsoft.com/office/drawing/2014/main" id="{E23DFE89-2E88-4E6F-B93C-74ED5DCD5D12}"/>
              </a:ext>
            </a:extLst>
          </p:cNvPr>
          <p:cNvSpPr>
            <a:spLocks xmlns:a="http://schemas.openxmlformats.org/drawingml/2006/main" noGrp="1"/>
          </p:cNvSpPr>
          <p:nvPr/>
        </p:nvSpPr>
        <p:spPr>
          <a:xfrm xmlns:a="http://schemas.openxmlformats.org/drawingml/2006/main">
            <a:off x="5839613" y="1762437"/>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18" name="data-point-218">
            <a:extLst xmlns:a="http://schemas.openxmlformats.org/drawingml/2006/main">
              <a:ext uri="{FF2B5EF4-FFF2-40B4-BE49-F238E27FC236}">
                <a16:creationId xmlns:a16="http://schemas.microsoft.com/office/drawing/2014/main" id="{320E9909-47D6-45AA-9EB0-C9FFFD932CEE}"/>
              </a:ext>
            </a:extLst>
          </p:cNvPr>
          <p:cNvSpPr>
            <a:spLocks xmlns:a="http://schemas.openxmlformats.org/drawingml/2006/main" noGrp="1"/>
          </p:cNvSpPr>
          <p:nvPr/>
        </p:nvSpPr>
        <p:spPr>
          <a:xfrm xmlns:a="http://schemas.openxmlformats.org/drawingml/2006/main">
            <a:off x="5746188" y="1500233"/>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19" name="data-point-219">
            <a:extLst xmlns:a="http://schemas.openxmlformats.org/drawingml/2006/main">
              <a:ext uri="{FF2B5EF4-FFF2-40B4-BE49-F238E27FC236}">
                <a16:creationId xmlns:a16="http://schemas.microsoft.com/office/drawing/2014/main" id="{5A7CF3E3-8AFD-41B5-89A7-328013A42509}"/>
              </a:ext>
            </a:extLst>
          </p:cNvPr>
          <p:cNvSpPr>
            <a:spLocks xmlns:a="http://schemas.openxmlformats.org/drawingml/2006/main" noGrp="1"/>
          </p:cNvSpPr>
          <p:nvPr/>
        </p:nvSpPr>
        <p:spPr>
          <a:xfrm xmlns:a="http://schemas.openxmlformats.org/drawingml/2006/main">
            <a:off x="5225974" y="1675909"/>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20" name="data-point-220">
            <a:extLst xmlns:a="http://schemas.openxmlformats.org/drawingml/2006/main">
              <a:ext uri="{FF2B5EF4-FFF2-40B4-BE49-F238E27FC236}">
                <a16:creationId xmlns:a16="http://schemas.microsoft.com/office/drawing/2014/main" id="{7324BBAE-4922-444A-97C7-41BD6D09B057}"/>
              </a:ext>
            </a:extLst>
          </p:cNvPr>
          <p:cNvSpPr>
            <a:spLocks xmlns:a="http://schemas.openxmlformats.org/drawingml/2006/main" noGrp="1"/>
          </p:cNvSpPr>
          <p:nvPr/>
        </p:nvSpPr>
        <p:spPr>
          <a:xfrm xmlns:a="http://schemas.openxmlformats.org/drawingml/2006/main">
            <a:off x="5929694" y="1921044"/>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21" name="data-point-221">
            <a:extLst xmlns:a="http://schemas.openxmlformats.org/drawingml/2006/main">
              <a:ext uri="{FF2B5EF4-FFF2-40B4-BE49-F238E27FC236}">
                <a16:creationId xmlns:a16="http://schemas.microsoft.com/office/drawing/2014/main" id="{8832348C-4EF4-44F3-A74F-03319F136C81}"/>
              </a:ext>
            </a:extLst>
          </p:cNvPr>
          <p:cNvSpPr>
            <a:spLocks xmlns:a="http://schemas.openxmlformats.org/drawingml/2006/main" noGrp="1"/>
          </p:cNvSpPr>
          <p:nvPr/>
        </p:nvSpPr>
        <p:spPr>
          <a:xfrm xmlns:a="http://schemas.openxmlformats.org/drawingml/2006/main">
            <a:off x="5718512" y="1532261"/>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22" name="data-point-222">
            <a:extLst xmlns:a="http://schemas.openxmlformats.org/drawingml/2006/main">
              <a:ext uri="{FF2B5EF4-FFF2-40B4-BE49-F238E27FC236}">
                <a16:creationId xmlns:a16="http://schemas.microsoft.com/office/drawing/2014/main" id="{1571D3F2-FA17-4CE2-8E92-E9481C544455}"/>
              </a:ext>
            </a:extLst>
          </p:cNvPr>
          <p:cNvSpPr>
            <a:spLocks xmlns:a="http://schemas.openxmlformats.org/drawingml/2006/main" noGrp="1"/>
          </p:cNvSpPr>
          <p:nvPr/>
        </p:nvSpPr>
        <p:spPr>
          <a:xfrm xmlns:a="http://schemas.openxmlformats.org/drawingml/2006/main">
            <a:off x="5804685" y="1619908"/>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23" name="data-point-223">
            <a:extLst xmlns:a="http://schemas.openxmlformats.org/drawingml/2006/main">
              <a:ext uri="{FF2B5EF4-FFF2-40B4-BE49-F238E27FC236}">
                <a16:creationId xmlns:a16="http://schemas.microsoft.com/office/drawing/2014/main" id="{9F21E708-4D9E-4FD2-B4F5-2CFBE14C4C50}"/>
              </a:ext>
            </a:extLst>
          </p:cNvPr>
          <p:cNvSpPr>
            <a:spLocks xmlns:a="http://schemas.openxmlformats.org/drawingml/2006/main" noGrp="1"/>
          </p:cNvSpPr>
          <p:nvPr/>
        </p:nvSpPr>
        <p:spPr>
          <a:xfrm xmlns:a="http://schemas.openxmlformats.org/drawingml/2006/main">
            <a:off x="5757497" y="1638813"/>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24" name="data-point-224">
            <a:extLst xmlns:a="http://schemas.openxmlformats.org/drawingml/2006/main">
              <a:ext uri="{FF2B5EF4-FFF2-40B4-BE49-F238E27FC236}">
                <a16:creationId xmlns:a16="http://schemas.microsoft.com/office/drawing/2014/main" id="{282161F4-847F-4C00-A0D9-7929A3F24E7F}"/>
              </a:ext>
            </a:extLst>
          </p:cNvPr>
          <p:cNvSpPr>
            <a:spLocks xmlns:a="http://schemas.openxmlformats.org/drawingml/2006/main" noGrp="1"/>
          </p:cNvSpPr>
          <p:nvPr/>
        </p:nvSpPr>
        <p:spPr>
          <a:xfrm xmlns:a="http://schemas.openxmlformats.org/drawingml/2006/main">
            <a:off x="5786197" y="1704100"/>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25" name="data-point-225">
            <a:extLst xmlns:a="http://schemas.openxmlformats.org/drawingml/2006/main">
              <a:ext uri="{FF2B5EF4-FFF2-40B4-BE49-F238E27FC236}">
                <a16:creationId xmlns:a16="http://schemas.microsoft.com/office/drawing/2014/main" id="{A59E13A1-3085-4F55-B293-9F2B915492A8}"/>
              </a:ext>
            </a:extLst>
          </p:cNvPr>
          <p:cNvSpPr>
            <a:spLocks xmlns:a="http://schemas.openxmlformats.org/drawingml/2006/main" noGrp="1"/>
          </p:cNvSpPr>
          <p:nvPr/>
        </p:nvSpPr>
        <p:spPr>
          <a:xfrm xmlns:a="http://schemas.openxmlformats.org/drawingml/2006/main">
            <a:off x="5778241" y="1627253"/>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26" name="data-point-226">
            <a:extLst xmlns:a="http://schemas.openxmlformats.org/drawingml/2006/main">
              <a:ext uri="{FF2B5EF4-FFF2-40B4-BE49-F238E27FC236}">
                <a16:creationId xmlns:a16="http://schemas.microsoft.com/office/drawing/2014/main" id="{418E5084-94A4-4D32-A9BB-7B87644F8F13}"/>
              </a:ext>
            </a:extLst>
          </p:cNvPr>
          <p:cNvSpPr>
            <a:spLocks xmlns:a="http://schemas.openxmlformats.org/drawingml/2006/main" noGrp="1"/>
          </p:cNvSpPr>
          <p:nvPr/>
        </p:nvSpPr>
        <p:spPr>
          <a:xfrm xmlns:a="http://schemas.openxmlformats.org/drawingml/2006/main">
            <a:off x="5676744" y="1484349"/>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27" name="data-point-227">
            <a:extLst xmlns:a="http://schemas.openxmlformats.org/drawingml/2006/main">
              <a:ext uri="{FF2B5EF4-FFF2-40B4-BE49-F238E27FC236}">
                <a16:creationId xmlns:a16="http://schemas.microsoft.com/office/drawing/2014/main" id="{A767718E-41E1-425E-B094-C2581C8F5F2B}"/>
              </a:ext>
            </a:extLst>
          </p:cNvPr>
          <p:cNvSpPr>
            <a:spLocks xmlns:a="http://schemas.openxmlformats.org/drawingml/2006/main" noGrp="1"/>
          </p:cNvSpPr>
          <p:nvPr/>
        </p:nvSpPr>
        <p:spPr>
          <a:xfrm xmlns:a="http://schemas.openxmlformats.org/drawingml/2006/main">
            <a:off x="5837664" y="1778623"/>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28" name="data-point-228">
            <a:extLst xmlns:a="http://schemas.openxmlformats.org/drawingml/2006/main">
              <a:ext uri="{FF2B5EF4-FFF2-40B4-BE49-F238E27FC236}">
                <a16:creationId xmlns:a16="http://schemas.microsoft.com/office/drawing/2014/main" id="{C8DD8A36-375D-4C71-BBCE-4C73277F9156}"/>
              </a:ext>
            </a:extLst>
          </p:cNvPr>
          <p:cNvSpPr>
            <a:spLocks xmlns:a="http://schemas.openxmlformats.org/drawingml/2006/main" noGrp="1"/>
          </p:cNvSpPr>
          <p:nvPr/>
        </p:nvSpPr>
        <p:spPr>
          <a:xfrm xmlns:a="http://schemas.openxmlformats.org/drawingml/2006/main">
            <a:off x="5769855" y="1553423"/>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29" name="data-point-229">
            <a:extLst xmlns:a="http://schemas.openxmlformats.org/drawingml/2006/main">
              <a:ext uri="{FF2B5EF4-FFF2-40B4-BE49-F238E27FC236}">
                <a16:creationId xmlns:a16="http://schemas.microsoft.com/office/drawing/2014/main" id="{252D95F4-A0BA-4D27-AF12-BE56051009BE}"/>
              </a:ext>
            </a:extLst>
          </p:cNvPr>
          <p:cNvSpPr>
            <a:spLocks xmlns:a="http://schemas.openxmlformats.org/drawingml/2006/main" noGrp="1"/>
          </p:cNvSpPr>
          <p:nvPr/>
        </p:nvSpPr>
        <p:spPr>
          <a:xfrm xmlns:a="http://schemas.openxmlformats.org/drawingml/2006/main">
            <a:off x="5845777" y="1615380"/>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30" name="data-point-230">
            <a:extLst xmlns:a="http://schemas.openxmlformats.org/drawingml/2006/main">
              <a:ext uri="{FF2B5EF4-FFF2-40B4-BE49-F238E27FC236}">
                <a16:creationId xmlns:a16="http://schemas.microsoft.com/office/drawing/2014/main" id="{799F0A9A-5556-4583-85CE-5017B713473B}"/>
              </a:ext>
            </a:extLst>
          </p:cNvPr>
          <p:cNvSpPr>
            <a:spLocks xmlns:a="http://schemas.openxmlformats.org/drawingml/2006/main" noGrp="1"/>
          </p:cNvSpPr>
          <p:nvPr/>
        </p:nvSpPr>
        <p:spPr>
          <a:xfrm xmlns:a="http://schemas.openxmlformats.org/drawingml/2006/main">
            <a:off x="5154775" y="1780158"/>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31" name="data-point-231">
            <a:extLst xmlns:a="http://schemas.openxmlformats.org/drawingml/2006/main">
              <a:ext uri="{FF2B5EF4-FFF2-40B4-BE49-F238E27FC236}">
                <a16:creationId xmlns:a16="http://schemas.microsoft.com/office/drawing/2014/main" id="{12A59510-BB61-4552-B616-2ACD01EBD83C}"/>
              </a:ext>
            </a:extLst>
          </p:cNvPr>
          <p:cNvSpPr>
            <a:spLocks xmlns:a="http://schemas.openxmlformats.org/drawingml/2006/main" noGrp="1"/>
          </p:cNvSpPr>
          <p:nvPr/>
        </p:nvSpPr>
        <p:spPr>
          <a:xfrm xmlns:a="http://schemas.openxmlformats.org/drawingml/2006/main">
            <a:off x="5100622" y="1666272"/>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32" name="data-point-232">
            <a:extLst xmlns:a="http://schemas.openxmlformats.org/drawingml/2006/main">
              <a:ext uri="{FF2B5EF4-FFF2-40B4-BE49-F238E27FC236}">
                <a16:creationId xmlns:a16="http://schemas.microsoft.com/office/drawing/2014/main" id="{2D2BEFE5-013C-4476-A257-CA875AD576AC}"/>
              </a:ext>
            </a:extLst>
          </p:cNvPr>
          <p:cNvSpPr>
            <a:spLocks xmlns:a="http://schemas.openxmlformats.org/drawingml/2006/main" noGrp="1"/>
          </p:cNvSpPr>
          <p:nvPr/>
        </p:nvSpPr>
        <p:spPr>
          <a:xfrm xmlns:a="http://schemas.openxmlformats.org/drawingml/2006/main">
            <a:off x="5123113" y="1590262"/>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33" name="data-point-233">
            <a:extLst xmlns:a="http://schemas.openxmlformats.org/drawingml/2006/main">
              <a:ext uri="{FF2B5EF4-FFF2-40B4-BE49-F238E27FC236}">
                <a16:creationId xmlns:a16="http://schemas.microsoft.com/office/drawing/2014/main" id="{5A7C9A6F-67D8-4A49-9005-6AA2F040A5CE}"/>
              </a:ext>
            </a:extLst>
          </p:cNvPr>
          <p:cNvSpPr>
            <a:spLocks xmlns:a="http://schemas.openxmlformats.org/drawingml/2006/main" noGrp="1"/>
          </p:cNvSpPr>
          <p:nvPr/>
        </p:nvSpPr>
        <p:spPr>
          <a:xfrm xmlns:a="http://schemas.openxmlformats.org/drawingml/2006/main">
            <a:off x="5663430" y="1704937"/>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34" name="data-point-234">
            <a:extLst xmlns:a="http://schemas.openxmlformats.org/drawingml/2006/main">
              <a:ext uri="{FF2B5EF4-FFF2-40B4-BE49-F238E27FC236}">
                <a16:creationId xmlns:a16="http://schemas.microsoft.com/office/drawing/2014/main" id="{7DD1B601-9370-4804-98D4-A56BA056D8FA}"/>
              </a:ext>
            </a:extLst>
          </p:cNvPr>
          <p:cNvSpPr>
            <a:spLocks xmlns:a="http://schemas.openxmlformats.org/drawingml/2006/main" noGrp="1"/>
          </p:cNvSpPr>
          <p:nvPr/>
        </p:nvSpPr>
        <p:spPr>
          <a:xfrm xmlns:a="http://schemas.openxmlformats.org/drawingml/2006/main">
            <a:off x="5393619" y="1755764"/>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35" name="data-point-235">
            <a:extLst xmlns:a="http://schemas.openxmlformats.org/drawingml/2006/main">
              <a:ext uri="{FF2B5EF4-FFF2-40B4-BE49-F238E27FC236}">
                <a16:creationId xmlns:a16="http://schemas.microsoft.com/office/drawing/2014/main" id="{310E8733-2EAC-4558-A871-7482247CD5F4}"/>
              </a:ext>
            </a:extLst>
          </p:cNvPr>
          <p:cNvSpPr>
            <a:spLocks xmlns:a="http://schemas.openxmlformats.org/drawingml/2006/main" noGrp="1"/>
          </p:cNvSpPr>
          <p:nvPr/>
        </p:nvSpPr>
        <p:spPr>
          <a:xfrm xmlns:a="http://schemas.openxmlformats.org/drawingml/2006/main">
            <a:off x="5346664" y="1683614"/>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36" name="data-point-236">
            <a:extLst xmlns:a="http://schemas.openxmlformats.org/drawingml/2006/main">
              <a:ext uri="{FF2B5EF4-FFF2-40B4-BE49-F238E27FC236}">
                <a16:creationId xmlns:a16="http://schemas.microsoft.com/office/drawing/2014/main" id="{BA192003-D063-499A-A75F-7E914047B03E}"/>
              </a:ext>
            </a:extLst>
          </p:cNvPr>
          <p:cNvSpPr>
            <a:spLocks xmlns:a="http://schemas.openxmlformats.org/drawingml/2006/main" noGrp="1"/>
          </p:cNvSpPr>
          <p:nvPr/>
        </p:nvSpPr>
        <p:spPr>
          <a:xfrm xmlns:a="http://schemas.openxmlformats.org/drawingml/2006/main">
            <a:off x="5413694" y="1597079"/>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37" name="data-point-237">
            <a:extLst xmlns:a="http://schemas.openxmlformats.org/drawingml/2006/main">
              <a:ext uri="{FF2B5EF4-FFF2-40B4-BE49-F238E27FC236}">
                <a16:creationId xmlns:a16="http://schemas.microsoft.com/office/drawing/2014/main" id="{F29F027B-5408-45C5-AE09-2A25C164E6D2}"/>
              </a:ext>
            </a:extLst>
          </p:cNvPr>
          <p:cNvSpPr>
            <a:spLocks xmlns:a="http://schemas.openxmlformats.org/drawingml/2006/main" noGrp="1"/>
          </p:cNvSpPr>
          <p:nvPr/>
        </p:nvSpPr>
        <p:spPr>
          <a:xfrm xmlns:a="http://schemas.openxmlformats.org/drawingml/2006/main">
            <a:off x="5620142" y="1906757"/>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38" name="data-point-238">
            <a:extLst xmlns:a="http://schemas.openxmlformats.org/drawingml/2006/main">
              <a:ext uri="{FF2B5EF4-FFF2-40B4-BE49-F238E27FC236}">
                <a16:creationId xmlns:a16="http://schemas.microsoft.com/office/drawing/2014/main" id="{A7E4C95B-D8A4-4CCB-A97F-A387016E04F0}"/>
              </a:ext>
            </a:extLst>
          </p:cNvPr>
          <p:cNvSpPr>
            <a:spLocks xmlns:a="http://schemas.openxmlformats.org/drawingml/2006/main" noGrp="1"/>
          </p:cNvSpPr>
          <p:nvPr/>
        </p:nvSpPr>
        <p:spPr>
          <a:xfrm xmlns:a="http://schemas.openxmlformats.org/drawingml/2006/main">
            <a:off x="5438675" y="1816019"/>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39" name="data-point-239">
            <a:extLst xmlns:a="http://schemas.openxmlformats.org/drawingml/2006/main">
              <a:ext uri="{FF2B5EF4-FFF2-40B4-BE49-F238E27FC236}">
                <a16:creationId xmlns:a16="http://schemas.microsoft.com/office/drawing/2014/main" id="{BD963A64-1735-4E6D-BA92-CCAF06FA06EC}"/>
              </a:ext>
            </a:extLst>
          </p:cNvPr>
          <p:cNvSpPr>
            <a:spLocks xmlns:a="http://schemas.openxmlformats.org/drawingml/2006/main" noGrp="1"/>
          </p:cNvSpPr>
          <p:nvPr/>
        </p:nvSpPr>
        <p:spPr>
          <a:xfrm xmlns:a="http://schemas.openxmlformats.org/drawingml/2006/main">
            <a:off x="4965038" y="1642676"/>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40" name="data-point-240">
            <a:extLst xmlns:a="http://schemas.openxmlformats.org/drawingml/2006/main">
              <a:ext uri="{FF2B5EF4-FFF2-40B4-BE49-F238E27FC236}">
                <a16:creationId xmlns:a16="http://schemas.microsoft.com/office/drawing/2014/main" id="{768D9F77-C8FD-472F-9953-E7F827D3358F}"/>
              </a:ext>
            </a:extLst>
          </p:cNvPr>
          <p:cNvSpPr>
            <a:spLocks xmlns:a="http://schemas.openxmlformats.org/drawingml/2006/main" noGrp="1"/>
          </p:cNvSpPr>
          <p:nvPr/>
        </p:nvSpPr>
        <p:spPr>
          <a:xfrm xmlns:a="http://schemas.openxmlformats.org/drawingml/2006/main">
            <a:off x="5061798" y="1809988"/>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41" name="data-point-241">
            <a:extLst xmlns:a="http://schemas.openxmlformats.org/drawingml/2006/main">
              <a:ext uri="{FF2B5EF4-FFF2-40B4-BE49-F238E27FC236}">
                <a16:creationId xmlns:a16="http://schemas.microsoft.com/office/drawing/2014/main" id="{7367DF77-9FE5-490B-8C2C-364A5E2614F4}"/>
              </a:ext>
            </a:extLst>
          </p:cNvPr>
          <p:cNvSpPr>
            <a:spLocks xmlns:a="http://schemas.openxmlformats.org/drawingml/2006/main" noGrp="1"/>
          </p:cNvSpPr>
          <p:nvPr/>
        </p:nvSpPr>
        <p:spPr>
          <a:xfrm xmlns:a="http://schemas.openxmlformats.org/drawingml/2006/main">
            <a:off x="5436917" y="1687303"/>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42" name="data-point-242">
            <a:extLst xmlns:a="http://schemas.openxmlformats.org/drawingml/2006/main">
              <a:ext uri="{FF2B5EF4-FFF2-40B4-BE49-F238E27FC236}">
                <a16:creationId xmlns:a16="http://schemas.microsoft.com/office/drawing/2014/main" id="{D1984F57-0B47-4C30-ABF9-761FDA6BC9A1}"/>
              </a:ext>
            </a:extLst>
          </p:cNvPr>
          <p:cNvSpPr>
            <a:spLocks xmlns:a="http://schemas.openxmlformats.org/drawingml/2006/main" noGrp="1"/>
          </p:cNvSpPr>
          <p:nvPr/>
        </p:nvSpPr>
        <p:spPr>
          <a:xfrm xmlns:a="http://schemas.openxmlformats.org/drawingml/2006/main">
            <a:off x="5108851" y="1722194"/>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43" name="data-point-243">
            <a:extLst xmlns:a="http://schemas.openxmlformats.org/drawingml/2006/main">
              <a:ext uri="{FF2B5EF4-FFF2-40B4-BE49-F238E27FC236}">
                <a16:creationId xmlns:a16="http://schemas.microsoft.com/office/drawing/2014/main" id="{F30BFFFC-4F8B-4F3C-A17C-D2CEC8732442}"/>
              </a:ext>
            </a:extLst>
          </p:cNvPr>
          <p:cNvSpPr>
            <a:spLocks xmlns:a="http://schemas.openxmlformats.org/drawingml/2006/main" noGrp="1"/>
          </p:cNvSpPr>
          <p:nvPr/>
        </p:nvSpPr>
        <p:spPr>
          <a:xfrm xmlns:a="http://schemas.openxmlformats.org/drawingml/2006/main">
            <a:off x="5505690" y="1538001"/>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44" name="data-point-244">
            <a:extLst xmlns:a="http://schemas.openxmlformats.org/drawingml/2006/main">
              <a:ext uri="{FF2B5EF4-FFF2-40B4-BE49-F238E27FC236}">
                <a16:creationId xmlns:a16="http://schemas.microsoft.com/office/drawing/2014/main" id="{FDBEDACB-A7E3-45AD-A665-8D48085F4A5A}"/>
              </a:ext>
            </a:extLst>
          </p:cNvPr>
          <p:cNvSpPr>
            <a:spLocks xmlns:a="http://schemas.openxmlformats.org/drawingml/2006/main" noGrp="1"/>
          </p:cNvSpPr>
          <p:nvPr/>
        </p:nvSpPr>
        <p:spPr>
          <a:xfrm xmlns:a="http://schemas.openxmlformats.org/drawingml/2006/main">
            <a:off x="5616279" y="1946433"/>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45" name="data-point-245">
            <a:extLst xmlns:a="http://schemas.openxmlformats.org/drawingml/2006/main">
              <a:ext uri="{FF2B5EF4-FFF2-40B4-BE49-F238E27FC236}">
                <a16:creationId xmlns:a16="http://schemas.microsoft.com/office/drawing/2014/main" id="{F4FA83A8-276E-488B-A183-310B4B24A223}"/>
              </a:ext>
            </a:extLst>
          </p:cNvPr>
          <p:cNvSpPr>
            <a:spLocks xmlns:a="http://schemas.openxmlformats.org/drawingml/2006/main" noGrp="1"/>
          </p:cNvSpPr>
          <p:nvPr/>
        </p:nvSpPr>
        <p:spPr>
          <a:xfrm xmlns:a="http://schemas.openxmlformats.org/drawingml/2006/main">
            <a:off x="5728104" y="1759301"/>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46" name="data-point-246">
            <a:extLst xmlns:a="http://schemas.openxmlformats.org/drawingml/2006/main">
              <a:ext uri="{FF2B5EF4-FFF2-40B4-BE49-F238E27FC236}">
                <a16:creationId xmlns:a16="http://schemas.microsoft.com/office/drawing/2014/main" id="{053C66A9-4BD1-4530-8308-04041BFE77F4}"/>
              </a:ext>
            </a:extLst>
          </p:cNvPr>
          <p:cNvSpPr>
            <a:spLocks xmlns:a="http://schemas.openxmlformats.org/drawingml/2006/main" noGrp="1"/>
          </p:cNvSpPr>
          <p:nvPr/>
        </p:nvSpPr>
        <p:spPr>
          <a:xfrm xmlns:a="http://schemas.openxmlformats.org/drawingml/2006/main">
            <a:off x="5431089" y="1602612"/>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47" name="data-point-247">
            <a:extLst xmlns:a="http://schemas.openxmlformats.org/drawingml/2006/main">
              <a:ext uri="{FF2B5EF4-FFF2-40B4-BE49-F238E27FC236}">
                <a16:creationId xmlns:a16="http://schemas.microsoft.com/office/drawing/2014/main" id="{E901C3C4-6E89-4981-9997-69E7D9183D7E}"/>
              </a:ext>
            </a:extLst>
          </p:cNvPr>
          <p:cNvSpPr>
            <a:spLocks xmlns:a="http://schemas.openxmlformats.org/drawingml/2006/main" noGrp="1"/>
          </p:cNvSpPr>
          <p:nvPr/>
        </p:nvSpPr>
        <p:spPr>
          <a:xfrm xmlns:a="http://schemas.openxmlformats.org/drawingml/2006/main">
            <a:off x="5291800" y="1791264"/>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48" name="data-point-248">
            <a:extLst xmlns:a="http://schemas.openxmlformats.org/drawingml/2006/main">
              <a:ext uri="{FF2B5EF4-FFF2-40B4-BE49-F238E27FC236}">
                <a16:creationId xmlns:a16="http://schemas.microsoft.com/office/drawing/2014/main" id="{013D55DC-9150-46DF-ADA4-0E6CCDBCF33D}"/>
              </a:ext>
            </a:extLst>
          </p:cNvPr>
          <p:cNvSpPr>
            <a:spLocks xmlns:a="http://schemas.openxmlformats.org/drawingml/2006/main" noGrp="1"/>
          </p:cNvSpPr>
          <p:nvPr/>
        </p:nvSpPr>
        <p:spPr>
          <a:xfrm xmlns:a="http://schemas.openxmlformats.org/drawingml/2006/main">
            <a:off x="5217040" y="1536286"/>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49" name="data-point-249">
            <a:extLst xmlns:a="http://schemas.openxmlformats.org/drawingml/2006/main">
              <a:ext uri="{FF2B5EF4-FFF2-40B4-BE49-F238E27FC236}">
                <a16:creationId xmlns:a16="http://schemas.microsoft.com/office/drawing/2014/main" id="{7EA65262-AEB4-4F22-B352-66B71EE3979F}"/>
              </a:ext>
            </a:extLst>
          </p:cNvPr>
          <p:cNvSpPr>
            <a:spLocks xmlns:a="http://schemas.openxmlformats.org/drawingml/2006/main" noGrp="1"/>
          </p:cNvSpPr>
          <p:nvPr/>
        </p:nvSpPr>
        <p:spPr>
          <a:xfrm xmlns:a="http://schemas.openxmlformats.org/drawingml/2006/main">
            <a:off x="5357223" y="1630471"/>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50" name="data-point-250">
            <a:extLst xmlns:a="http://schemas.openxmlformats.org/drawingml/2006/main">
              <a:ext uri="{FF2B5EF4-FFF2-40B4-BE49-F238E27FC236}">
                <a16:creationId xmlns:a16="http://schemas.microsoft.com/office/drawing/2014/main" id="{B1E3C097-5193-4F3E-AD9A-1BBC18A906D1}"/>
              </a:ext>
            </a:extLst>
          </p:cNvPr>
          <p:cNvSpPr>
            <a:spLocks xmlns:a="http://schemas.openxmlformats.org/drawingml/2006/main" noGrp="1"/>
          </p:cNvSpPr>
          <p:nvPr/>
        </p:nvSpPr>
        <p:spPr>
          <a:xfrm xmlns:a="http://schemas.openxmlformats.org/drawingml/2006/main">
            <a:off x="5208381" y="1758316"/>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51" name="data-point-251">
            <a:extLst xmlns:a="http://schemas.openxmlformats.org/drawingml/2006/main">
              <a:ext uri="{FF2B5EF4-FFF2-40B4-BE49-F238E27FC236}">
                <a16:creationId xmlns:a16="http://schemas.microsoft.com/office/drawing/2014/main" id="{F0C3C8DB-8165-441E-9C7F-A8A63CEEB8D6}"/>
              </a:ext>
            </a:extLst>
          </p:cNvPr>
          <p:cNvSpPr>
            <a:spLocks xmlns:a="http://schemas.openxmlformats.org/drawingml/2006/main" noGrp="1"/>
          </p:cNvSpPr>
          <p:nvPr/>
        </p:nvSpPr>
        <p:spPr>
          <a:xfrm xmlns:a="http://schemas.openxmlformats.org/drawingml/2006/main">
            <a:off x="5175333" y="1750173"/>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52" name="data-point-252">
            <a:extLst xmlns:a="http://schemas.openxmlformats.org/drawingml/2006/main">
              <a:ext uri="{FF2B5EF4-FFF2-40B4-BE49-F238E27FC236}">
                <a16:creationId xmlns:a16="http://schemas.microsoft.com/office/drawing/2014/main" id="{039B6ACA-47C9-4849-A3F3-10FE1468061C}"/>
              </a:ext>
            </a:extLst>
          </p:cNvPr>
          <p:cNvSpPr>
            <a:spLocks xmlns:a="http://schemas.openxmlformats.org/drawingml/2006/main" noGrp="1"/>
          </p:cNvSpPr>
          <p:nvPr/>
        </p:nvSpPr>
        <p:spPr>
          <a:xfrm xmlns:a="http://schemas.openxmlformats.org/drawingml/2006/main">
            <a:off x="5234412" y="1700456"/>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53" name="data-point-253">
            <a:extLst xmlns:a="http://schemas.openxmlformats.org/drawingml/2006/main">
              <a:ext uri="{FF2B5EF4-FFF2-40B4-BE49-F238E27FC236}">
                <a16:creationId xmlns:a16="http://schemas.microsoft.com/office/drawing/2014/main" id="{C26F48B2-2967-40FF-968E-7998B84CFEC3}"/>
              </a:ext>
            </a:extLst>
          </p:cNvPr>
          <p:cNvSpPr>
            <a:spLocks xmlns:a="http://schemas.openxmlformats.org/drawingml/2006/main" noGrp="1"/>
          </p:cNvSpPr>
          <p:nvPr/>
        </p:nvSpPr>
        <p:spPr>
          <a:xfrm xmlns:a="http://schemas.openxmlformats.org/drawingml/2006/main">
            <a:off x="5231713" y="1800693"/>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54" name="data-point-254">
            <a:extLst xmlns:a="http://schemas.openxmlformats.org/drawingml/2006/main">
              <a:ext uri="{FF2B5EF4-FFF2-40B4-BE49-F238E27FC236}">
                <a16:creationId xmlns:a16="http://schemas.microsoft.com/office/drawing/2014/main" id="{F4DEA9E8-02CC-4184-A1EB-88A15E817E98}"/>
              </a:ext>
            </a:extLst>
          </p:cNvPr>
          <p:cNvSpPr>
            <a:spLocks xmlns:a="http://schemas.openxmlformats.org/drawingml/2006/main" noGrp="1"/>
          </p:cNvSpPr>
          <p:nvPr/>
        </p:nvSpPr>
        <p:spPr>
          <a:xfrm xmlns:a="http://schemas.openxmlformats.org/drawingml/2006/main">
            <a:off x="5410824" y="1949933"/>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55" name="data-point-255">
            <a:extLst xmlns:a="http://schemas.openxmlformats.org/drawingml/2006/main">
              <a:ext uri="{FF2B5EF4-FFF2-40B4-BE49-F238E27FC236}">
                <a16:creationId xmlns:a16="http://schemas.microsoft.com/office/drawing/2014/main" id="{61FC53DF-9126-4E94-9191-14696F49B247}"/>
              </a:ext>
            </a:extLst>
          </p:cNvPr>
          <p:cNvSpPr>
            <a:spLocks xmlns:a="http://schemas.openxmlformats.org/drawingml/2006/main" noGrp="1"/>
          </p:cNvSpPr>
          <p:nvPr/>
        </p:nvSpPr>
        <p:spPr>
          <a:xfrm xmlns:a="http://schemas.openxmlformats.org/drawingml/2006/main">
            <a:off x="5166523" y="1740465"/>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56" name="data-point-256">
            <a:extLst xmlns:a="http://schemas.openxmlformats.org/drawingml/2006/main">
              <a:ext uri="{FF2B5EF4-FFF2-40B4-BE49-F238E27FC236}">
                <a16:creationId xmlns:a16="http://schemas.microsoft.com/office/drawing/2014/main" id="{FE3647D8-DBA4-4BE0-B7F0-543CB6E583A7}"/>
              </a:ext>
            </a:extLst>
          </p:cNvPr>
          <p:cNvSpPr>
            <a:spLocks xmlns:a="http://schemas.openxmlformats.org/drawingml/2006/main" noGrp="1"/>
          </p:cNvSpPr>
          <p:nvPr/>
        </p:nvSpPr>
        <p:spPr>
          <a:xfrm xmlns:a="http://schemas.openxmlformats.org/drawingml/2006/main">
            <a:off x="5125521" y="1614399"/>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57" name="data-point-257">
            <a:extLst xmlns:a="http://schemas.openxmlformats.org/drawingml/2006/main">
              <a:ext uri="{FF2B5EF4-FFF2-40B4-BE49-F238E27FC236}">
                <a16:creationId xmlns:a16="http://schemas.microsoft.com/office/drawing/2014/main" id="{A1FFCCFD-96A7-4514-ABEE-BA0F49E02604}"/>
              </a:ext>
            </a:extLst>
          </p:cNvPr>
          <p:cNvSpPr>
            <a:spLocks xmlns:a="http://schemas.openxmlformats.org/drawingml/2006/main" noGrp="1"/>
          </p:cNvSpPr>
          <p:nvPr/>
        </p:nvSpPr>
        <p:spPr>
          <a:xfrm xmlns:a="http://schemas.openxmlformats.org/drawingml/2006/main">
            <a:off x="5723438" y="1673809"/>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58" name="data-point-258">
            <a:extLst xmlns:a="http://schemas.openxmlformats.org/drawingml/2006/main">
              <a:ext uri="{FF2B5EF4-FFF2-40B4-BE49-F238E27FC236}">
                <a16:creationId xmlns:a16="http://schemas.microsoft.com/office/drawing/2014/main" id="{9DC2DB62-3590-4E02-91D6-0ACD095AF561}"/>
              </a:ext>
            </a:extLst>
          </p:cNvPr>
          <p:cNvSpPr>
            <a:spLocks xmlns:a="http://schemas.openxmlformats.org/drawingml/2006/main" noGrp="1"/>
          </p:cNvSpPr>
          <p:nvPr/>
        </p:nvSpPr>
        <p:spPr>
          <a:xfrm xmlns:a="http://schemas.openxmlformats.org/drawingml/2006/main">
            <a:off x="5735206" y="1646404"/>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59" name="data-point-259">
            <a:extLst xmlns:a="http://schemas.openxmlformats.org/drawingml/2006/main">
              <a:ext uri="{FF2B5EF4-FFF2-40B4-BE49-F238E27FC236}">
                <a16:creationId xmlns:a16="http://schemas.microsoft.com/office/drawing/2014/main" id="{9DDE9D7E-6E78-4E2B-AA0A-8CD7830494F4}"/>
              </a:ext>
            </a:extLst>
          </p:cNvPr>
          <p:cNvSpPr>
            <a:spLocks xmlns:a="http://schemas.openxmlformats.org/drawingml/2006/main" noGrp="1"/>
          </p:cNvSpPr>
          <p:nvPr/>
        </p:nvSpPr>
        <p:spPr>
          <a:xfrm xmlns:a="http://schemas.openxmlformats.org/drawingml/2006/main">
            <a:off x="5512480" y="1762277"/>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60" name="data-point-260">
            <a:extLst xmlns:a="http://schemas.openxmlformats.org/drawingml/2006/main">
              <a:ext uri="{FF2B5EF4-FFF2-40B4-BE49-F238E27FC236}">
                <a16:creationId xmlns:a16="http://schemas.microsoft.com/office/drawing/2014/main" id="{828BAECC-41CA-45D0-B02D-49CC842A8A41}"/>
              </a:ext>
            </a:extLst>
          </p:cNvPr>
          <p:cNvSpPr>
            <a:spLocks xmlns:a="http://schemas.openxmlformats.org/drawingml/2006/main" noGrp="1"/>
          </p:cNvSpPr>
          <p:nvPr/>
        </p:nvSpPr>
        <p:spPr>
          <a:xfrm xmlns:a="http://schemas.openxmlformats.org/drawingml/2006/main">
            <a:off x="5416701" y="1561911"/>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61" name="data-point-261">
            <a:extLst xmlns:a="http://schemas.openxmlformats.org/drawingml/2006/main">
              <a:ext uri="{FF2B5EF4-FFF2-40B4-BE49-F238E27FC236}">
                <a16:creationId xmlns:a16="http://schemas.microsoft.com/office/drawing/2014/main" id="{C4A1D943-71F9-48BF-BDFF-D99484FBDAB0}"/>
              </a:ext>
            </a:extLst>
          </p:cNvPr>
          <p:cNvSpPr>
            <a:spLocks xmlns:a="http://schemas.openxmlformats.org/drawingml/2006/main" noGrp="1"/>
          </p:cNvSpPr>
          <p:nvPr/>
        </p:nvSpPr>
        <p:spPr>
          <a:xfrm xmlns:a="http://schemas.openxmlformats.org/drawingml/2006/main">
            <a:off x="5537547" y="1683237"/>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62" name="data-point-262">
            <a:extLst xmlns:a="http://schemas.openxmlformats.org/drawingml/2006/main">
              <a:ext uri="{FF2B5EF4-FFF2-40B4-BE49-F238E27FC236}">
                <a16:creationId xmlns:a16="http://schemas.microsoft.com/office/drawing/2014/main" id="{2CE5DD6E-8D18-466C-B56F-6311D72E8425}"/>
              </a:ext>
            </a:extLst>
          </p:cNvPr>
          <p:cNvSpPr>
            <a:spLocks xmlns:a="http://schemas.openxmlformats.org/drawingml/2006/main" noGrp="1"/>
          </p:cNvSpPr>
          <p:nvPr/>
        </p:nvSpPr>
        <p:spPr>
          <a:xfrm xmlns:a="http://schemas.openxmlformats.org/drawingml/2006/main">
            <a:off x="5582673" y="1515211"/>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63" name="data-point-263">
            <a:extLst xmlns:a="http://schemas.openxmlformats.org/drawingml/2006/main">
              <a:ext uri="{FF2B5EF4-FFF2-40B4-BE49-F238E27FC236}">
                <a16:creationId xmlns:a16="http://schemas.microsoft.com/office/drawing/2014/main" id="{6376A527-DF9F-4BB6-BE26-C5841F1D8E9A}"/>
              </a:ext>
            </a:extLst>
          </p:cNvPr>
          <p:cNvSpPr>
            <a:spLocks xmlns:a="http://schemas.openxmlformats.org/drawingml/2006/main" noGrp="1"/>
          </p:cNvSpPr>
          <p:nvPr/>
        </p:nvSpPr>
        <p:spPr>
          <a:xfrm xmlns:a="http://schemas.openxmlformats.org/drawingml/2006/main">
            <a:off x="5667770" y="1486584"/>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64" name="data-point-264">
            <a:extLst xmlns:a="http://schemas.openxmlformats.org/drawingml/2006/main">
              <a:ext uri="{FF2B5EF4-FFF2-40B4-BE49-F238E27FC236}">
                <a16:creationId xmlns:a16="http://schemas.microsoft.com/office/drawing/2014/main" id="{EAA8A941-C8EB-42C1-8D60-DD8D16065F1D}"/>
              </a:ext>
            </a:extLst>
          </p:cNvPr>
          <p:cNvSpPr>
            <a:spLocks xmlns:a="http://schemas.openxmlformats.org/drawingml/2006/main" noGrp="1"/>
          </p:cNvSpPr>
          <p:nvPr/>
        </p:nvSpPr>
        <p:spPr>
          <a:xfrm xmlns:a="http://schemas.openxmlformats.org/drawingml/2006/main">
            <a:off x="5850401" y="2104065"/>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65" name="data-point-265">
            <a:extLst xmlns:a="http://schemas.openxmlformats.org/drawingml/2006/main">
              <a:ext uri="{FF2B5EF4-FFF2-40B4-BE49-F238E27FC236}">
                <a16:creationId xmlns:a16="http://schemas.microsoft.com/office/drawing/2014/main" id="{A649FD40-D078-4586-B941-B9E5BAAFFCED}"/>
              </a:ext>
            </a:extLst>
          </p:cNvPr>
          <p:cNvSpPr>
            <a:spLocks xmlns:a="http://schemas.openxmlformats.org/drawingml/2006/main" noGrp="1"/>
          </p:cNvSpPr>
          <p:nvPr/>
        </p:nvSpPr>
        <p:spPr>
          <a:xfrm xmlns:a="http://schemas.openxmlformats.org/drawingml/2006/main">
            <a:off x="5779195" y="1760886"/>
            <a:ext cx="24750" cy="247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266" name="data-point-266">
            <a:extLst xmlns:a="http://schemas.openxmlformats.org/drawingml/2006/main">
              <a:ext uri="{FF2B5EF4-FFF2-40B4-BE49-F238E27FC236}">
                <a16:creationId xmlns:a16="http://schemas.microsoft.com/office/drawing/2014/main" id="{126CB90A-79C7-4D38-96FA-B4EE1C9A4A36}"/>
              </a:ext>
            </a:extLst>
          </p:cNvPr>
          <p:cNvSpPr>
            <a:spLocks xmlns:a="http://schemas.openxmlformats.org/drawingml/2006/main" noGrp="1"/>
          </p:cNvSpPr>
          <p:nvPr/>
        </p:nvSpPr>
        <p:spPr>
          <a:xfrm xmlns:a="http://schemas.openxmlformats.org/drawingml/2006/main">
            <a:off x="5397636" y="1816414"/>
            <a:ext cx="24750" cy="247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267" name="data-point-267">
            <a:extLst xmlns:a="http://schemas.openxmlformats.org/drawingml/2006/main">
              <a:ext uri="{FF2B5EF4-FFF2-40B4-BE49-F238E27FC236}">
                <a16:creationId xmlns:a16="http://schemas.microsoft.com/office/drawing/2014/main" id="{88518DF2-E870-43CF-972E-9A0D86ADF438}"/>
              </a:ext>
            </a:extLst>
          </p:cNvPr>
          <p:cNvSpPr>
            <a:spLocks xmlns:a="http://schemas.openxmlformats.org/drawingml/2006/main" noGrp="1"/>
          </p:cNvSpPr>
          <p:nvPr/>
        </p:nvSpPr>
        <p:spPr>
          <a:xfrm xmlns:a="http://schemas.openxmlformats.org/drawingml/2006/main">
            <a:off x="5734399" y="1767203"/>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68" name="data-point-268">
            <a:extLst xmlns:a="http://schemas.openxmlformats.org/drawingml/2006/main">
              <a:ext uri="{FF2B5EF4-FFF2-40B4-BE49-F238E27FC236}">
                <a16:creationId xmlns:a16="http://schemas.microsoft.com/office/drawing/2014/main" id="{52DC9E52-72A2-420E-AA54-5E565C4C536F}"/>
              </a:ext>
            </a:extLst>
          </p:cNvPr>
          <p:cNvSpPr>
            <a:spLocks xmlns:a="http://schemas.openxmlformats.org/drawingml/2006/main" noGrp="1"/>
          </p:cNvSpPr>
          <p:nvPr/>
        </p:nvSpPr>
        <p:spPr>
          <a:xfrm xmlns:a="http://schemas.openxmlformats.org/drawingml/2006/main">
            <a:off x="5641725" y="1689448"/>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69" name="data-point-269">
            <a:extLst xmlns:a="http://schemas.openxmlformats.org/drawingml/2006/main">
              <a:ext uri="{FF2B5EF4-FFF2-40B4-BE49-F238E27FC236}">
                <a16:creationId xmlns:a16="http://schemas.microsoft.com/office/drawing/2014/main" id="{CF6B01D5-7408-472B-84A6-71A01A1AA0E0}"/>
              </a:ext>
            </a:extLst>
          </p:cNvPr>
          <p:cNvSpPr>
            <a:spLocks xmlns:a="http://schemas.openxmlformats.org/drawingml/2006/main" noGrp="1"/>
          </p:cNvSpPr>
          <p:nvPr/>
        </p:nvSpPr>
        <p:spPr>
          <a:xfrm xmlns:a="http://schemas.openxmlformats.org/drawingml/2006/main">
            <a:off x="5530027" y="1692532"/>
            <a:ext cx="24750" cy="247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270" name="text-270">
            <a:extLst xmlns:a="http://schemas.openxmlformats.org/drawingml/2006/main">
              <a:ext uri="{FF2B5EF4-FFF2-40B4-BE49-F238E27FC236}">
                <a16:creationId xmlns:a16="http://schemas.microsoft.com/office/drawing/2014/main" id="{D205E6FA-FBF5-41F9-879F-CD33E2B7806F}"/>
              </a:ext>
            </a:extLst>
          </p:cNvPr>
          <p:cNvSpPr>
            <a:spLocks xmlns:a="http://schemas.openxmlformats.org/drawingml/2006/main" noGrp="1"/>
          </p:cNvSpPr>
          <p:nvPr/>
        </p:nvSpPr>
        <p:spPr>
          <a:xfrm xmlns:a="http://schemas.openxmlformats.org/drawingml/2006/main" rot="0">
            <a:off x="4684500" y="2673000"/>
            <a:ext cx="1665000" cy="13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All outer-fold test predictions</a:t>
            </a:r>
          </a:p>
        </p:txBody>
      </p:sp>
      <p:sp>
        <p:nvSpPr>
          <p:cNvPr id="271" name="text-271">
            <a:extLst xmlns:a="http://schemas.openxmlformats.org/drawingml/2006/main">
              <a:ext uri="{FF2B5EF4-FFF2-40B4-BE49-F238E27FC236}">
                <a16:creationId xmlns:a16="http://schemas.microsoft.com/office/drawing/2014/main" id="{922A7F0D-DE77-417B-8CA1-572C799CAC54}"/>
              </a:ext>
            </a:extLst>
          </p:cNvPr>
          <p:cNvSpPr>
            <a:spLocks xmlns:a="http://schemas.openxmlformats.org/drawingml/2006/main" noGrp="1"/>
          </p:cNvSpPr>
          <p:nvPr/>
        </p:nvSpPr>
        <p:spPr>
          <a:xfrm xmlns:a="http://schemas.openxmlformats.org/drawingml/2006/main" rot="0">
            <a:off x="108000" y="3019500"/>
            <a:ext cx="153000" cy="17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6" b="1">
                <a:solidFill>
                  <a:srgbClr val="000000"/>
                </a:solidFill>
                <a:latin typeface="Times New Roman"/>
                <a:ea typeface="Times New Roman"/>
                <a:cs typeface="Times New Roman"/>
              </a:defRPr>
            </a:pPr>
            <a:r>
              <a:rPr sz="1276" b="1">
                <a:solidFill>
                  <a:srgbClr val="000000"/>
                </a:solidFill>
                <a:latin typeface="Times New Roman"/>
                <a:ea typeface="Times New Roman"/>
                <a:cs typeface="Times New Roman"/>
              </a:rPr>
              <a:t>D</a:t>
            </a:r>
          </a:p>
        </p:txBody>
      </p:sp>
      <p:sp>
        <p:nvSpPr>
          <p:cNvPr id="272" name="text-272">
            <a:extLst xmlns:a="http://schemas.openxmlformats.org/drawingml/2006/main">
              <a:ext uri="{FF2B5EF4-FFF2-40B4-BE49-F238E27FC236}">
                <a16:creationId xmlns:a16="http://schemas.microsoft.com/office/drawing/2014/main" id="{962ACC9C-E5DC-4C5B-8464-209E65370088}"/>
              </a:ext>
            </a:extLst>
          </p:cNvPr>
          <p:cNvSpPr>
            <a:spLocks xmlns:a="http://schemas.openxmlformats.org/drawingml/2006/main" noGrp="1"/>
          </p:cNvSpPr>
          <p:nvPr/>
        </p:nvSpPr>
        <p:spPr>
          <a:xfrm xmlns:a="http://schemas.openxmlformats.org/drawingml/2006/main" rot="0">
            <a:off x="297000" y="3024000"/>
            <a:ext cx="1813500" cy="1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86" b="1">
                <a:solidFill>
                  <a:srgbClr val="000000"/>
                </a:solidFill>
                <a:latin typeface="Times New Roman"/>
                <a:ea typeface="Times New Roman"/>
                <a:cs typeface="Times New Roman"/>
              </a:defRPr>
            </a:pPr>
            <a:r>
              <a:rPr sz="886" b="1">
                <a:solidFill>
                  <a:srgbClr val="000000"/>
                </a:solidFill>
                <a:latin typeface="Times New Roman"/>
                <a:ea typeface="Times New Roman"/>
                <a:cs typeface="Times New Roman"/>
              </a:rPr>
              <a:t>Persistence</a:t>
            </a:r>
          </a:p>
        </p:txBody>
      </p:sp>
      <p:sp>
        <p:nvSpPr>
          <p:cNvPr id="273" name="data-path-273">
            <a:extLst xmlns:a="http://schemas.openxmlformats.org/drawingml/2006/main">
              <a:ext uri="{FF2B5EF4-FFF2-40B4-BE49-F238E27FC236}">
                <a16:creationId xmlns:a16="http://schemas.microsoft.com/office/drawing/2014/main" id="{298405AE-390F-49CA-8A7A-8F3E54044365}"/>
              </a:ext>
            </a:extLst>
          </p:cNvPr>
          <p:cNvSpPr>
            <a:spLocks xmlns:a="http://schemas.openxmlformats.org/drawingml/2006/main" noGrp="1"/>
          </p:cNvSpPr>
          <p:nvPr/>
        </p:nvSpPr>
        <p:spPr>
          <a:xfrm xmlns:a="http://schemas.openxmlformats.org/drawingml/2006/main">
            <a:off x="472500" y="4608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274" name="data-path-274">
            <a:extLst xmlns:a="http://schemas.openxmlformats.org/drawingml/2006/main">
              <a:ext uri="{FF2B5EF4-FFF2-40B4-BE49-F238E27FC236}">
                <a16:creationId xmlns:a16="http://schemas.microsoft.com/office/drawing/2014/main" id="{CCAECC8E-40C3-4D29-AB25-255C3858D679}"/>
              </a:ext>
            </a:extLst>
          </p:cNvPr>
          <p:cNvSpPr>
            <a:spLocks xmlns:a="http://schemas.openxmlformats.org/drawingml/2006/main" noGrp="1"/>
          </p:cNvSpPr>
          <p:nvPr/>
        </p:nvSpPr>
        <p:spPr>
          <a:xfrm xmlns:a="http://schemas.openxmlformats.org/drawingml/2006/main">
            <a:off x="472500" y="432675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275" name="data-path-275">
            <a:extLst xmlns:a="http://schemas.openxmlformats.org/drawingml/2006/main">
              <a:ext uri="{FF2B5EF4-FFF2-40B4-BE49-F238E27FC236}">
                <a16:creationId xmlns:a16="http://schemas.microsoft.com/office/drawing/2014/main" id="{06F910B9-6EE5-4C41-A3D1-4BF97A8D1EB8}"/>
              </a:ext>
            </a:extLst>
          </p:cNvPr>
          <p:cNvSpPr>
            <a:spLocks xmlns:a="http://schemas.openxmlformats.org/drawingml/2006/main" noGrp="1"/>
          </p:cNvSpPr>
          <p:nvPr/>
        </p:nvSpPr>
        <p:spPr>
          <a:xfrm xmlns:a="http://schemas.openxmlformats.org/drawingml/2006/main">
            <a:off x="472500" y="4045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276" name="data-path-276">
            <a:extLst xmlns:a="http://schemas.openxmlformats.org/drawingml/2006/main">
              <a:ext uri="{FF2B5EF4-FFF2-40B4-BE49-F238E27FC236}">
                <a16:creationId xmlns:a16="http://schemas.microsoft.com/office/drawing/2014/main" id="{9AB062A4-1CE8-4360-B134-D03BE11F7A6B}"/>
              </a:ext>
            </a:extLst>
          </p:cNvPr>
          <p:cNvSpPr>
            <a:spLocks xmlns:a="http://schemas.openxmlformats.org/drawingml/2006/main" noGrp="1"/>
          </p:cNvSpPr>
          <p:nvPr/>
        </p:nvSpPr>
        <p:spPr>
          <a:xfrm xmlns:a="http://schemas.openxmlformats.org/drawingml/2006/main">
            <a:off x="472500" y="376425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277" name="data-path-277">
            <a:extLst xmlns:a="http://schemas.openxmlformats.org/drawingml/2006/main">
              <a:ext uri="{FF2B5EF4-FFF2-40B4-BE49-F238E27FC236}">
                <a16:creationId xmlns:a16="http://schemas.microsoft.com/office/drawing/2014/main" id="{FC38F088-999B-4CC1-9603-351B90527801}"/>
              </a:ext>
            </a:extLst>
          </p:cNvPr>
          <p:cNvSpPr>
            <a:spLocks xmlns:a="http://schemas.openxmlformats.org/drawingml/2006/main" noGrp="1"/>
          </p:cNvSpPr>
          <p:nvPr/>
        </p:nvSpPr>
        <p:spPr>
          <a:xfrm xmlns:a="http://schemas.openxmlformats.org/drawingml/2006/main">
            <a:off x="472500" y="3483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278" name="data-path-278">
            <a:extLst xmlns:a="http://schemas.openxmlformats.org/drawingml/2006/main">
              <a:ext uri="{FF2B5EF4-FFF2-40B4-BE49-F238E27FC236}">
                <a16:creationId xmlns:a16="http://schemas.microsoft.com/office/drawing/2014/main" id="{208C4459-EBE8-4D17-9497-92A479FC7DFA}"/>
              </a:ext>
            </a:extLst>
          </p:cNvPr>
          <p:cNvSpPr>
            <a:spLocks xmlns:a="http://schemas.openxmlformats.org/drawingml/2006/main" noGrp="1"/>
          </p:cNvSpPr>
          <p:nvPr/>
        </p:nvSpPr>
        <p:spPr>
          <a:xfrm xmlns:a="http://schemas.openxmlformats.org/drawingml/2006/main">
            <a:off x="472500" y="3483000"/>
            <a:ext cx="450" cy="1125000"/>
          </a:xfrm>
          <a:custGeom xmlns:a="http://schemas.openxmlformats.org/drawingml/2006/main">
            <a:pathLst>
              <a:path w="450" h="1125000">
                <a:moveTo>
                  <a:pt x="0" y="0"/>
                </a:moveTo>
                <a:lnTo>
                  <a:pt x="0" y="1125000"/>
                </a:lnTo>
              </a:path>
            </a:pathLst>
          </a:custGeom>
          <a:noFill xmlns:a="http://schemas.openxmlformats.org/drawingml/2006/main"/>
          <a:ln xmlns:a="http://schemas.openxmlformats.org/drawingml/2006/main" w="6750">
            <a:solidFill>
              <a:srgbClr val="34454D"/>
            </a:solidFill>
          </a:ln>
        </p:spPr>
      </p:sp>
      <p:sp>
        <p:nvSpPr>
          <p:cNvPr id="279" name="data-path-279">
            <a:extLst xmlns:a="http://schemas.openxmlformats.org/drawingml/2006/main">
              <a:ext uri="{FF2B5EF4-FFF2-40B4-BE49-F238E27FC236}">
                <a16:creationId xmlns:a16="http://schemas.microsoft.com/office/drawing/2014/main" id="{0348664C-B4BD-4EED-9A35-5170C99FF010}"/>
              </a:ext>
            </a:extLst>
          </p:cNvPr>
          <p:cNvSpPr>
            <a:spLocks xmlns:a="http://schemas.openxmlformats.org/drawingml/2006/main" noGrp="1"/>
          </p:cNvSpPr>
          <p:nvPr/>
        </p:nvSpPr>
        <p:spPr>
          <a:xfrm xmlns:a="http://schemas.openxmlformats.org/drawingml/2006/main">
            <a:off x="472500" y="4608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6750">
            <a:solidFill>
              <a:srgbClr val="34454D"/>
            </a:solidFill>
          </a:ln>
        </p:spPr>
      </p:sp>
      <p:sp>
        <p:nvSpPr>
          <p:cNvPr id="280" name="data-path-280">
            <a:extLst xmlns:a="http://schemas.openxmlformats.org/drawingml/2006/main">
              <a:ext uri="{FF2B5EF4-FFF2-40B4-BE49-F238E27FC236}">
                <a16:creationId xmlns:a16="http://schemas.microsoft.com/office/drawing/2014/main" id="{E3C9F850-06A5-449F-A503-E41F5B592BB3}"/>
              </a:ext>
            </a:extLst>
          </p:cNvPr>
          <p:cNvSpPr>
            <a:spLocks xmlns:a="http://schemas.openxmlformats.org/drawingml/2006/main" noGrp="1"/>
          </p:cNvSpPr>
          <p:nvPr/>
        </p:nvSpPr>
        <p:spPr>
          <a:xfrm xmlns:a="http://schemas.openxmlformats.org/drawingml/2006/main">
            <a:off x="472500"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281" name="text-281">
            <a:extLst xmlns:a="http://schemas.openxmlformats.org/drawingml/2006/main">
              <a:ext uri="{FF2B5EF4-FFF2-40B4-BE49-F238E27FC236}">
                <a16:creationId xmlns:a16="http://schemas.microsoft.com/office/drawing/2014/main" id="{C071EB66-7FE2-490E-9D87-B59FF307E042}"/>
              </a:ext>
            </a:extLst>
          </p:cNvPr>
          <p:cNvSpPr>
            <a:spLocks xmlns:a="http://schemas.openxmlformats.org/drawingml/2006/main" noGrp="1"/>
          </p:cNvSpPr>
          <p:nvPr/>
        </p:nvSpPr>
        <p:spPr>
          <a:xfrm xmlns:a="http://schemas.openxmlformats.org/drawingml/2006/main" rot="0">
            <a:off x="310500"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282" name="data-path-282">
            <a:extLst xmlns:a="http://schemas.openxmlformats.org/drawingml/2006/main">
              <a:ext uri="{FF2B5EF4-FFF2-40B4-BE49-F238E27FC236}">
                <a16:creationId xmlns:a16="http://schemas.microsoft.com/office/drawing/2014/main" id="{CD385FD0-FBA2-4909-92C2-C252186CEBDC}"/>
              </a:ext>
            </a:extLst>
          </p:cNvPr>
          <p:cNvSpPr>
            <a:spLocks xmlns:a="http://schemas.openxmlformats.org/drawingml/2006/main" noGrp="1"/>
          </p:cNvSpPr>
          <p:nvPr/>
        </p:nvSpPr>
        <p:spPr>
          <a:xfrm xmlns:a="http://schemas.openxmlformats.org/drawingml/2006/main">
            <a:off x="856125"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283" name="text-283">
            <a:extLst xmlns:a="http://schemas.openxmlformats.org/drawingml/2006/main">
              <a:ext uri="{FF2B5EF4-FFF2-40B4-BE49-F238E27FC236}">
                <a16:creationId xmlns:a16="http://schemas.microsoft.com/office/drawing/2014/main" id="{6C1577CB-6748-4C53-A5E1-753953EFDA1C}"/>
              </a:ext>
            </a:extLst>
          </p:cNvPr>
          <p:cNvSpPr>
            <a:spLocks xmlns:a="http://schemas.openxmlformats.org/drawingml/2006/main" noGrp="1"/>
          </p:cNvSpPr>
          <p:nvPr/>
        </p:nvSpPr>
        <p:spPr>
          <a:xfrm xmlns:a="http://schemas.openxmlformats.org/drawingml/2006/main" rot="0">
            <a:off x="694125"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284" name="data-path-284">
            <a:extLst xmlns:a="http://schemas.openxmlformats.org/drawingml/2006/main">
              <a:ext uri="{FF2B5EF4-FFF2-40B4-BE49-F238E27FC236}">
                <a16:creationId xmlns:a16="http://schemas.microsoft.com/office/drawing/2014/main" id="{7718E661-E527-49CF-80A8-AB8B5D267DC3}"/>
              </a:ext>
            </a:extLst>
          </p:cNvPr>
          <p:cNvSpPr>
            <a:spLocks xmlns:a="http://schemas.openxmlformats.org/drawingml/2006/main" noGrp="1"/>
          </p:cNvSpPr>
          <p:nvPr/>
        </p:nvSpPr>
        <p:spPr>
          <a:xfrm xmlns:a="http://schemas.openxmlformats.org/drawingml/2006/main">
            <a:off x="1239750"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285" name="text-285">
            <a:extLst xmlns:a="http://schemas.openxmlformats.org/drawingml/2006/main">
              <a:ext uri="{FF2B5EF4-FFF2-40B4-BE49-F238E27FC236}">
                <a16:creationId xmlns:a16="http://schemas.microsoft.com/office/drawing/2014/main" id="{DBC3E80E-96D2-4B57-B1EF-D43051CA3303}"/>
              </a:ext>
            </a:extLst>
          </p:cNvPr>
          <p:cNvSpPr>
            <a:spLocks xmlns:a="http://schemas.openxmlformats.org/drawingml/2006/main" noGrp="1"/>
          </p:cNvSpPr>
          <p:nvPr/>
        </p:nvSpPr>
        <p:spPr>
          <a:xfrm xmlns:a="http://schemas.openxmlformats.org/drawingml/2006/main" rot="0">
            <a:off x="1077750"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286" name="data-path-286">
            <a:extLst xmlns:a="http://schemas.openxmlformats.org/drawingml/2006/main">
              <a:ext uri="{FF2B5EF4-FFF2-40B4-BE49-F238E27FC236}">
                <a16:creationId xmlns:a16="http://schemas.microsoft.com/office/drawing/2014/main" id="{2C7E392B-8F9A-4D79-992B-C2BEC67169F2}"/>
              </a:ext>
            </a:extLst>
          </p:cNvPr>
          <p:cNvSpPr>
            <a:spLocks xmlns:a="http://schemas.openxmlformats.org/drawingml/2006/main" noGrp="1"/>
          </p:cNvSpPr>
          <p:nvPr/>
        </p:nvSpPr>
        <p:spPr>
          <a:xfrm xmlns:a="http://schemas.openxmlformats.org/drawingml/2006/main">
            <a:off x="1623375"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287" name="text-287">
            <a:extLst xmlns:a="http://schemas.openxmlformats.org/drawingml/2006/main">
              <a:ext uri="{FF2B5EF4-FFF2-40B4-BE49-F238E27FC236}">
                <a16:creationId xmlns:a16="http://schemas.microsoft.com/office/drawing/2014/main" id="{3B7E10D3-A77B-459D-A2C1-B5CF829A1FE0}"/>
              </a:ext>
            </a:extLst>
          </p:cNvPr>
          <p:cNvSpPr>
            <a:spLocks xmlns:a="http://schemas.openxmlformats.org/drawingml/2006/main" noGrp="1"/>
          </p:cNvSpPr>
          <p:nvPr/>
        </p:nvSpPr>
        <p:spPr>
          <a:xfrm xmlns:a="http://schemas.openxmlformats.org/drawingml/2006/main" rot="0">
            <a:off x="1461375"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288" name="data-path-288">
            <a:extLst xmlns:a="http://schemas.openxmlformats.org/drawingml/2006/main">
              <a:ext uri="{FF2B5EF4-FFF2-40B4-BE49-F238E27FC236}">
                <a16:creationId xmlns:a16="http://schemas.microsoft.com/office/drawing/2014/main" id="{2F7E57EF-9227-4420-914F-ACA13D3E5B2F}"/>
              </a:ext>
            </a:extLst>
          </p:cNvPr>
          <p:cNvSpPr>
            <a:spLocks xmlns:a="http://schemas.openxmlformats.org/drawingml/2006/main" noGrp="1"/>
          </p:cNvSpPr>
          <p:nvPr/>
        </p:nvSpPr>
        <p:spPr>
          <a:xfrm xmlns:a="http://schemas.openxmlformats.org/drawingml/2006/main">
            <a:off x="2007000"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289" name="text-289">
            <a:extLst xmlns:a="http://schemas.openxmlformats.org/drawingml/2006/main">
              <a:ext uri="{FF2B5EF4-FFF2-40B4-BE49-F238E27FC236}">
                <a16:creationId xmlns:a16="http://schemas.microsoft.com/office/drawing/2014/main" id="{25890337-7B7B-4916-9AEA-E97E9AFDA804}"/>
              </a:ext>
            </a:extLst>
          </p:cNvPr>
          <p:cNvSpPr>
            <a:spLocks xmlns:a="http://schemas.openxmlformats.org/drawingml/2006/main" noGrp="1"/>
          </p:cNvSpPr>
          <p:nvPr/>
        </p:nvSpPr>
        <p:spPr>
          <a:xfrm xmlns:a="http://schemas.openxmlformats.org/drawingml/2006/main" rot="0">
            <a:off x="1845000"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290" name="data-path-290">
            <a:extLst xmlns:a="http://schemas.openxmlformats.org/drawingml/2006/main">
              <a:ext uri="{FF2B5EF4-FFF2-40B4-BE49-F238E27FC236}">
                <a16:creationId xmlns:a16="http://schemas.microsoft.com/office/drawing/2014/main" id="{48CEC98A-C69E-4A33-9D95-0C20295CF9DA}"/>
              </a:ext>
            </a:extLst>
          </p:cNvPr>
          <p:cNvSpPr>
            <a:spLocks xmlns:a="http://schemas.openxmlformats.org/drawingml/2006/main" noGrp="1"/>
          </p:cNvSpPr>
          <p:nvPr/>
        </p:nvSpPr>
        <p:spPr>
          <a:xfrm xmlns:a="http://schemas.openxmlformats.org/drawingml/2006/main">
            <a:off x="450000" y="4608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291" name="text-291">
            <a:extLst xmlns:a="http://schemas.openxmlformats.org/drawingml/2006/main">
              <a:ext uri="{FF2B5EF4-FFF2-40B4-BE49-F238E27FC236}">
                <a16:creationId xmlns:a16="http://schemas.microsoft.com/office/drawing/2014/main" id="{CB931AEF-CB1A-4F87-A813-DAD3C2E2B82B}"/>
              </a:ext>
            </a:extLst>
          </p:cNvPr>
          <p:cNvSpPr>
            <a:spLocks xmlns:a="http://schemas.openxmlformats.org/drawingml/2006/main" noGrp="1"/>
          </p:cNvSpPr>
          <p:nvPr/>
        </p:nvSpPr>
        <p:spPr>
          <a:xfrm xmlns:a="http://schemas.openxmlformats.org/drawingml/2006/main" rot="0">
            <a:off x="220500" y="4549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292" name="data-path-292">
            <a:extLst xmlns:a="http://schemas.openxmlformats.org/drawingml/2006/main">
              <a:ext uri="{FF2B5EF4-FFF2-40B4-BE49-F238E27FC236}">
                <a16:creationId xmlns:a16="http://schemas.microsoft.com/office/drawing/2014/main" id="{A1DBDD4C-7362-4ADF-A69E-4D9FCC38AF02}"/>
              </a:ext>
            </a:extLst>
          </p:cNvPr>
          <p:cNvSpPr>
            <a:spLocks xmlns:a="http://schemas.openxmlformats.org/drawingml/2006/main" noGrp="1"/>
          </p:cNvSpPr>
          <p:nvPr/>
        </p:nvSpPr>
        <p:spPr>
          <a:xfrm xmlns:a="http://schemas.openxmlformats.org/drawingml/2006/main">
            <a:off x="450000" y="432675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293" name="text-293">
            <a:extLst xmlns:a="http://schemas.openxmlformats.org/drawingml/2006/main">
              <a:ext uri="{FF2B5EF4-FFF2-40B4-BE49-F238E27FC236}">
                <a16:creationId xmlns:a16="http://schemas.microsoft.com/office/drawing/2014/main" id="{FB736794-E69A-457F-B187-19829692AD37}"/>
              </a:ext>
            </a:extLst>
          </p:cNvPr>
          <p:cNvSpPr>
            <a:spLocks xmlns:a="http://schemas.openxmlformats.org/drawingml/2006/main" noGrp="1"/>
          </p:cNvSpPr>
          <p:nvPr/>
        </p:nvSpPr>
        <p:spPr>
          <a:xfrm xmlns:a="http://schemas.openxmlformats.org/drawingml/2006/main" rot="0">
            <a:off x="220500" y="426825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294" name="data-path-294">
            <a:extLst xmlns:a="http://schemas.openxmlformats.org/drawingml/2006/main">
              <a:ext uri="{FF2B5EF4-FFF2-40B4-BE49-F238E27FC236}">
                <a16:creationId xmlns:a16="http://schemas.microsoft.com/office/drawing/2014/main" id="{334E77B1-F3B1-44F8-8A16-1168497CB61A}"/>
              </a:ext>
            </a:extLst>
          </p:cNvPr>
          <p:cNvSpPr>
            <a:spLocks xmlns:a="http://schemas.openxmlformats.org/drawingml/2006/main" noGrp="1"/>
          </p:cNvSpPr>
          <p:nvPr/>
        </p:nvSpPr>
        <p:spPr>
          <a:xfrm xmlns:a="http://schemas.openxmlformats.org/drawingml/2006/main">
            <a:off x="450000" y="40455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295" name="text-295">
            <a:extLst xmlns:a="http://schemas.openxmlformats.org/drawingml/2006/main">
              <a:ext uri="{FF2B5EF4-FFF2-40B4-BE49-F238E27FC236}">
                <a16:creationId xmlns:a16="http://schemas.microsoft.com/office/drawing/2014/main" id="{78D9D2AE-0CAB-43CD-BC9D-5BFC85CFB8E3}"/>
              </a:ext>
            </a:extLst>
          </p:cNvPr>
          <p:cNvSpPr>
            <a:spLocks xmlns:a="http://schemas.openxmlformats.org/drawingml/2006/main" noGrp="1"/>
          </p:cNvSpPr>
          <p:nvPr/>
        </p:nvSpPr>
        <p:spPr>
          <a:xfrm xmlns:a="http://schemas.openxmlformats.org/drawingml/2006/main" rot="0">
            <a:off x="220500" y="39870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296" name="data-path-296">
            <a:extLst xmlns:a="http://schemas.openxmlformats.org/drawingml/2006/main">
              <a:ext uri="{FF2B5EF4-FFF2-40B4-BE49-F238E27FC236}">
                <a16:creationId xmlns:a16="http://schemas.microsoft.com/office/drawing/2014/main" id="{81705DEB-733E-437F-8FAC-D3D1C2D9D2D1}"/>
              </a:ext>
            </a:extLst>
          </p:cNvPr>
          <p:cNvSpPr>
            <a:spLocks xmlns:a="http://schemas.openxmlformats.org/drawingml/2006/main" noGrp="1"/>
          </p:cNvSpPr>
          <p:nvPr/>
        </p:nvSpPr>
        <p:spPr>
          <a:xfrm xmlns:a="http://schemas.openxmlformats.org/drawingml/2006/main">
            <a:off x="450000" y="376425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297" name="text-297">
            <a:extLst xmlns:a="http://schemas.openxmlformats.org/drawingml/2006/main">
              <a:ext uri="{FF2B5EF4-FFF2-40B4-BE49-F238E27FC236}">
                <a16:creationId xmlns:a16="http://schemas.microsoft.com/office/drawing/2014/main" id="{81B6D267-563C-4412-857A-3698E30A3FAC}"/>
              </a:ext>
            </a:extLst>
          </p:cNvPr>
          <p:cNvSpPr>
            <a:spLocks xmlns:a="http://schemas.openxmlformats.org/drawingml/2006/main" noGrp="1"/>
          </p:cNvSpPr>
          <p:nvPr/>
        </p:nvSpPr>
        <p:spPr>
          <a:xfrm xmlns:a="http://schemas.openxmlformats.org/drawingml/2006/main" rot="0">
            <a:off x="220500" y="370575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298" name="data-path-298">
            <a:extLst xmlns:a="http://schemas.openxmlformats.org/drawingml/2006/main">
              <a:ext uri="{FF2B5EF4-FFF2-40B4-BE49-F238E27FC236}">
                <a16:creationId xmlns:a16="http://schemas.microsoft.com/office/drawing/2014/main" id="{89BD0C4F-B8DD-4C37-A071-A9407A0DF39E}"/>
              </a:ext>
            </a:extLst>
          </p:cNvPr>
          <p:cNvSpPr>
            <a:spLocks xmlns:a="http://schemas.openxmlformats.org/drawingml/2006/main" noGrp="1"/>
          </p:cNvSpPr>
          <p:nvPr/>
        </p:nvSpPr>
        <p:spPr>
          <a:xfrm xmlns:a="http://schemas.openxmlformats.org/drawingml/2006/main">
            <a:off x="450000" y="3483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299" name="text-299">
            <a:extLst xmlns:a="http://schemas.openxmlformats.org/drawingml/2006/main">
              <a:ext uri="{FF2B5EF4-FFF2-40B4-BE49-F238E27FC236}">
                <a16:creationId xmlns:a16="http://schemas.microsoft.com/office/drawing/2014/main" id="{51265AB9-E0F4-422A-829D-84F90C3271C4}"/>
              </a:ext>
            </a:extLst>
          </p:cNvPr>
          <p:cNvSpPr>
            <a:spLocks xmlns:a="http://schemas.openxmlformats.org/drawingml/2006/main" noGrp="1"/>
          </p:cNvSpPr>
          <p:nvPr/>
        </p:nvSpPr>
        <p:spPr>
          <a:xfrm xmlns:a="http://schemas.openxmlformats.org/drawingml/2006/main" rot="0">
            <a:off x="220500" y="3424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300" name="text-300">
            <a:extLst xmlns:a="http://schemas.openxmlformats.org/drawingml/2006/main">
              <a:ext uri="{FF2B5EF4-FFF2-40B4-BE49-F238E27FC236}">
                <a16:creationId xmlns:a16="http://schemas.microsoft.com/office/drawing/2014/main" id="{F0425317-3A3A-469E-AECC-C31216FC5977}"/>
              </a:ext>
            </a:extLst>
          </p:cNvPr>
          <p:cNvSpPr>
            <a:spLocks xmlns:a="http://schemas.openxmlformats.org/drawingml/2006/main" noGrp="1"/>
          </p:cNvSpPr>
          <p:nvPr/>
        </p:nvSpPr>
        <p:spPr>
          <a:xfrm xmlns:a="http://schemas.openxmlformats.org/drawingml/2006/main" rot="0">
            <a:off x="445500" y="4806000"/>
            <a:ext cx="15885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Predicted next-visit HI</a:t>
            </a:r>
          </a:p>
        </p:txBody>
      </p:sp>
      <p:sp>
        <p:nvSpPr>
          <p:cNvPr id="301" name="text-301">
            <a:extLst xmlns:a="http://schemas.openxmlformats.org/drawingml/2006/main">
              <a:ext uri="{FF2B5EF4-FFF2-40B4-BE49-F238E27FC236}">
                <a16:creationId xmlns:a16="http://schemas.microsoft.com/office/drawing/2014/main" id="{AB486FE1-A2AC-422E-AE7C-BF7DBECEEE18}"/>
              </a:ext>
            </a:extLst>
          </p:cNvPr>
          <p:cNvSpPr>
            <a:spLocks xmlns:a="http://schemas.openxmlformats.org/drawingml/2006/main" noGrp="1"/>
          </p:cNvSpPr>
          <p:nvPr/>
        </p:nvSpPr>
        <p:spPr>
          <a:xfrm xmlns:a="http://schemas.openxmlformats.org/drawingml/2006/main" rot="16200000">
            <a:off x="-247500" y="3978000"/>
            <a:ext cx="6750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Observed next-visit HI</a:t>
            </a:r>
          </a:p>
        </p:txBody>
      </p:sp>
      <p:sp>
        <p:nvSpPr>
          <p:cNvPr id="302" name="data-path-302">
            <a:extLst xmlns:a="http://schemas.openxmlformats.org/drawingml/2006/main">
              <a:ext uri="{FF2B5EF4-FFF2-40B4-BE49-F238E27FC236}">
                <a16:creationId xmlns:a16="http://schemas.microsoft.com/office/drawing/2014/main" id="{8D35F725-520F-407B-9D1B-EC5908FD2169}"/>
              </a:ext>
            </a:extLst>
          </p:cNvPr>
          <p:cNvSpPr>
            <a:spLocks xmlns:a="http://schemas.openxmlformats.org/drawingml/2006/main" noGrp="1"/>
          </p:cNvSpPr>
          <p:nvPr/>
        </p:nvSpPr>
        <p:spPr>
          <a:xfrm xmlns:a="http://schemas.openxmlformats.org/drawingml/2006/main">
            <a:off x="472500" y="3483000"/>
            <a:ext cx="1534500" cy="1125000"/>
          </a:xfrm>
          <a:custGeom xmlns:a="http://schemas.openxmlformats.org/drawingml/2006/main">
            <a:pathLst>
              <a:path w="1534500" h="1125000">
                <a:moveTo>
                  <a:pt x="0" y="1125000"/>
                </a:moveTo>
                <a:lnTo>
                  <a:pt x="1534500" y="0"/>
                </a:lnTo>
              </a:path>
            </a:pathLst>
          </a:custGeom>
          <a:noFill xmlns:a="http://schemas.openxmlformats.org/drawingml/2006/main"/>
          <a:ln xmlns:a="http://schemas.openxmlformats.org/drawingml/2006/main" w="8100">
            <a:solidFill>
              <a:srgbClr val="87999E"/>
            </a:solidFill>
          </a:ln>
        </p:spPr>
      </p:sp>
      <p:sp>
        <p:nvSpPr>
          <p:cNvPr id="303" name="data-point-303">
            <a:extLst xmlns:a="http://schemas.openxmlformats.org/drawingml/2006/main">
              <a:ext uri="{FF2B5EF4-FFF2-40B4-BE49-F238E27FC236}">
                <a16:creationId xmlns:a16="http://schemas.microsoft.com/office/drawing/2014/main" id="{7B47FD54-EB80-47CF-A2CF-CB9DD5CD36FB}"/>
              </a:ext>
            </a:extLst>
          </p:cNvPr>
          <p:cNvSpPr>
            <a:spLocks xmlns:a="http://schemas.openxmlformats.org/drawingml/2006/main" noGrp="1"/>
          </p:cNvSpPr>
          <p:nvPr/>
        </p:nvSpPr>
        <p:spPr>
          <a:xfrm xmlns:a="http://schemas.openxmlformats.org/drawingml/2006/main">
            <a:off x="1145811" y="399638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04" name="data-point-304">
            <a:extLst xmlns:a="http://schemas.openxmlformats.org/drawingml/2006/main">
              <a:ext uri="{FF2B5EF4-FFF2-40B4-BE49-F238E27FC236}">
                <a16:creationId xmlns:a16="http://schemas.microsoft.com/office/drawing/2014/main" id="{1A23D0B8-5CBD-4F50-BAE7-F5EB6DAF7A72}"/>
              </a:ext>
            </a:extLst>
          </p:cNvPr>
          <p:cNvSpPr>
            <a:spLocks xmlns:a="http://schemas.openxmlformats.org/drawingml/2006/main" noGrp="1"/>
          </p:cNvSpPr>
          <p:nvPr/>
        </p:nvSpPr>
        <p:spPr>
          <a:xfrm xmlns:a="http://schemas.openxmlformats.org/drawingml/2006/main">
            <a:off x="1276427" y="409496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05" name="data-point-305">
            <a:extLst xmlns:a="http://schemas.openxmlformats.org/drawingml/2006/main">
              <a:ext uri="{FF2B5EF4-FFF2-40B4-BE49-F238E27FC236}">
                <a16:creationId xmlns:a16="http://schemas.microsoft.com/office/drawing/2014/main" id="{C51BDF78-05C0-4478-BE81-382CC3994584}"/>
              </a:ext>
            </a:extLst>
          </p:cNvPr>
          <p:cNvSpPr>
            <a:spLocks xmlns:a="http://schemas.openxmlformats.org/drawingml/2006/main" noGrp="1"/>
          </p:cNvSpPr>
          <p:nvPr/>
        </p:nvSpPr>
        <p:spPr>
          <a:xfrm xmlns:a="http://schemas.openxmlformats.org/drawingml/2006/main">
            <a:off x="1141959" y="408397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06" name="data-point-306">
            <a:extLst xmlns:a="http://schemas.openxmlformats.org/drawingml/2006/main">
              <a:ext uri="{FF2B5EF4-FFF2-40B4-BE49-F238E27FC236}">
                <a16:creationId xmlns:a16="http://schemas.microsoft.com/office/drawing/2014/main" id="{38E0FF89-F3BD-4E53-A316-9979CE24D8F9}"/>
              </a:ext>
            </a:extLst>
          </p:cNvPr>
          <p:cNvSpPr>
            <a:spLocks xmlns:a="http://schemas.openxmlformats.org/drawingml/2006/main" noGrp="1"/>
          </p:cNvSpPr>
          <p:nvPr/>
        </p:nvSpPr>
        <p:spPr>
          <a:xfrm xmlns:a="http://schemas.openxmlformats.org/drawingml/2006/main">
            <a:off x="1730042" y="366176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07" name="data-point-307">
            <a:extLst xmlns:a="http://schemas.openxmlformats.org/drawingml/2006/main">
              <a:ext uri="{FF2B5EF4-FFF2-40B4-BE49-F238E27FC236}">
                <a16:creationId xmlns:a16="http://schemas.microsoft.com/office/drawing/2014/main" id="{19C7CDF8-BEE0-4063-9F2D-38BBA351507E}"/>
              </a:ext>
            </a:extLst>
          </p:cNvPr>
          <p:cNvSpPr>
            <a:spLocks xmlns:a="http://schemas.openxmlformats.org/drawingml/2006/main" noGrp="1"/>
          </p:cNvSpPr>
          <p:nvPr/>
        </p:nvSpPr>
        <p:spPr>
          <a:xfrm xmlns:a="http://schemas.openxmlformats.org/drawingml/2006/main">
            <a:off x="1732850" y="369280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08" name="data-point-308">
            <a:extLst xmlns:a="http://schemas.openxmlformats.org/drawingml/2006/main">
              <a:ext uri="{FF2B5EF4-FFF2-40B4-BE49-F238E27FC236}">
                <a16:creationId xmlns:a16="http://schemas.microsoft.com/office/drawing/2014/main" id="{E351ABF8-3A77-4D74-856E-70ED6ADFEFB8}"/>
              </a:ext>
            </a:extLst>
          </p:cNvPr>
          <p:cNvSpPr>
            <a:spLocks xmlns:a="http://schemas.openxmlformats.org/drawingml/2006/main" noGrp="1"/>
          </p:cNvSpPr>
          <p:nvPr/>
        </p:nvSpPr>
        <p:spPr>
          <a:xfrm xmlns:a="http://schemas.openxmlformats.org/drawingml/2006/main">
            <a:off x="1690504" y="368404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09" name="data-point-309">
            <a:extLst xmlns:a="http://schemas.openxmlformats.org/drawingml/2006/main">
              <a:ext uri="{FF2B5EF4-FFF2-40B4-BE49-F238E27FC236}">
                <a16:creationId xmlns:a16="http://schemas.microsoft.com/office/drawing/2014/main" id="{7AEA3D61-7551-43C1-80AF-00A4500425B1}"/>
              </a:ext>
            </a:extLst>
          </p:cNvPr>
          <p:cNvSpPr>
            <a:spLocks xmlns:a="http://schemas.openxmlformats.org/drawingml/2006/main" noGrp="1"/>
          </p:cNvSpPr>
          <p:nvPr/>
        </p:nvSpPr>
        <p:spPr>
          <a:xfrm xmlns:a="http://schemas.openxmlformats.org/drawingml/2006/main">
            <a:off x="1419113" y="392909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10" name="data-point-310">
            <a:extLst xmlns:a="http://schemas.openxmlformats.org/drawingml/2006/main">
              <a:ext uri="{FF2B5EF4-FFF2-40B4-BE49-F238E27FC236}">
                <a16:creationId xmlns:a16="http://schemas.microsoft.com/office/drawing/2014/main" id="{6A627038-9F13-4780-9017-7DC68C77F7C5}"/>
              </a:ext>
            </a:extLst>
          </p:cNvPr>
          <p:cNvSpPr>
            <a:spLocks xmlns:a="http://schemas.openxmlformats.org/drawingml/2006/main" noGrp="1"/>
          </p:cNvSpPr>
          <p:nvPr/>
        </p:nvSpPr>
        <p:spPr>
          <a:xfrm xmlns:a="http://schemas.openxmlformats.org/drawingml/2006/main">
            <a:off x="1368213" y="37946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11" name="data-point-311">
            <a:extLst xmlns:a="http://schemas.openxmlformats.org/drawingml/2006/main">
              <a:ext uri="{FF2B5EF4-FFF2-40B4-BE49-F238E27FC236}">
                <a16:creationId xmlns:a16="http://schemas.microsoft.com/office/drawing/2014/main" id="{0F4A4A4D-97C1-48B1-A60F-966E2F16DB9B}"/>
              </a:ext>
            </a:extLst>
          </p:cNvPr>
          <p:cNvSpPr>
            <a:spLocks xmlns:a="http://schemas.openxmlformats.org/drawingml/2006/main" noGrp="1"/>
          </p:cNvSpPr>
          <p:nvPr/>
        </p:nvSpPr>
        <p:spPr>
          <a:xfrm xmlns:a="http://schemas.openxmlformats.org/drawingml/2006/main">
            <a:off x="1551551" y="38263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12" name="data-point-312">
            <a:extLst xmlns:a="http://schemas.openxmlformats.org/drawingml/2006/main">
              <a:ext uri="{FF2B5EF4-FFF2-40B4-BE49-F238E27FC236}">
                <a16:creationId xmlns:a16="http://schemas.microsoft.com/office/drawing/2014/main" id="{F27D9784-3E37-4941-A9F3-546AD6F47462}"/>
              </a:ext>
            </a:extLst>
          </p:cNvPr>
          <p:cNvSpPr>
            <a:spLocks xmlns:a="http://schemas.openxmlformats.org/drawingml/2006/main" noGrp="1"/>
          </p:cNvSpPr>
          <p:nvPr/>
        </p:nvSpPr>
        <p:spPr>
          <a:xfrm xmlns:a="http://schemas.openxmlformats.org/drawingml/2006/main">
            <a:off x="1165745" y="405168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13" name="data-point-313">
            <a:extLst xmlns:a="http://schemas.openxmlformats.org/drawingml/2006/main">
              <a:ext uri="{FF2B5EF4-FFF2-40B4-BE49-F238E27FC236}">
                <a16:creationId xmlns:a16="http://schemas.microsoft.com/office/drawing/2014/main" id="{DDDA850C-7502-43A9-ACA7-199C98D74CAF}"/>
              </a:ext>
            </a:extLst>
          </p:cNvPr>
          <p:cNvSpPr>
            <a:spLocks xmlns:a="http://schemas.openxmlformats.org/drawingml/2006/main" noGrp="1"/>
          </p:cNvSpPr>
          <p:nvPr/>
        </p:nvSpPr>
        <p:spPr>
          <a:xfrm xmlns:a="http://schemas.openxmlformats.org/drawingml/2006/main">
            <a:off x="1201000" y="386070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14" name="data-point-314">
            <a:extLst xmlns:a="http://schemas.openxmlformats.org/drawingml/2006/main">
              <a:ext uri="{FF2B5EF4-FFF2-40B4-BE49-F238E27FC236}">
                <a16:creationId xmlns:a16="http://schemas.microsoft.com/office/drawing/2014/main" id="{D51E2670-BAE4-4794-AB82-782331D68CAA}"/>
              </a:ext>
            </a:extLst>
          </p:cNvPr>
          <p:cNvSpPr>
            <a:spLocks xmlns:a="http://schemas.openxmlformats.org/drawingml/2006/main" noGrp="1"/>
          </p:cNvSpPr>
          <p:nvPr/>
        </p:nvSpPr>
        <p:spPr>
          <a:xfrm xmlns:a="http://schemas.openxmlformats.org/drawingml/2006/main">
            <a:off x="1461493" y="399430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15" name="data-point-315">
            <a:extLst xmlns:a="http://schemas.openxmlformats.org/drawingml/2006/main">
              <a:ext uri="{FF2B5EF4-FFF2-40B4-BE49-F238E27FC236}">
                <a16:creationId xmlns:a16="http://schemas.microsoft.com/office/drawing/2014/main" id="{1E255CD6-89EE-43FC-AF53-31B96D08F238}"/>
              </a:ext>
            </a:extLst>
          </p:cNvPr>
          <p:cNvSpPr>
            <a:spLocks xmlns:a="http://schemas.openxmlformats.org/drawingml/2006/main" noGrp="1"/>
          </p:cNvSpPr>
          <p:nvPr/>
        </p:nvSpPr>
        <p:spPr>
          <a:xfrm xmlns:a="http://schemas.openxmlformats.org/drawingml/2006/main">
            <a:off x="1344579" y="398302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16" name="data-point-316">
            <a:extLst xmlns:a="http://schemas.openxmlformats.org/drawingml/2006/main">
              <a:ext uri="{FF2B5EF4-FFF2-40B4-BE49-F238E27FC236}">
                <a16:creationId xmlns:a16="http://schemas.microsoft.com/office/drawing/2014/main" id="{6D60576B-45A4-4928-B49E-21C3E447C20A}"/>
              </a:ext>
            </a:extLst>
          </p:cNvPr>
          <p:cNvSpPr>
            <a:spLocks xmlns:a="http://schemas.openxmlformats.org/drawingml/2006/main" noGrp="1"/>
          </p:cNvSpPr>
          <p:nvPr/>
        </p:nvSpPr>
        <p:spPr>
          <a:xfrm xmlns:a="http://schemas.openxmlformats.org/drawingml/2006/main">
            <a:off x="1294648" y="398473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17" name="data-point-317">
            <a:extLst xmlns:a="http://schemas.openxmlformats.org/drawingml/2006/main">
              <a:ext uri="{FF2B5EF4-FFF2-40B4-BE49-F238E27FC236}">
                <a16:creationId xmlns:a16="http://schemas.microsoft.com/office/drawing/2014/main" id="{29D85424-0C64-46CD-AB3D-D3367D9F2BEB}"/>
              </a:ext>
            </a:extLst>
          </p:cNvPr>
          <p:cNvSpPr>
            <a:spLocks xmlns:a="http://schemas.openxmlformats.org/drawingml/2006/main" noGrp="1"/>
          </p:cNvSpPr>
          <p:nvPr/>
        </p:nvSpPr>
        <p:spPr>
          <a:xfrm xmlns:a="http://schemas.openxmlformats.org/drawingml/2006/main">
            <a:off x="1292317" y="38929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18" name="data-point-318">
            <a:extLst xmlns:a="http://schemas.openxmlformats.org/drawingml/2006/main">
              <a:ext uri="{FF2B5EF4-FFF2-40B4-BE49-F238E27FC236}">
                <a16:creationId xmlns:a16="http://schemas.microsoft.com/office/drawing/2014/main" id="{183ADAC0-401D-4B33-A8BC-A885DBFD964C}"/>
              </a:ext>
            </a:extLst>
          </p:cNvPr>
          <p:cNvSpPr>
            <a:spLocks xmlns:a="http://schemas.openxmlformats.org/drawingml/2006/main" noGrp="1"/>
          </p:cNvSpPr>
          <p:nvPr/>
        </p:nvSpPr>
        <p:spPr>
          <a:xfrm xmlns:a="http://schemas.openxmlformats.org/drawingml/2006/main">
            <a:off x="1328668" y="386819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19" name="data-point-319">
            <a:extLst xmlns:a="http://schemas.openxmlformats.org/drawingml/2006/main">
              <a:ext uri="{FF2B5EF4-FFF2-40B4-BE49-F238E27FC236}">
                <a16:creationId xmlns:a16="http://schemas.microsoft.com/office/drawing/2014/main" id="{B0E502B7-DB98-481A-A9E4-AD8AA157FB4D}"/>
              </a:ext>
            </a:extLst>
          </p:cNvPr>
          <p:cNvSpPr>
            <a:spLocks xmlns:a="http://schemas.openxmlformats.org/drawingml/2006/main" noGrp="1"/>
          </p:cNvSpPr>
          <p:nvPr/>
        </p:nvSpPr>
        <p:spPr>
          <a:xfrm xmlns:a="http://schemas.openxmlformats.org/drawingml/2006/main">
            <a:off x="1451278" y="368430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20" name="data-point-320">
            <a:extLst xmlns:a="http://schemas.openxmlformats.org/drawingml/2006/main">
              <a:ext uri="{FF2B5EF4-FFF2-40B4-BE49-F238E27FC236}">
                <a16:creationId xmlns:a16="http://schemas.microsoft.com/office/drawing/2014/main" id="{33A61BB4-717A-4CA5-BB04-B5B5CC54ED4B}"/>
              </a:ext>
            </a:extLst>
          </p:cNvPr>
          <p:cNvSpPr>
            <a:spLocks xmlns:a="http://schemas.openxmlformats.org/drawingml/2006/main" noGrp="1"/>
          </p:cNvSpPr>
          <p:nvPr/>
        </p:nvSpPr>
        <p:spPr>
          <a:xfrm xmlns:a="http://schemas.openxmlformats.org/drawingml/2006/main">
            <a:off x="1702098" y="378854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21" name="data-point-321">
            <a:extLst xmlns:a="http://schemas.openxmlformats.org/drawingml/2006/main">
              <a:ext uri="{FF2B5EF4-FFF2-40B4-BE49-F238E27FC236}">
                <a16:creationId xmlns:a16="http://schemas.microsoft.com/office/drawing/2014/main" id="{EBE8E7D8-77EE-4D99-9D5E-2F1C6564C962}"/>
              </a:ext>
            </a:extLst>
          </p:cNvPr>
          <p:cNvSpPr>
            <a:spLocks xmlns:a="http://schemas.openxmlformats.org/drawingml/2006/main" noGrp="1"/>
          </p:cNvSpPr>
          <p:nvPr/>
        </p:nvSpPr>
        <p:spPr>
          <a:xfrm xmlns:a="http://schemas.openxmlformats.org/drawingml/2006/main">
            <a:off x="1317028" y="402499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22" name="data-point-322">
            <a:extLst xmlns:a="http://schemas.openxmlformats.org/drawingml/2006/main">
              <a:ext uri="{FF2B5EF4-FFF2-40B4-BE49-F238E27FC236}">
                <a16:creationId xmlns:a16="http://schemas.microsoft.com/office/drawing/2014/main" id="{BD4006E1-9D45-42BB-B93B-77A61A491B8B}"/>
              </a:ext>
            </a:extLst>
          </p:cNvPr>
          <p:cNvSpPr>
            <a:spLocks xmlns:a="http://schemas.openxmlformats.org/drawingml/2006/main" noGrp="1"/>
          </p:cNvSpPr>
          <p:nvPr/>
        </p:nvSpPr>
        <p:spPr>
          <a:xfrm xmlns:a="http://schemas.openxmlformats.org/drawingml/2006/main">
            <a:off x="1237397" y="401577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23" name="data-point-323">
            <a:extLst xmlns:a="http://schemas.openxmlformats.org/drawingml/2006/main">
              <a:ext uri="{FF2B5EF4-FFF2-40B4-BE49-F238E27FC236}">
                <a16:creationId xmlns:a16="http://schemas.microsoft.com/office/drawing/2014/main" id="{9F82804F-9ED7-44FB-9FA0-4BE89D9B3AEF}"/>
              </a:ext>
            </a:extLst>
          </p:cNvPr>
          <p:cNvSpPr>
            <a:spLocks xmlns:a="http://schemas.openxmlformats.org/drawingml/2006/main" noGrp="1"/>
          </p:cNvSpPr>
          <p:nvPr/>
        </p:nvSpPr>
        <p:spPr>
          <a:xfrm xmlns:a="http://schemas.openxmlformats.org/drawingml/2006/main">
            <a:off x="1117785" y="423593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24" name="data-point-324">
            <a:extLst xmlns:a="http://schemas.openxmlformats.org/drawingml/2006/main">
              <a:ext uri="{FF2B5EF4-FFF2-40B4-BE49-F238E27FC236}">
                <a16:creationId xmlns:a16="http://schemas.microsoft.com/office/drawing/2014/main" id="{7023E646-36AC-42B8-9322-44C9A8CF4391}"/>
              </a:ext>
            </a:extLst>
          </p:cNvPr>
          <p:cNvSpPr>
            <a:spLocks xmlns:a="http://schemas.openxmlformats.org/drawingml/2006/main" noGrp="1"/>
          </p:cNvSpPr>
          <p:nvPr/>
        </p:nvSpPr>
        <p:spPr>
          <a:xfrm xmlns:a="http://schemas.openxmlformats.org/drawingml/2006/main">
            <a:off x="949682" y="422689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25" name="data-point-325">
            <a:extLst xmlns:a="http://schemas.openxmlformats.org/drawingml/2006/main">
              <a:ext uri="{FF2B5EF4-FFF2-40B4-BE49-F238E27FC236}">
                <a16:creationId xmlns:a16="http://schemas.microsoft.com/office/drawing/2014/main" id="{8278BFF0-D1AC-4A68-99C1-2A2B600214A6}"/>
              </a:ext>
            </a:extLst>
          </p:cNvPr>
          <p:cNvSpPr>
            <a:spLocks xmlns:a="http://schemas.openxmlformats.org/drawingml/2006/main" noGrp="1"/>
          </p:cNvSpPr>
          <p:nvPr/>
        </p:nvSpPr>
        <p:spPr>
          <a:xfrm xmlns:a="http://schemas.openxmlformats.org/drawingml/2006/main">
            <a:off x="1294473" y="3995431"/>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26" name="data-point-326">
            <a:extLst xmlns:a="http://schemas.openxmlformats.org/drawingml/2006/main">
              <a:ext uri="{FF2B5EF4-FFF2-40B4-BE49-F238E27FC236}">
                <a16:creationId xmlns:a16="http://schemas.microsoft.com/office/drawing/2014/main" id="{3AA673CA-CAA0-43F7-A344-E038B564EE3E}"/>
              </a:ext>
            </a:extLst>
          </p:cNvPr>
          <p:cNvSpPr>
            <a:spLocks xmlns:a="http://schemas.openxmlformats.org/drawingml/2006/main" noGrp="1"/>
          </p:cNvSpPr>
          <p:nvPr/>
        </p:nvSpPr>
        <p:spPr>
          <a:xfrm xmlns:a="http://schemas.openxmlformats.org/drawingml/2006/main">
            <a:off x="1277726" y="404920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27" name="data-point-327">
            <a:extLst xmlns:a="http://schemas.openxmlformats.org/drawingml/2006/main">
              <a:ext uri="{FF2B5EF4-FFF2-40B4-BE49-F238E27FC236}">
                <a16:creationId xmlns:a16="http://schemas.microsoft.com/office/drawing/2014/main" id="{2C231DCA-2645-4BEE-A441-D94758613FC4}"/>
              </a:ext>
            </a:extLst>
          </p:cNvPr>
          <p:cNvSpPr>
            <a:spLocks xmlns:a="http://schemas.openxmlformats.org/drawingml/2006/main" noGrp="1"/>
          </p:cNvSpPr>
          <p:nvPr/>
        </p:nvSpPr>
        <p:spPr>
          <a:xfrm xmlns:a="http://schemas.openxmlformats.org/drawingml/2006/main">
            <a:off x="1352546" y="39524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28" name="data-point-328">
            <a:extLst xmlns:a="http://schemas.openxmlformats.org/drawingml/2006/main">
              <a:ext uri="{FF2B5EF4-FFF2-40B4-BE49-F238E27FC236}">
                <a16:creationId xmlns:a16="http://schemas.microsoft.com/office/drawing/2014/main" id="{E76EC0E6-26BF-4670-BBDC-09B95CE77F4B}"/>
              </a:ext>
            </a:extLst>
          </p:cNvPr>
          <p:cNvSpPr>
            <a:spLocks xmlns:a="http://schemas.openxmlformats.org/drawingml/2006/main" noGrp="1"/>
          </p:cNvSpPr>
          <p:nvPr/>
        </p:nvSpPr>
        <p:spPr>
          <a:xfrm xmlns:a="http://schemas.openxmlformats.org/drawingml/2006/main">
            <a:off x="1336374" y="398090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29" name="data-point-329">
            <a:extLst xmlns:a="http://schemas.openxmlformats.org/drawingml/2006/main">
              <a:ext uri="{FF2B5EF4-FFF2-40B4-BE49-F238E27FC236}">
                <a16:creationId xmlns:a16="http://schemas.microsoft.com/office/drawing/2014/main" id="{74915169-5540-46F0-8221-12898466EAB9}"/>
              </a:ext>
            </a:extLst>
          </p:cNvPr>
          <p:cNvSpPr>
            <a:spLocks xmlns:a="http://schemas.openxmlformats.org/drawingml/2006/main" noGrp="1"/>
          </p:cNvSpPr>
          <p:nvPr/>
        </p:nvSpPr>
        <p:spPr>
          <a:xfrm xmlns:a="http://schemas.openxmlformats.org/drawingml/2006/main">
            <a:off x="1413680" y="398084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30" name="data-point-330">
            <a:extLst xmlns:a="http://schemas.openxmlformats.org/drawingml/2006/main">
              <a:ext uri="{FF2B5EF4-FFF2-40B4-BE49-F238E27FC236}">
                <a16:creationId xmlns:a16="http://schemas.microsoft.com/office/drawing/2014/main" id="{C8C58BAE-68EA-4DF7-AD22-CFE315D30138}"/>
              </a:ext>
            </a:extLst>
          </p:cNvPr>
          <p:cNvSpPr>
            <a:spLocks xmlns:a="http://schemas.openxmlformats.org/drawingml/2006/main" noGrp="1"/>
          </p:cNvSpPr>
          <p:nvPr/>
        </p:nvSpPr>
        <p:spPr>
          <a:xfrm xmlns:a="http://schemas.openxmlformats.org/drawingml/2006/main">
            <a:off x="1297620" y="399985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31" name="data-point-331">
            <a:extLst xmlns:a="http://schemas.openxmlformats.org/drawingml/2006/main">
              <a:ext uri="{FF2B5EF4-FFF2-40B4-BE49-F238E27FC236}">
                <a16:creationId xmlns:a16="http://schemas.microsoft.com/office/drawing/2014/main" id="{CD9BA517-2272-4931-B835-DE3500497D91}"/>
              </a:ext>
            </a:extLst>
          </p:cNvPr>
          <p:cNvSpPr>
            <a:spLocks xmlns:a="http://schemas.openxmlformats.org/drawingml/2006/main" noGrp="1"/>
          </p:cNvSpPr>
          <p:nvPr/>
        </p:nvSpPr>
        <p:spPr>
          <a:xfrm xmlns:a="http://schemas.openxmlformats.org/drawingml/2006/main">
            <a:off x="1109168" y="414360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32" name="data-point-332">
            <a:extLst xmlns:a="http://schemas.openxmlformats.org/drawingml/2006/main">
              <a:ext uri="{FF2B5EF4-FFF2-40B4-BE49-F238E27FC236}">
                <a16:creationId xmlns:a16="http://schemas.microsoft.com/office/drawing/2014/main" id="{9D31B0BE-8390-44FE-AEB0-9395E843C36E}"/>
              </a:ext>
            </a:extLst>
          </p:cNvPr>
          <p:cNvSpPr>
            <a:spLocks xmlns:a="http://schemas.openxmlformats.org/drawingml/2006/main" noGrp="1"/>
          </p:cNvSpPr>
          <p:nvPr/>
        </p:nvSpPr>
        <p:spPr>
          <a:xfrm xmlns:a="http://schemas.openxmlformats.org/drawingml/2006/main">
            <a:off x="1075613" y="406161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33" name="data-point-333">
            <a:extLst xmlns:a="http://schemas.openxmlformats.org/drawingml/2006/main">
              <a:ext uri="{FF2B5EF4-FFF2-40B4-BE49-F238E27FC236}">
                <a16:creationId xmlns:a16="http://schemas.microsoft.com/office/drawing/2014/main" id="{D6C969A6-6344-4CEC-A5A2-45D861007265}"/>
              </a:ext>
            </a:extLst>
          </p:cNvPr>
          <p:cNvSpPr>
            <a:spLocks xmlns:a="http://schemas.openxmlformats.org/drawingml/2006/main" noGrp="1"/>
          </p:cNvSpPr>
          <p:nvPr/>
        </p:nvSpPr>
        <p:spPr>
          <a:xfrm xmlns:a="http://schemas.openxmlformats.org/drawingml/2006/main">
            <a:off x="1349943" y="40666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34" name="data-point-334">
            <a:extLst xmlns:a="http://schemas.openxmlformats.org/drawingml/2006/main">
              <a:ext uri="{FF2B5EF4-FFF2-40B4-BE49-F238E27FC236}">
                <a16:creationId xmlns:a16="http://schemas.microsoft.com/office/drawing/2014/main" id="{E3141DD0-272E-4933-A1E3-32A700236406}"/>
              </a:ext>
            </a:extLst>
          </p:cNvPr>
          <p:cNvSpPr>
            <a:spLocks xmlns:a="http://schemas.openxmlformats.org/drawingml/2006/main" noGrp="1"/>
          </p:cNvSpPr>
          <p:nvPr/>
        </p:nvSpPr>
        <p:spPr>
          <a:xfrm xmlns:a="http://schemas.openxmlformats.org/drawingml/2006/main">
            <a:off x="1180585" y="383923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35" name="data-point-335">
            <a:extLst xmlns:a="http://schemas.openxmlformats.org/drawingml/2006/main">
              <a:ext uri="{FF2B5EF4-FFF2-40B4-BE49-F238E27FC236}">
                <a16:creationId xmlns:a16="http://schemas.microsoft.com/office/drawing/2014/main" id="{8BECC277-5476-4EFC-A282-E12D422D4706}"/>
              </a:ext>
            </a:extLst>
          </p:cNvPr>
          <p:cNvSpPr>
            <a:spLocks xmlns:a="http://schemas.openxmlformats.org/drawingml/2006/main" noGrp="1"/>
          </p:cNvSpPr>
          <p:nvPr/>
        </p:nvSpPr>
        <p:spPr>
          <a:xfrm xmlns:a="http://schemas.openxmlformats.org/drawingml/2006/main">
            <a:off x="1490784" y="391165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36" name="data-point-336">
            <a:extLst xmlns:a="http://schemas.openxmlformats.org/drawingml/2006/main">
              <a:ext uri="{FF2B5EF4-FFF2-40B4-BE49-F238E27FC236}">
                <a16:creationId xmlns:a16="http://schemas.microsoft.com/office/drawing/2014/main" id="{77C43F95-9674-409E-A914-923A5F76B8B9}"/>
              </a:ext>
            </a:extLst>
          </p:cNvPr>
          <p:cNvSpPr>
            <a:spLocks xmlns:a="http://schemas.openxmlformats.org/drawingml/2006/main" noGrp="1"/>
          </p:cNvSpPr>
          <p:nvPr/>
        </p:nvSpPr>
        <p:spPr>
          <a:xfrm xmlns:a="http://schemas.openxmlformats.org/drawingml/2006/main">
            <a:off x="1227696" y="384393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37" name="data-point-337">
            <a:extLst xmlns:a="http://schemas.openxmlformats.org/drawingml/2006/main">
              <a:ext uri="{FF2B5EF4-FFF2-40B4-BE49-F238E27FC236}">
                <a16:creationId xmlns:a16="http://schemas.microsoft.com/office/drawing/2014/main" id="{B233DB17-F461-406C-9C06-D113097815AA}"/>
              </a:ext>
            </a:extLst>
          </p:cNvPr>
          <p:cNvSpPr>
            <a:spLocks xmlns:a="http://schemas.openxmlformats.org/drawingml/2006/main" noGrp="1"/>
          </p:cNvSpPr>
          <p:nvPr/>
        </p:nvSpPr>
        <p:spPr>
          <a:xfrm xmlns:a="http://schemas.openxmlformats.org/drawingml/2006/main">
            <a:off x="1484365" y="383344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38" name="data-point-338">
            <a:extLst xmlns:a="http://schemas.openxmlformats.org/drawingml/2006/main">
              <a:ext uri="{FF2B5EF4-FFF2-40B4-BE49-F238E27FC236}">
                <a16:creationId xmlns:a16="http://schemas.microsoft.com/office/drawing/2014/main" id="{8AB9DBC8-3133-42FE-AF68-6649C739D281}"/>
              </a:ext>
            </a:extLst>
          </p:cNvPr>
          <p:cNvSpPr>
            <a:spLocks xmlns:a="http://schemas.openxmlformats.org/drawingml/2006/main" noGrp="1"/>
          </p:cNvSpPr>
          <p:nvPr/>
        </p:nvSpPr>
        <p:spPr>
          <a:xfrm xmlns:a="http://schemas.openxmlformats.org/drawingml/2006/main">
            <a:off x="1498671" y="406265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39" name="data-point-339">
            <a:extLst xmlns:a="http://schemas.openxmlformats.org/drawingml/2006/main">
              <a:ext uri="{FF2B5EF4-FFF2-40B4-BE49-F238E27FC236}">
                <a16:creationId xmlns:a16="http://schemas.microsoft.com/office/drawing/2014/main" id="{9826C113-563F-46CB-8D27-D8770646DFB4}"/>
              </a:ext>
            </a:extLst>
          </p:cNvPr>
          <p:cNvSpPr>
            <a:spLocks xmlns:a="http://schemas.openxmlformats.org/drawingml/2006/main" noGrp="1"/>
          </p:cNvSpPr>
          <p:nvPr/>
        </p:nvSpPr>
        <p:spPr>
          <a:xfrm xmlns:a="http://schemas.openxmlformats.org/drawingml/2006/main">
            <a:off x="992760" y="426800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40" name="data-point-340">
            <a:extLst xmlns:a="http://schemas.openxmlformats.org/drawingml/2006/main">
              <a:ext uri="{FF2B5EF4-FFF2-40B4-BE49-F238E27FC236}">
                <a16:creationId xmlns:a16="http://schemas.microsoft.com/office/drawing/2014/main" id="{B9F4E647-1940-4EE1-BB09-9A45B1DACE14}"/>
              </a:ext>
            </a:extLst>
          </p:cNvPr>
          <p:cNvSpPr>
            <a:spLocks xmlns:a="http://schemas.openxmlformats.org/drawingml/2006/main" noGrp="1"/>
          </p:cNvSpPr>
          <p:nvPr/>
        </p:nvSpPr>
        <p:spPr>
          <a:xfrm xmlns:a="http://schemas.openxmlformats.org/drawingml/2006/main">
            <a:off x="905938" y="419001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41" name="data-point-341">
            <a:extLst xmlns:a="http://schemas.openxmlformats.org/drawingml/2006/main">
              <a:ext uri="{FF2B5EF4-FFF2-40B4-BE49-F238E27FC236}">
                <a16:creationId xmlns:a16="http://schemas.microsoft.com/office/drawing/2014/main" id="{E678BC0F-5D44-40BA-AD59-7F8903CD5DAB}"/>
              </a:ext>
            </a:extLst>
          </p:cNvPr>
          <p:cNvSpPr>
            <a:spLocks xmlns:a="http://schemas.openxmlformats.org/drawingml/2006/main" noGrp="1"/>
          </p:cNvSpPr>
          <p:nvPr/>
        </p:nvSpPr>
        <p:spPr>
          <a:xfrm xmlns:a="http://schemas.openxmlformats.org/drawingml/2006/main">
            <a:off x="1012312" y="422717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42" name="data-point-342">
            <a:extLst xmlns:a="http://schemas.openxmlformats.org/drawingml/2006/main">
              <a:ext uri="{FF2B5EF4-FFF2-40B4-BE49-F238E27FC236}">
                <a16:creationId xmlns:a16="http://schemas.microsoft.com/office/drawing/2014/main" id="{A51A5086-6C39-4BA3-8073-1DBFAC8C73C2}"/>
              </a:ext>
            </a:extLst>
          </p:cNvPr>
          <p:cNvSpPr>
            <a:spLocks xmlns:a="http://schemas.openxmlformats.org/drawingml/2006/main" noGrp="1"/>
          </p:cNvSpPr>
          <p:nvPr/>
        </p:nvSpPr>
        <p:spPr>
          <a:xfrm xmlns:a="http://schemas.openxmlformats.org/drawingml/2006/main">
            <a:off x="1314471" y="406767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43" name="data-point-343">
            <a:extLst xmlns:a="http://schemas.openxmlformats.org/drawingml/2006/main">
              <a:ext uri="{FF2B5EF4-FFF2-40B4-BE49-F238E27FC236}">
                <a16:creationId xmlns:a16="http://schemas.microsoft.com/office/drawing/2014/main" id="{67F1DE09-42E0-4524-90DF-7AFC915063BC}"/>
              </a:ext>
            </a:extLst>
          </p:cNvPr>
          <p:cNvSpPr>
            <a:spLocks xmlns:a="http://schemas.openxmlformats.org/drawingml/2006/main" noGrp="1"/>
          </p:cNvSpPr>
          <p:nvPr/>
        </p:nvSpPr>
        <p:spPr>
          <a:xfrm xmlns:a="http://schemas.openxmlformats.org/drawingml/2006/main">
            <a:off x="1179192" y="399523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44" name="data-point-344">
            <a:extLst xmlns:a="http://schemas.openxmlformats.org/drawingml/2006/main">
              <a:ext uri="{FF2B5EF4-FFF2-40B4-BE49-F238E27FC236}">
                <a16:creationId xmlns:a16="http://schemas.microsoft.com/office/drawing/2014/main" id="{DF42A68D-5FB3-4C28-AAF5-EE48CCC9E2EC}"/>
              </a:ext>
            </a:extLst>
          </p:cNvPr>
          <p:cNvSpPr>
            <a:spLocks xmlns:a="http://schemas.openxmlformats.org/drawingml/2006/main" noGrp="1"/>
          </p:cNvSpPr>
          <p:nvPr/>
        </p:nvSpPr>
        <p:spPr>
          <a:xfrm xmlns:a="http://schemas.openxmlformats.org/drawingml/2006/main">
            <a:off x="1277988" y="403978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45" name="data-point-345">
            <a:extLst xmlns:a="http://schemas.openxmlformats.org/drawingml/2006/main">
              <a:ext uri="{FF2B5EF4-FFF2-40B4-BE49-F238E27FC236}">
                <a16:creationId xmlns:a16="http://schemas.microsoft.com/office/drawing/2014/main" id="{5A930103-411E-4836-9467-74B0CF70BE73}"/>
              </a:ext>
            </a:extLst>
          </p:cNvPr>
          <p:cNvSpPr>
            <a:spLocks xmlns:a="http://schemas.openxmlformats.org/drawingml/2006/main" noGrp="1"/>
          </p:cNvSpPr>
          <p:nvPr/>
        </p:nvSpPr>
        <p:spPr>
          <a:xfrm xmlns:a="http://schemas.openxmlformats.org/drawingml/2006/main">
            <a:off x="1157571" y="413691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46" name="data-point-346">
            <a:extLst xmlns:a="http://schemas.openxmlformats.org/drawingml/2006/main">
              <a:ext uri="{FF2B5EF4-FFF2-40B4-BE49-F238E27FC236}">
                <a16:creationId xmlns:a16="http://schemas.microsoft.com/office/drawing/2014/main" id="{57E4A097-6BF7-4890-A597-04D214100C69}"/>
              </a:ext>
            </a:extLst>
          </p:cNvPr>
          <p:cNvSpPr>
            <a:spLocks xmlns:a="http://schemas.openxmlformats.org/drawingml/2006/main" noGrp="1"/>
          </p:cNvSpPr>
          <p:nvPr/>
        </p:nvSpPr>
        <p:spPr>
          <a:xfrm xmlns:a="http://schemas.openxmlformats.org/drawingml/2006/main">
            <a:off x="1084740" y="401744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47" name="data-point-347">
            <a:extLst xmlns:a="http://schemas.openxmlformats.org/drawingml/2006/main">
              <a:ext uri="{FF2B5EF4-FFF2-40B4-BE49-F238E27FC236}">
                <a16:creationId xmlns:a16="http://schemas.microsoft.com/office/drawing/2014/main" id="{AB235727-0F17-4844-9A47-7B818BA08943}"/>
              </a:ext>
            </a:extLst>
          </p:cNvPr>
          <p:cNvSpPr>
            <a:spLocks xmlns:a="http://schemas.openxmlformats.org/drawingml/2006/main" noGrp="1"/>
          </p:cNvSpPr>
          <p:nvPr/>
        </p:nvSpPr>
        <p:spPr>
          <a:xfrm xmlns:a="http://schemas.openxmlformats.org/drawingml/2006/main">
            <a:off x="1013286" y="426676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48" name="data-point-348">
            <a:extLst xmlns:a="http://schemas.openxmlformats.org/drawingml/2006/main">
              <a:ext uri="{FF2B5EF4-FFF2-40B4-BE49-F238E27FC236}">
                <a16:creationId xmlns:a16="http://schemas.microsoft.com/office/drawing/2014/main" id="{636BE921-A500-4984-8F71-389BAEB4929A}"/>
              </a:ext>
            </a:extLst>
          </p:cNvPr>
          <p:cNvSpPr>
            <a:spLocks xmlns:a="http://schemas.openxmlformats.org/drawingml/2006/main" noGrp="1"/>
          </p:cNvSpPr>
          <p:nvPr/>
        </p:nvSpPr>
        <p:spPr>
          <a:xfrm xmlns:a="http://schemas.openxmlformats.org/drawingml/2006/main">
            <a:off x="907633" y="42411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49" name="data-point-349">
            <a:extLst xmlns:a="http://schemas.openxmlformats.org/drawingml/2006/main">
              <a:ext uri="{FF2B5EF4-FFF2-40B4-BE49-F238E27FC236}">
                <a16:creationId xmlns:a16="http://schemas.microsoft.com/office/drawing/2014/main" id="{821E9CA9-A078-45A9-8721-1D9A10D45BDA}"/>
              </a:ext>
            </a:extLst>
          </p:cNvPr>
          <p:cNvSpPr>
            <a:spLocks xmlns:a="http://schemas.openxmlformats.org/drawingml/2006/main" noGrp="1"/>
          </p:cNvSpPr>
          <p:nvPr/>
        </p:nvSpPr>
        <p:spPr>
          <a:xfrm xmlns:a="http://schemas.openxmlformats.org/drawingml/2006/main">
            <a:off x="942534" y="419602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50" name="data-point-350">
            <a:extLst xmlns:a="http://schemas.openxmlformats.org/drawingml/2006/main">
              <a:ext uri="{FF2B5EF4-FFF2-40B4-BE49-F238E27FC236}">
                <a16:creationId xmlns:a16="http://schemas.microsoft.com/office/drawing/2014/main" id="{4DB038AD-47D1-4833-80AF-AB5D17029DB6}"/>
              </a:ext>
            </a:extLst>
          </p:cNvPr>
          <p:cNvSpPr>
            <a:spLocks xmlns:a="http://schemas.openxmlformats.org/drawingml/2006/main" noGrp="1"/>
          </p:cNvSpPr>
          <p:nvPr/>
        </p:nvSpPr>
        <p:spPr>
          <a:xfrm xmlns:a="http://schemas.openxmlformats.org/drawingml/2006/main">
            <a:off x="1580875" y="374669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51" name="data-point-351">
            <a:extLst xmlns:a="http://schemas.openxmlformats.org/drawingml/2006/main">
              <a:ext uri="{FF2B5EF4-FFF2-40B4-BE49-F238E27FC236}">
                <a16:creationId xmlns:a16="http://schemas.microsoft.com/office/drawing/2014/main" id="{4C5982C0-301A-4073-A9A8-CE07819C643A}"/>
              </a:ext>
            </a:extLst>
          </p:cNvPr>
          <p:cNvSpPr>
            <a:spLocks xmlns:a="http://schemas.openxmlformats.org/drawingml/2006/main" noGrp="1"/>
          </p:cNvSpPr>
          <p:nvPr/>
        </p:nvSpPr>
        <p:spPr>
          <a:xfrm xmlns:a="http://schemas.openxmlformats.org/drawingml/2006/main">
            <a:off x="1616997" y="384019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52" name="data-point-352">
            <a:extLst xmlns:a="http://schemas.openxmlformats.org/drawingml/2006/main">
              <a:ext uri="{FF2B5EF4-FFF2-40B4-BE49-F238E27FC236}">
                <a16:creationId xmlns:a16="http://schemas.microsoft.com/office/drawing/2014/main" id="{27D82702-70FC-4413-9A38-CA6EC521EF01}"/>
              </a:ext>
            </a:extLst>
          </p:cNvPr>
          <p:cNvSpPr>
            <a:spLocks xmlns:a="http://schemas.openxmlformats.org/drawingml/2006/main" noGrp="1"/>
          </p:cNvSpPr>
          <p:nvPr/>
        </p:nvSpPr>
        <p:spPr>
          <a:xfrm xmlns:a="http://schemas.openxmlformats.org/drawingml/2006/main">
            <a:off x="1461005" y="38215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53" name="data-point-353">
            <a:extLst xmlns:a="http://schemas.openxmlformats.org/drawingml/2006/main">
              <a:ext uri="{FF2B5EF4-FFF2-40B4-BE49-F238E27FC236}">
                <a16:creationId xmlns:a16="http://schemas.microsoft.com/office/drawing/2014/main" id="{57B7A2C7-4C88-4669-B0EB-7341E35FEB3E}"/>
              </a:ext>
            </a:extLst>
          </p:cNvPr>
          <p:cNvSpPr>
            <a:spLocks xmlns:a="http://schemas.openxmlformats.org/drawingml/2006/main" noGrp="1"/>
          </p:cNvSpPr>
          <p:nvPr/>
        </p:nvSpPr>
        <p:spPr>
          <a:xfrm xmlns:a="http://schemas.openxmlformats.org/drawingml/2006/main">
            <a:off x="1514860" y="383288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54" name="data-point-354">
            <a:extLst xmlns:a="http://schemas.openxmlformats.org/drawingml/2006/main">
              <a:ext uri="{FF2B5EF4-FFF2-40B4-BE49-F238E27FC236}">
                <a16:creationId xmlns:a16="http://schemas.microsoft.com/office/drawing/2014/main" id="{EE91B7E9-666D-4571-B054-643E837B90CC}"/>
              </a:ext>
            </a:extLst>
          </p:cNvPr>
          <p:cNvSpPr>
            <a:spLocks xmlns:a="http://schemas.openxmlformats.org/drawingml/2006/main" noGrp="1"/>
          </p:cNvSpPr>
          <p:nvPr/>
        </p:nvSpPr>
        <p:spPr>
          <a:xfrm xmlns:a="http://schemas.openxmlformats.org/drawingml/2006/main">
            <a:off x="1499437" y="382198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55" name="data-point-355">
            <a:extLst xmlns:a="http://schemas.openxmlformats.org/drawingml/2006/main">
              <a:ext uri="{FF2B5EF4-FFF2-40B4-BE49-F238E27FC236}">
                <a16:creationId xmlns:a16="http://schemas.microsoft.com/office/drawing/2014/main" id="{BC723B66-9EC4-4D02-9528-7020024CFC23}"/>
              </a:ext>
            </a:extLst>
          </p:cNvPr>
          <p:cNvSpPr>
            <a:spLocks xmlns:a="http://schemas.openxmlformats.org/drawingml/2006/main" noGrp="1"/>
          </p:cNvSpPr>
          <p:nvPr/>
        </p:nvSpPr>
        <p:spPr>
          <a:xfrm xmlns:a="http://schemas.openxmlformats.org/drawingml/2006/main">
            <a:off x="989054" y="418629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56" name="data-point-356">
            <a:extLst xmlns:a="http://schemas.openxmlformats.org/drawingml/2006/main">
              <a:ext uri="{FF2B5EF4-FFF2-40B4-BE49-F238E27FC236}">
                <a16:creationId xmlns:a16="http://schemas.microsoft.com/office/drawing/2014/main" id="{B00334AE-AD01-4529-8C41-C7EDB4D848B9}"/>
              </a:ext>
            </a:extLst>
          </p:cNvPr>
          <p:cNvSpPr>
            <a:spLocks xmlns:a="http://schemas.openxmlformats.org/drawingml/2006/main" noGrp="1"/>
          </p:cNvSpPr>
          <p:nvPr/>
        </p:nvSpPr>
        <p:spPr>
          <a:xfrm xmlns:a="http://schemas.openxmlformats.org/drawingml/2006/main">
            <a:off x="1017395" y="422448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57" name="data-point-357">
            <a:extLst xmlns:a="http://schemas.openxmlformats.org/drawingml/2006/main">
              <a:ext uri="{FF2B5EF4-FFF2-40B4-BE49-F238E27FC236}">
                <a16:creationId xmlns:a16="http://schemas.microsoft.com/office/drawing/2014/main" id="{2BEB24DE-BD7E-43F6-BF74-F80AF597DC70}"/>
              </a:ext>
            </a:extLst>
          </p:cNvPr>
          <p:cNvSpPr>
            <a:spLocks xmlns:a="http://schemas.openxmlformats.org/drawingml/2006/main" noGrp="1"/>
          </p:cNvSpPr>
          <p:nvPr/>
        </p:nvSpPr>
        <p:spPr>
          <a:xfrm xmlns:a="http://schemas.openxmlformats.org/drawingml/2006/main">
            <a:off x="1088160" y="409553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58" name="data-point-358">
            <a:extLst xmlns:a="http://schemas.openxmlformats.org/drawingml/2006/main">
              <a:ext uri="{FF2B5EF4-FFF2-40B4-BE49-F238E27FC236}">
                <a16:creationId xmlns:a16="http://schemas.microsoft.com/office/drawing/2014/main" id="{16C8D7B2-DCD3-4CD2-BBC1-FC8895200E46}"/>
              </a:ext>
            </a:extLst>
          </p:cNvPr>
          <p:cNvSpPr>
            <a:spLocks xmlns:a="http://schemas.openxmlformats.org/drawingml/2006/main" noGrp="1"/>
          </p:cNvSpPr>
          <p:nvPr/>
        </p:nvSpPr>
        <p:spPr>
          <a:xfrm xmlns:a="http://schemas.openxmlformats.org/drawingml/2006/main">
            <a:off x="1141183" y="416898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59" name="data-point-359">
            <a:extLst xmlns:a="http://schemas.openxmlformats.org/drawingml/2006/main">
              <a:ext uri="{FF2B5EF4-FFF2-40B4-BE49-F238E27FC236}">
                <a16:creationId xmlns:a16="http://schemas.microsoft.com/office/drawing/2014/main" id="{71F16542-84FA-49A0-BBCC-6DCBB11DF89A}"/>
              </a:ext>
            </a:extLst>
          </p:cNvPr>
          <p:cNvSpPr>
            <a:spLocks xmlns:a="http://schemas.openxmlformats.org/drawingml/2006/main" noGrp="1"/>
          </p:cNvSpPr>
          <p:nvPr/>
        </p:nvSpPr>
        <p:spPr>
          <a:xfrm xmlns:a="http://schemas.openxmlformats.org/drawingml/2006/main">
            <a:off x="1129582" y="408145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60" name="data-point-360">
            <a:extLst xmlns:a="http://schemas.openxmlformats.org/drawingml/2006/main">
              <a:ext uri="{FF2B5EF4-FFF2-40B4-BE49-F238E27FC236}">
                <a16:creationId xmlns:a16="http://schemas.microsoft.com/office/drawing/2014/main" id="{BB570D7A-E5C8-4A6B-9F5E-6E348546DC78}"/>
              </a:ext>
            </a:extLst>
          </p:cNvPr>
          <p:cNvSpPr>
            <a:spLocks xmlns:a="http://schemas.openxmlformats.org/drawingml/2006/main" noGrp="1"/>
          </p:cNvSpPr>
          <p:nvPr/>
        </p:nvSpPr>
        <p:spPr>
          <a:xfrm xmlns:a="http://schemas.openxmlformats.org/drawingml/2006/main">
            <a:off x="1160387" y="417541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61" name="data-point-361">
            <a:extLst xmlns:a="http://schemas.openxmlformats.org/drawingml/2006/main">
              <a:ext uri="{FF2B5EF4-FFF2-40B4-BE49-F238E27FC236}">
                <a16:creationId xmlns:a16="http://schemas.microsoft.com/office/drawing/2014/main" id="{807C6D8E-2954-4C68-A1C3-34C733319420}"/>
              </a:ext>
            </a:extLst>
          </p:cNvPr>
          <p:cNvSpPr>
            <a:spLocks xmlns:a="http://schemas.openxmlformats.org/drawingml/2006/main" noGrp="1"/>
          </p:cNvSpPr>
          <p:nvPr/>
        </p:nvSpPr>
        <p:spPr>
          <a:xfrm xmlns:a="http://schemas.openxmlformats.org/drawingml/2006/main">
            <a:off x="1032233" y="409508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62" name="data-point-362">
            <a:extLst xmlns:a="http://schemas.openxmlformats.org/drawingml/2006/main">
              <a:ext uri="{FF2B5EF4-FFF2-40B4-BE49-F238E27FC236}">
                <a16:creationId xmlns:a16="http://schemas.microsoft.com/office/drawing/2014/main" id="{FC63B55E-7951-4CE9-A3F0-5B78A17CF247}"/>
              </a:ext>
            </a:extLst>
          </p:cNvPr>
          <p:cNvSpPr>
            <a:spLocks xmlns:a="http://schemas.openxmlformats.org/drawingml/2006/main" noGrp="1"/>
          </p:cNvSpPr>
          <p:nvPr/>
        </p:nvSpPr>
        <p:spPr>
          <a:xfrm xmlns:a="http://schemas.openxmlformats.org/drawingml/2006/main">
            <a:off x="1141798" y="413174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63" name="data-point-363">
            <a:extLst xmlns:a="http://schemas.openxmlformats.org/drawingml/2006/main">
              <a:ext uri="{FF2B5EF4-FFF2-40B4-BE49-F238E27FC236}">
                <a16:creationId xmlns:a16="http://schemas.microsoft.com/office/drawing/2014/main" id="{6214922E-27FB-4CF2-92F9-90040D28A3A9}"/>
              </a:ext>
            </a:extLst>
          </p:cNvPr>
          <p:cNvSpPr>
            <a:spLocks xmlns:a="http://schemas.openxmlformats.org/drawingml/2006/main" noGrp="1"/>
          </p:cNvSpPr>
          <p:nvPr/>
        </p:nvSpPr>
        <p:spPr>
          <a:xfrm xmlns:a="http://schemas.openxmlformats.org/drawingml/2006/main">
            <a:off x="1238846" y="410434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64" name="data-point-364">
            <a:extLst xmlns:a="http://schemas.openxmlformats.org/drawingml/2006/main">
              <a:ext uri="{FF2B5EF4-FFF2-40B4-BE49-F238E27FC236}">
                <a16:creationId xmlns:a16="http://schemas.microsoft.com/office/drawing/2014/main" id="{C5A28F63-C94C-445D-B559-98217B27C057}"/>
              </a:ext>
            </a:extLst>
          </p:cNvPr>
          <p:cNvSpPr>
            <a:spLocks xmlns:a="http://schemas.openxmlformats.org/drawingml/2006/main" noGrp="1"/>
          </p:cNvSpPr>
          <p:nvPr/>
        </p:nvSpPr>
        <p:spPr>
          <a:xfrm xmlns:a="http://schemas.openxmlformats.org/drawingml/2006/main">
            <a:off x="1129170" y="404556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65" name="data-point-365">
            <a:extLst xmlns:a="http://schemas.openxmlformats.org/drawingml/2006/main">
              <a:ext uri="{FF2B5EF4-FFF2-40B4-BE49-F238E27FC236}">
                <a16:creationId xmlns:a16="http://schemas.microsoft.com/office/drawing/2014/main" id="{387F4EEB-B8F6-40DD-B168-68FD27317090}"/>
              </a:ext>
            </a:extLst>
          </p:cNvPr>
          <p:cNvSpPr>
            <a:spLocks xmlns:a="http://schemas.openxmlformats.org/drawingml/2006/main" noGrp="1"/>
          </p:cNvSpPr>
          <p:nvPr/>
        </p:nvSpPr>
        <p:spPr>
          <a:xfrm xmlns:a="http://schemas.openxmlformats.org/drawingml/2006/main">
            <a:off x="1209341" y="407675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66" name="data-point-366">
            <a:extLst xmlns:a="http://schemas.openxmlformats.org/drawingml/2006/main">
              <a:ext uri="{FF2B5EF4-FFF2-40B4-BE49-F238E27FC236}">
                <a16:creationId xmlns:a16="http://schemas.microsoft.com/office/drawing/2014/main" id="{735F8731-3FC6-444C-B02A-BA1C8058B018}"/>
              </a:ext>
            </a:extLst>
          </p:cNvPr>
          <p:cNvSpPr>
            <a:spLocks xmlns:a="http://schemas.openxmlformats.org/drawingml/2006/main" noGrp="1"/>
          </p:cNvSpPr>
          <p:nvPr/>
        </p:nvSpPr>
        <p:spPr>
          <a:xfrm xmlns:a="http://schemas.openxmlformats.org/drawingml/2006/main">
            <a:off x="1166802" y="410491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67" name="data-point-367">
            <a:extLst xmlns:a="http://schemas.openxmlformats.org/drawingml/2006/main">
              <a:ext uri="{FF2B5EF4-FFF2-40B4-BE49-F238E27FC236}">
                <a16:creationId xmlns:a16="http://schemas.microsoft.com/office/drawing/2014/main" id="{AFE70210-CF18-42A7-9315-DAC3320AD298}"/>
              </a:ext>
            </a:extLst>
          </p:cNvPr>
          <p:cNvSpPr>
            <a:spLocks xmlns:a="http://schemas.openxmlformats.org/drawingml/2006/main" noGrp="1"/>
          </p:cNvSpPr>
          <p:nvPr/>
        </p:nvSpPr>
        <p:spPr>
          <a:xfrm xmlns:a="http://schemas.openxmlformats.org/drawingml/2006/main">
            <a:off x="1170417" y="39317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68" name="data-point-368">
            <a:extLst xmlns:a="http://schemas.openxmlformats.org/drawingml/2006/main">
              <a:ext uri="{FF2B5EF4-FFF2-40B4-BE49-F238E27FC236}">
                <a16:creationId xmlns:a16="http://schemas.microsoft.com/office/drawing/2014/main" id="{8A1AF1EE-CE9B-4F08-80EC-6432188DADE0}"/>
              </a:ext>
            </a:extLst>
          </p:cNvPr>
          <p:cNvSpPr>
            <a:spLocks xmlns:a="http://schemas.openxmlformats.org/drawingml/2006/main" noGrp="1"/>
          </p:cNvSpPr>
          <p:nvPr/>
        </p:nvSpPr>
        <p:spPr>
          <a:xfrm xmlns:a="http://schemas.openxmlformats.org/drawingml/2006/main">
            <a:off x="1364608" y="4064811"/>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69" name="data-point-369">
            <a:extLst xmlns:a="http://schemas.openxmlformats.org/drawingml/2006/main">
              <a:ext uri="{FF2B5EF4-FFF2-40B4-BE49-F238E27FC236}">
                <a16:creationId xmlns:a16="http://schemas.microsoft.com/office/drawing/2014/main" id="{2C632DFB-C81F-4A2A-91B5-512FA4698918}"/>
              </a:ext>
            </a:extLst>
          </p:cNvPr>
          <p:cNvSpPr>
            <a:spLocks xmlns:a="http://schemas.openxmlformats.org/drawingml/2006/main" noGrp="1"/>
          </p:cNvSpPr>
          <p:nvPr/>
        </p:nvSpPr>
        <p:spPr>
          <a:xfrm xmlns:a="http://schemas.openxmlformats.org/drawingml/2006/main">
            <a:off x="1183092" y="416202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70" name="data-point-370">
            <a:extLst xmlns:a="http://schemas.openxmlformats.org/drawingml/2006/main">
              <a:ext uri="{FF2B5EF4-FFF2-40B4-BE49-F238E27FC236}">
                <a16:creationId xmlns:a16="http://schemas.microsoft.com/office/drawing/2014/main" id="{B4BC96E8-DEED-4A24-BDD1-614DB9BA9CF9}"/>
              </a:ext>
            </a:extLst>
          </p:cNvPr>
          <p:cNvSpPr>
            <a:spLocks xmlns:a="http://schemas.openxmlformats.org/drawingml/2006/main" noGrp="1"/>
          </p:cNvSpPr>
          <p:nvPr/>
        </p:nvSpPr>
        <p:spPr>
          <a:xfrm xmlns:a="http://schemas.openxmlformats.org/drawingml/2006/main">
            <a:off x="1522511" y="384945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71" name="data-point-371">
            <a:extLst xmlns:a="http://schemas.openxmlformats.org/drawingml/2006/main">
              <a:ext uri="{FF2B5EF4-FFF2-40B4-BE49-F238E27FC236}">
                <a16:creationId xmlns:a16="http://schemas.microsoft.com/office/drawing/2014/main" id="{FFFE5133-7F4E-47D6-8B6A-B7A63B9B1383}"/>
              </a:ext>
            </a:extLst>
          </p:cNvPr>
          <p:cNvSpPr>
            <a:spLocks xmlns:a="http://schemas.openxmlformats.org/drawingml/2006/main" noGrp="1"/>
          </p:cNvSpPr>
          <p:nvPr/>
        </p:nvSpPr>
        <p:spPr>
          <a:xfrm xmlns:a="http://schemas.openxmlformats.org/drawingml/2006/main">
            <a:off x="957767" y="420949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72" name="data-point-372">
            <a:extLst xmlns:a="http://schemas.openxmlformats.org/drawingml/2006/main">
              <a:ext uri="{FF2B5EF4-FFF2-40B4-BE49-F238E27FC236}">
                <a16:creationId xmlns:a16="http://schemas.microsoft.com/office/drawing/2014/main" id="{BB1C4291-DD96-4E4E-AECD-E7CD197AA4F1}"/>
              </a:ext>
            </a:extLst>
          </p:cNvPr>
          <p:cNvSpPr>
            <a:spLocks xmlns:a="http://schemas.openxmlformats.org/drawingml/2006/main" noGrp="1"/>
          </p:cNvSpPr>
          <p:nvPr/>
        </p:nvSpPr>
        <p:spPr>
          <a:xfrm xmlns:a="http://schemas.openxmlformats.org/drawingml/2006/main">
            <a:off x="985742" y="429268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73" name="data-point-373">
            <a:extLst xmlns:a="http://schemas.openxmlformats.org/drawingml/2006/main">
              <a:ext uri="{FF2B5EF4-FFF2-40B4-BE49-F238E27FC236}">
                <a16:creationId xmlns:a16="http://schemas.microsoft.com/office/drawing/2014/main" id="{69B975F8-C50F-41C7-965B-6853B7EA8C12}"/>
              </a:ext>
            </a:extLst>
          </p:cNvPr>
          <p:cNvSpPr>
            <a:spLocks xmlns:a="http://schemas.openxmlformats.org/drawingml/2006/main" noGrp="1"/>
          </p:cNvSpPr>
          <p:nvPr/>
        </p:nvSpPr>
        <p:spPr>
          <a:xfrm xmlns:a="http://schemas.openxmlformats.org/drawingml/2006/main">
            <a:off x="872277" y="420225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74" name="data-point-374">
            <a:extLst xmlns:a="http://schemas.openxmlformats.org/drawingml/2006/main">
              <a:ext uri="{FF2B5EF4-FFF2-40B4-BE49-F238E27FC236}">
                <a16:creationId xmlns:a16="http://schemas.microsoft.com/office/drawing/2014/main" id="{448EE459-A224-440C-899F-A97049E5587D}"/>
              </a:ext>
            </a:extLst>
          </p:cNvPr>
          <p:cNvSpPr>
            <a:spLocks xmlns:a="http://schemas.openxmlformats.org/drawingml/2006/main" noGrp="1"/>
          </p:cNvSpPr>
          <p:nvPr/>
        </p:nvSpPr>
        <p:spPr>
          <a:xfrm xmlns:a="http://schemas.openxmlformats.org/drawingml/2006/main">
            <a:off x="936897" y="430211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75" name="data-point-375">
            <a:extLst xmlns:a="http://schemas.openxmlformats.org/drawingml/2006/main">
              <a:ext uri="{FF2B5EF4-FFF2-40B4-BE49-F238E27FC236}">
                <a16:creationId xmlns:a16="http://schemas.microsoft.com/office/drawing/2014/main" id="{0AFAB765-A25F-4A43-B6E8-0DBFD29CFEDD}"/>
              </a:ext>
            </a:extLst>
          </p:cNvPr>
          <p:cNvSpPr>
            <a:spLocks xmlns:a="http://schemas.openxmlformats.org/drawingml/2006/main" noGrp="1"/>
          </p:cNvSpPr>
          <p:nvPr/>
        </p:nvSpPr>
        <p:spPr>
          <a:xfrm xmlns:a="http://schemas.openxmlformats.org/drawingml/2006/main">
            <a:off x="859406" y="422891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76" name="data-point-376">
            <a:extLst xmlns:a="http://schemas.openxmlformats.org/drawingml/2006/main">
              <a:ext uri="{FF2B5EF4-FFF2-40B4-BE49-F238E27FC236}">
                <a16:creationId xmlns:a16="http://schemas.microsoft.com/office/drawing/2014/main" id="{E4062148-36CD-44B5-BC34-BDD8D27B728D}"/>
              </a:ext>
            </a:extLst>
          </p:cNvPr>
          <p:cNvSpPr>
            <a:spLocks xmlns:a="http://schemas.openxmlformats.org/drawingml/2006/main" noGrp="1"/>
          </p:cNvSpPr>
          <p:nvPr/>
        </p:nvSpPr>
        <p:spPr>
          <a:xfrm xmlns:a="http://schemas.openxmlformats.org/drawingml/2006/main">
            <a:off x="959254" y="424079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77" name="data-point-377">
            <a:extLst xmlns:a="http://schemas.openxmlformats.org/drawingml/2006/main">
              <a:ext uri="{FF2B5EF4-FFF2-40B4-BE49-F238E27FC236}">
                <a16:creationId xmlns:a16="http://schemas.microsoft.com/office/drawing/2014/main" id="{98D2E1C3-F512-4DAF-80B7-CDEDCFE5BF9D}"/>
              </a:ext>
            </a:extLst>
          </p:cNvPr>
          <p:cNvSpPr>
            <a:spLocks xmlns:a="http://schemas.openxmlformats.org/drawingml/2006/main" noGrp="1"/>
          </p:cNvSpPr>
          <p:nvPr/>
        </p:nvSpPr>
        <p:spPr>
          <a:xfrm xmlns:a="http://schemas.openxmlformats.org/drawingml/2006/main">
            <a:off x="1324321" y="407292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78" name="data-point-378">
            <a:extLst xmlns:a="http://schemas.openxmlformats.org/drawingml/2006/main">
              <a:ext uri="{FF2B5EF4-FFF2-40B4-BE49-F238E27FC236}">
                <a16:creationId xmlns:a16="http://schemas.microsoft.com/office/drawing/2014/main" id="{23757953-ACB4-4604-9357-108A6E8D72DE}"/>
              </a:ext>
            </a:extLst>
          </p:cNvPr>
          <p:cNvSpPr>
            <a:spLocks xmlns:a="http://schemas.openxmlformats.org/drawingml/2006/main" noGrp="1"/>
          </p:cNvSpPr>
          <p:nvPr/>
        </p:nvSpPr>
        <p:spPr>
          <a:xfrm xmlns:a="http://schemas.openxmlformats.org/drawingml/2006/main">
            <a:off x="1172020" y="384502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79" name="data-point-379">
            <a:extLst xmlns:a="http://schemas.openxmlformats.org/drawingml/2006/main">
              <a:ext uri="{FF2B5EF4-FFF2-40B4-BE49-F238E27FC236}">
                <a16:creationId xmlns:a16="http://schemas.microsoft.com/office/drawing/2014/main" id="{60E954C1-12E6-4004-9D7B-D7DBE14179BA}"/>
              </a:ext>
            </a:extLst>
          </p:cNvPr>
          <p:cNvSpPr>
            <a:spLocks xmlns:a="http://schemas.openxmlformats.org/drawingml/2006/main" noGrp="1"/>
          </p:cNvSpPr>
          <p:nvPr/>
        </p:nvSpPr>
        <p:spPr>
          <a:xfrm xmlns:a="http://schemas.openxmlformats.org/drawingml/2006/main">
            <a:off x="1482884" y="407919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80" name="data-point-380">
            <a:extLst xmlns:a="http://schemas.openxmlformats.org/drawingml/2006/main">
              <a:ext uri="{FF2B5EF4-FFF2-40B4-BE49-F238E27FC236}">
                <a16:creationId xmlns:a16="http://schemas.microsoft.com/office/drawing/2014/main" id="{00F06E96-DB78-45ED-8B3C-A580C08C63E1}"/>
              </a:ext>
            </a:extLst>
          </p:cNvPr>
          <p:cNvSpPr>
            <a:spLocks xmlns:a="http://schemas.openxmlformats.org/drawingml/2006/main" noGrp="1"/>
          </p:cNvSpPr>
          <p:nvPr/>
        </p:nvSpPr>
        <p:spPr>
          <a:xfrm xmlns:a="http://schemas.openxmlformats.org/drawingml/2006/main">
            <a:off x="1238365" y="415015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81" name="data-point-381">
            <a:extLst xmlns:a="http://schemas.openxmlformats.org/drawingml/2006/main">
              <a:ext uri="{FF2B5EF4-FFF2-40B4-BE49-F238E27FC236}">
                <a16:creationId xmlns:a16="http://schemas.microsoft.com/office/drawing/2014/main" id="{4F7F2539-5475-4AFD-8B51-988206C0B8D0}"/>
              </a:ext>
            </a:extLst>
          </p:cNvPr>
          <p:cNvSpPr>
            <a:spLocks xmlns:a="http://schemas.openxmlformats.org/drawingml/2006/main" noGrp="1"/>
          </p:cNvSpPr>
          <p:nvPr/>
        </p:nvSpPr>
        <p:spPr>
          <a:xfrm xmlns:a="http://schemas.openxmlformats.org/drawingml/2006/main">
            <a:off x="1066686" y="417664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82" name="data-point-382">
            <a:extLst xmlns:a="http://schemas.openxmlformats.org/drawingml/2006/main">
              <a:ext uri="{FF2B5EF4-FFF2-40B4-BE49-F238E27FC236}">
                <a16:creationId xmlns:a16="http://schemas.microsoft.com/office/drawing/2014/main" id="{854A026C-8D85-421F-A511-8C1131F92911}"/>
              </a:ext>
            </a:extLst>
          </p:cNvPr>
          <p:cNvSpPr>
            <a:spLocks xmlns:a="http://schemas.openxmlformats.org/drawingml/2006/main" noGrp="1"/>
          </p:cNvSpPr>
          <p:nvPr/>
        </p:nvSpPr>
        <p:spPr>
          <a:xfrm xmlns:a="http://schemas.openxmlformats.org/drawingml/2006/main">
            <a:off x="1030550" y="407423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83" name="data-point-383">
            <a:extLst xmlns:a="http://schemas.openxmlformats.org/drawingml/2006/main">
              <a:ext uri="{FF2B5EF4-FFF2-40B4-BE49-F238E27FC236}">
                <a16:creationId xmlns:a16="http://schemas.microsoft.com/office/drawing/2014/main" id="{C4B4428F-8A5D-4E15-9775-ED0834960308}"/>
              </a:ext>
            </a:extLst>
          </p:cNvPr>
          <p:cNvSpPr>
            <a:spLocks xmlns:a="http://schemas.openxmlformats.org/drawingml/2006/main" noGrp="1"/>
          </p:cNvSpPr>
          <p:nvPr/>
        </p:nvSpPr>
        <p:spPr>
          <a:xfrm xmlns:a="http://schemas.openxmlformats.org/drawingml/2006/main">
            <a:off x="1248683" y="394989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84" name="data-point-384">
            <a:extLst xmlns:a="http://schemas.openxmlformats.org/drawingml/2006/main">
              <a:ext uri="{FF2B5EF4-FFF2-40B4-BE49-F238E27FC236}">
                <a16:creationId xmlns:a16="http://schemas.microsoft.com/office/drawing/2014/main" id="{92063529-4110-4331-A0A7-AF9D86B4D7F1}"/>
              </a:ext>
            </a:extLst>
          </p:cNvPr>
          <p:cNvSpPr>
            <a:spLocks xmlns:a="http://schemas.openxmlformats.org/drawingml/2006/main" noGrp="1"/>
          </p:cNvSpPr>
          <p:nvPr/>
        </p:nvSpPr>
        <p:spPr>
          <a:xfrm xmlns:a="http://schemas.openxmlformats.org/drawingml/2006/main">
            <a:off x="1339841" y="39195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85" name="data-point-385">
            <a:extLst xmlns:a="http://schemas.openxmlformats.org/drawingml/2006/main">
              <a:ext uri="{FF2B5EF4-FFF2-40B4-BE49-F238E27FC236}">
                <a16:creationId xmlns:a16="http://schemas.microsoft.com/office/drawing/2014/main" id="{821428BA-3074-445A-BDFE-80999D547DB1}"/>
              </a:ext>
            </a:extLst>
          </p:cNvPr>
          <p:cNvSpPr>
            <a:spLocks xmlns:a="http://schemas.openxmlformats.org/drawingml/2006/main" noGrp="1"/>
          </p:cNvSpPr>
          <p:nvPr/>
        </p:nvSpPr>
        <p:spPr>
          <a:xfrm xmlns:a="http://schemas.openxmlformats.org/drawingml/2006/main">
            <a:off x="1381287" y="390511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86" name="data-point-386">
            <a:extLst xmlns:a="http://schemas.openxmlformats.org/drawingml/2006/main">
              <a:ext uri="{FF2B5EF4-FFF2-40B4-BE49-F238E27FC236}">
                <a16:creationId xmlns:a16="http://schemas.microsoft.com/office/drawing/2014/main" id="{207D46F1-7669-4C0E-9A23-7B6A85AAB1CF}"/>
              </a:ext>
            </a:extLst>
          </p:cNvPr>
          <p:cNvSpPr>
            <a:spLocks xmlns:a="http://schemas.openxmlformats.org/drawingml/2006/main" noGrp="1"/>
          </p:cNvSpPr>
          <p:nvPr/>
        </p:nvSpPr>
        <p:spPr>
          <a:xfrm xmlns:a="http://schemas.openxmlformats.org/drawingml/2006/main">
            <a:off x="1319281" y="401759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87" name="data-point-387">
            <a:extLst xmlns:a="http://schemas.openxmlformats.org/drawingml/2006/main">
              <a:ext uri="{FF2B5EF4-FFF2-40B4-BE49-F238E27FC236}">
                <a16:creationId xmlns:a16="http://schemas.microsoft.com/office/drawing/2014/main" id="{0DB5A4B3-51C1-4B8E-92E4-6D407F4304D2}"/>
              </a:ext>
            </a:extLst>
          </p:cNvPr>
          <p:cNvSpPr>
            <a:spLocks xmlns:a="http://schemas.openxmlformats.org/drawingml/2006/main" noGrp="1"/>
          </p:cNvSpPr>
          <p:nvPr/>
        </p:nvSpPr>
        <p:spPr>
          <a:xfrm xmlns:a="http://schemas.openxmlformats.org/drawingml/2006/main">
            <a:off x="1247498" y="399404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88" name="data-point-388">
            <a:extLst xmlns:a="http://schemas.openxmlformats.org/drawingml/2006/main">
              <a:ext uri="{FF2B5EF4-FFF2-40B4-BE49-F238E27FC236}">
                <a16:creationId xmlns:a16="http://schemas.microsoft.com/office/drawing/2014/main" id="{7021AE52-6EAB-415A-A4E5-0DD7C1182488}"/>
              </a:ext>
            </a:extLst>
          </p:cNvPr>
          <p:cNvSpPr>
            <a:spLocks xmlns:a="http://schemas.openxmlformats.org/drawingml/2006/main" noGrp="1"/>
          </p:cNvSpPr>
          <p:nvPr/>
        </p:nvSpPr>
        <p:spPr>
          <a:xfrm xmlns:a="http://schemas.openxmlformats.org/drawingml/2006/main">
            <a:off x="1230055" y="403552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89" name="data-point-389">
            <a:extLst xmlns:a="http://schemas.openxmlformats.org/drawingml/2006/main">
              <a:ext uri="{FF2B5EF4-FFF2-40B4-BE49-F238E27FC236}">
                <a16:creationId xmlns:a16="http://schemas.microsoft.com/office/drawing/2014/main" id="{576166FC-0CE7-453F-BC2A-2E4A1515BBDD}"/>
              </a:ext>
            </a:extLst>
          </p:cNvPr>
          <p:cNvSpPr>
            <a:spLocks xmlns:a="http://schemas.openxmlformats.org/drawingml/2006/main" noGrp="1"/>
          </p:cNvSpPr>
          <p:nvPr/>
        </p:nvSpPr>
        <p:spPr>
          <a:xfrm xmlns:a="http://schemas.openxmlformats.org/drawingml/2006/main">
            <a:off x="1223038" y="405961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90" name="data-point-390">
            <a:extLst xmlns:a="http://schemas.openxmlformats.org/drawingml/2006/main">
              <a:ext uri="{FF2B5EF4-FFF2-40B4-BE49-F238E27FC236}">
                <a16:creationId xmlns:a16="http://schemas.microsoft.com/office/drawing/2014/main" id="{71C4BD91-0040-48D0-AE2B-30029FFEC5A5}"/>
              </a:ext>
            </a:extLst>
          </p:cNvPr>
          <p:cNvSpPr>
            <a:spLocks xmlns:a="http://schemas.openxmlformats.org/drawingml/2006/main" noGrp="1"/>
          </p:cNvSpPr>
          <p:nvPr/>
        </p:nvSpPr>
        <p:spPr>
          <a:xfrm xmlns:a="http://schemas.openxmlformats.org/drawingml/2006/main">
            <a:off x="1289935" y="402400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91" name="data-point-391">
            <a:extLst xmlns:a="http://schemas.openxmlformats.org/drawingml/2006/main">
              <a:ext uri="{FF2B5EF4-FFF2-40B4-BE49-F238E27FC236}">
                <a16:creationId xmlns:a16="http://schemas.microsoft.com/office/drawing/2014/main" id="{68FA5698-19D1-44F2-B3CD-D093A8F332DB}"/>
              </a:ext>
            </a:extLst>
          </p:cNvPr>
          <p:cNvSpPr>
            <a:spLocks xmlns:a="http://schemas.openxmlformats.org/drawingml/2006/main" noGrp="1"/>
          </p:cNvSpPr>
          <p:nvPr/>
        </p:nvSpPr>
        <p:spPr>
          <a:xfrm xmlns:a="http://schemas.openxmlformats.org/drawingml/2006/main">
            <a:off x="1238754" y="40347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392" name="data-point-392">
            <a:extLst xmlns:a="http://schemas.openxmlformats.org/drawingml/2006/main">
              <a:ext uri="{FF2B5EF4-FFF2-40B4-BE49-F238E27FC236}">
                <a16:creationId xmlns:a16="http://schemas.microsoft.com/office/drawing/2014/main" id="{9D1A6620-EEF5-4BB5-A5D0-7E68692D2D81}"/>
              </a:ext>
            </a:extLst>
          </p:cNvPr>
          <p:cNvSpPr>
            <a:spLocks xmlns:a="http://schemas.openxmlformats.org/drawingml/2006/main" noGrp="1"/>
          </p:cNvSpPr>
          <p:nvPr/>
        </p:nvSpPr>
        <p:spPr>
          <a:xfrm xmlns:a="http://schemas.openxmlformats.org/drawingml/2006/main">
            <a:off x="1231257" y="379191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93" name="data-point-393">
            <a:extLst xmlns:a="http://schemas.openxmlformats.org/drawingml/2006/main">
              <a:ext uri="{FF2B5EF4-FFF2-40B4-BE49-F238E27FC236}">
                <a16:creationId xmlns:a16="http://schemas.microsoft.com/office/drawing/2014/main" id="{43C9A8AB-1A95-440F-95E9-9DE26AD6A28F}"/>
              </a:ext>
            </a:extLst>
          </p:cNvPr>
          <p:cNvSpPr>
            <a:spLocks xmlns:a="http://schemas.openxmlformats.org/drawingml/2006/main" noGrp="1"/>
          </p:cNvSpPr>
          <p:nvPr/>
        </p:nvSpPr>
        <p:spPr>
          <a:xfrm xmlns:a="http://schemas.openxmlformats.org/drawingml/2006/main">
            <a:off x="1555321" y="382350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94" name="data-point-394">
            <a:extLst xmlns:a="http://schemas.openxmlformats.org/drawingml/2006/main">
              <a:ext uri="{FF2B5EF4-FFF2-40B4-BE49-F238E27FC236}">
                <a16:creationId xmlns:a16="http://schemas.microsoft.com/office/drawing/2014/main" id="{28483D47-6846-46E3-B131-EB56E0D99440}"/>
              </a:ext>
            </a:extLst>
          </p:cNvPr>
          <p:cNvSpPr>
            <a:spLocks xmlns:a="http://schemas.openxmlformats.org/drawingml/2006/main" noGrp="1"/>
          </p:cNvSpPr>
          <p:nvPr/>
        </p:nvSpPr>
        <p:spPr>
          <a:xfrm xmlns:a="http://schemas.openxmlformats.org/drawingml/2006/main">
            <a:off x="1512240" y="389989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395" name="data-point-395">
            <a:extLst xmlns:a="http://schemas.openxmlformats.org/drawingml/2006/main">
              <a:ext uri="{FF2B5EF4-FFF2-40B4-BE49-F238E27FC236}">
                <a16:creationId xmlns:a16="http://schemas.microsoft.com/office/drawing/2014/main" id="{811816DD-97C0-45F7-97CB-0F8CA944F3B8}"/>
              </a:ext>
            </a:extLst>
          </p:cNvPr>
          <p:cNvSpPr>
            <a:spLocks xmlns:a="http://schemas.openxmlformats.org/drawingml/2006/main" noGrp="1"/>
          </p:cNvSpPr>
          <p:nvPr/>
        </p:nvSpPr>
        <p:spPr>
          <a:xfrm xmlns:a="http://schemas.openxmlformats.org/drawingml/2006/main">
            <a:off x="803524" y="436366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96" name="data-point-396">
            <a:extLst xmlns:a="http://schemas.openxmlformats.org/drawingml/2006/main">
              <a:ext uri="{FF2B5EF4-FFF2-40B4-BE49-F238E27FC236}">
                <a16:creationId xmlns:a16="http://schemas.microsoft.com/office/drawing/2014/main" id="{67542474-32C7-4A9F-AC55-18627C318904}"/>
              </a:ext>
            </a:extLst>
          </p:cNvPr>
          <p:cNvSpPr>
            <a:spLocks xmlns:a="http://schemas.openxmlformats.org/drawingml/2006/main" noGrp="1"/>
          </p:cNvSpPr>
          <p:nvPr/>
        </p:nvSpPr>
        <p:spPr>
          <a:xfrm xmlns:a="http://schemas.openxmlformats.org/drawingml/2006/main">
            <a:off x="775457" y="431398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97" name="data-point-397">
            <a:extLst xmlns:a="http://schemas.openxmlformats.org/drawingml/2006/main">
              <a:ext uri="{FF2B5EF4-FFF2-40B4-BE49-F238E27FC236}">
                <a16:creationId xmlns:a16="http://schemas.microsoft.com/office/drawing/2014/main" id="{988BA26E-9FFE-474A-A884-1DD402480D31}"/>
              </a:ext>
            </a:extLst>
          </p:cNvPr>
          <p:cNvSpPr>
            <a:spLocks xmlns:a="http://schemas.openxmlformats.org/drawingml/2006/main" noGrp="1"/>
          </p:cNvSpPr>
          <p:nvPr/>
        </p:nvSpPr>
        <p:spPr>
          <a:xfrm xmlns:a="http://schemas.openxmlformats.org/drawingml/2006/main">
            <a:off x="843213" y="430101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98" name="data-point-398">
            <a:extLst xmlns:a="http://schemas.openxmlformats.org/drawingml/2006/main">
              <a:ext uri="{FF2B5EF4-FFF2-40B4-BE49-F238E27FC236}">
                <a16:creationId xmlns:a16="http://schemas.microsoft.com/office/drawing/2014/main" id="{03214C87-2C51-4CCC-B0F8-723B00E59C69}"/>
              </a:ext>
            </a:extLst>
          </p:cNvPr>
          <p:cNvSpPr>
            <a:spLocks xmlns:a="http://schemas.openxmlformats.org/drawingml/2006/main" noGrp="1"/>
          </p:cNvSpPr>
          <p:nvPr/>
        </p:nvSpPr>
        <p:spPr>
          <a:xfrm xmlns:a="http://schemas.openxmlformats.org/drawingml/2006/main">
            <a:off x="1208940" y="415009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399" name="data-point-399">
            <a:extLst xmlns:a="http://schemas.openxmlformats.org/drawingml/2006/main">
              <a:ext uri="{FF2B5EF4-FFF2-40B4-BE49-F238E27FC236}">
                <a16:creationId xmlns:a16="http://schemas.microsoft.com/office/drawing/2014/main" id="{5A55FD90-C2AF-4DD9-BD5F-051A7935E1C9}"/>
              </a:ext>
            </a:extLst>
          </p:cNvPr>
          <p:cNvSpPr>
            <a:spLocks xmlns:a="http://schemas.openxmlformats.org/drawingml/2006/main" noGrp="1"/>
          </p:cNvSpPr>
          <p:nvPr/>
        </p:nvSpPr>
        <p:spPr>
          <a:xfrm xmlns:a="http://schemas.openxmlformats.org/drawingml/2006/main">
            <a:off x="1066758" y="412510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00" name="data-point-400">
            <a:extLst xmlns:a="http://schemas.openxmlformats.org/drawingml/2006/main">
              <a:ext uri="{FF2B5EF4-FFF2-40B4-BE49-F238E27FC236}">
                <a16:creationId xmlns:a16="http://schemas.microsoft.com/office/drawing/2014/main" id="{042E58CC-46A3-4455-A726-26532C645C7A}"/>
              </a:ext>
            </a:extLst>
          </p:cNvPr>
          <p:cNvSpPr>
            <a:spLocks xmlns:a="http://schemas.openxmlformats.org/drawingml/2006/main" noGrp="1"/>
          </p:cNvSpPr>
          <p:nvPr/>
        </p:nvSpPr>
        <p:spPr>
          <a:xfrm xmlns:a="http://schemas.openxmlformats.org/drawingml/2006/main">
            <a:off x="1100852" y="421682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01" name="data-point-401">
            <a:extLst xmlns:a="http://schemas.openxmlformats.org/drawingml/2006/main">
              <a:ext uri="{FF2B5EF4-FFF2-40B4-BE49-F238E27FC236}">
                <a16:creationId xmlns:a16="http://schemas.microsoft.com/office/drawing/2014/main" id="{7D92BCC1-7541-4CB9-ACAF-0A8C61E7073D}"/>
              </a:ext>
            </a:extLst>
          </p:cNvPr>
          <p:cNvSpPr>
            <a:spLocks xmlns:a="http://schemas.openxmlformats.org/drawingml/2006/main" noGrp="1"/>
          </p:cNvSpPr>
          <p:nvPr/>
        </p:nvSpPr>
        <p:spPr>
          <a:xfrm xmlns:a="http://schemas.openxmlformats.org/drawingml/2006/main">
            <a:off x="954722" y="420443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02" name="data-point-402">
            <a:extLst xmlns:a="http://schemas.openxmlformats.org/drawingml/2006/main">
              <a:ext uri="{FF2B5EF4-FFF2-40B4-BE49-F238E27FC236}">
                <a16:creationId xmlns:a16="http://schemas.microsoft.com/office/drawing/2014/main" id="{95BF9622-2C8C-4617-BAC7-D0E1EE2D8E5C}"/>
              </a:ext>
            </a:extLst>
          </p:cNvPr>
          <p:cNvSpPr>
            <a:spLocks xmlns:a="http://schemas.openxmlformats.org/drawingml/2006/main" noGrp="1"/>
          </p:cNvSpPr>
          <p:nvPr/>
        </p:nvSpPr>
        <p:spPr>
          <a:xfrm xmlns:a="http://schemas.openxmlformats.org/drawingml/2006/main">
            <a:off x="1493133" y="390912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03" name="data-point-403">
            <a:extLst xmlns:a="http://schemas.openxmlformats.org/drawingml/2006/main">
              <a:ext uri="{FF2B5EF4-FFF2-40B4-BE49-F238E27FC236}">
                <a16:creationId xmlns:a16="http://schemas.microsoft.com/office/drawing/2014/main" id="{60AD2181-DCFE-4328-91BB-24B12982AD76}"/>
              </a:ext>
            </a:extLst>
          </p:cNvPr>
          <p:cNvSpPr>
            <a:spLocks xmlns:a="http://schemas.openxmlformats.org/drawingml/2006/main" noGrp="1"/>
          </p:cNvSpPr>
          <p:nvPr/>
        </p:nvSpPr>
        <p:spPr>
          <a:xfrm xmlns:a="http://schemas.openxmlformats.org/drawingml/2006/main">
            <a:off x="1395448" y="376384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04" name="data-point-404">
            <a:extLst xmlns:a="http://schemas.openxmlformats.org/drawingml/2006/main">
              <a:ext uri="{FF2B5EF4-FFF2-40B4-BE49-F238E27FC236}">
                <a16:creationId xmlns:a16="http://schemas.microsoft.com/office/drawing/2014/main" id="{69576159-E16B-41DC-AF8C-3823411956B5}"/>
              </a:ext>
            </a:extLst>
          </p:cNvPr>
          <p:cNvSpPr>
            <a:spLocks xmlns:a="http://schemas.openxmlformats.org/drawingml/2006/main" noGrp="1"/>
          </p:cNvSpPr>
          <p:nvPr/>
        </p:nvSpPr>
        <p:spPr>
          <a:xfrm xmlns:a="http://schemas.openxmlformats.org/drawingml/2006/main">
            <a:off x="967777" y="418164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05" name="data-point-405">
            <a:extLst xmlns:a="http://schemas.openxmlformats.org/drawingml/2006/main">
              <a:ext uri="{FF2B5EF4-FFF2-40B4-BE49-F238E27FC236}">
                <a16:creationId xmlns:a16="http://schemas.microsoft.com/office/drawing/2014/main" id="{78F126A4-C56F-4A5A-9AC3-0AE19A1FEA32}"/>
              </a:ext>
            </a:extLst>
          </p:cNvPr>
          <p:cNvSpPr>
            <a:spLocks xmlns:a="http://schemas.openxmlformats.org/drawingml/2006/main" noGrp="1"/>
          </p:cNvSpPr>
          <p:nvPr/>
        </p:nvSpPr>
        <p:spPr>
          <a:xfrm xmlns:a="http://schemas.openxmlformats.org/drawingml/2006/main">
            <a:off x="1565379" y="39785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06" name="data-point-406">
            <a:extLst xmlns:a="http://schemas.openxmlformats.org/drawingml/2006/main">
              <a:ext uri="{FF2B5EF4-FFF2-40B4-BE49-F238E27FC236}">
                <a16:creationId xmlns:a16="http://schemas.microsoft.com/office/drawing/2014/main" id="{1C0749E1-0575-4CEC-A143-A522457066F9}"/>
              </a:ext>
            </a:extLst>
          </p:cNvPr>
          <p:cNvSpPr>
            <a:spLocks xmlns:a="http://schemas.openxmlformats.org/drawingml/2006/main" noGrp="1"/>
          </p:cNvSpPr>
          <p:nvPr/>
        </p:nvSpPr>
        <p:spPr>
          <a:xfrm xmlns:a="http://schemas.openxmlformats.org/drawingml/2006/main">
            <a:off x="1300753" y="380308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07" name="data-point-407">
            <a:extLst xmlns:a="http://schemas.openxmlformats.org/drawingml/2006/main">
              <a:ext uri="{FF2B5EF4-FFF2-40B4-BE49-F238E27FC236}">
                <a16:creationId xmlns:a16="http://schemas.microsoft.com/office/drawing/2014/main" id="{0CDF67D0-E8CA-4A4A-9B7E-F2F10E559684}"/>
              </a:ext>
            </a:extLst>
          </p:cNvPr>
          <p:cNvSpPr>
            <a:spLocks xmlns:a="http://schemas.openxmlformats.org/drawingml/2006/main" noGrp="1"/>
          </p:cNvSpPr>
          <p:nvPr/>
        </p:nvSpPr>
        <p:spPr>
          <a:xfrm xmlns:a="http://schemas.openxmlformats.org/drawingml/2006/main">
            <a:off x="1540092" y="38214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08" name="data-point-408">
            <a:extLst xmlns:a="http://schemas.openxmlformats.org/drawingml/2006/main">
              <a:ext uri="{FF2B5EF4-FFF2-40B4-BE49-F238E27FC236}">
                <a16:creationId xmlns:a16="http://schemas.microsoft.com/office/drawing/2014/main" id="{1F74E9CC-168D-43FA-A142-173D9BD44670}"/>
              </a:ext>
            </a:extLst>
          </p:cNvPr>
          <p:cNvSpPr>
            <a:spLocks xmlns:a="http://schemas.openxmlformats.org/drawingml/2006/main" noGrp="1"/>
          </p:cNvSpPr>
          <p:nvPr/>
        </p:nvSpPr>
        <p:spPr>
          <a:xfrm xmlns:a="http://schemas.openxmlformats.org/drawingml/2006/main">
            <a:off x="1392242" y="386155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09" name="data-point-409">
            <a:extLst xmlns:a="http://schemas.openxmlformats.org/drawingml/2006/main">
              <a:ext uri="{FF2B5EF4-FFF2-40B4-BE49-F238E27FC236}">
                <a16:creationId xmlns:a16="http://schemas.microsoft.com/office/drawing/2014/main" id="{AF720031-7B90-4B23-BCCC-8F25CCCA7E47}"/>
              </a:ext>
            </a:extLst>
          </p:cNvPr>
          <p:cNvSpPr>
            <a:spLocks xmlns:a="http://schemas.openxmlformats.org/drawingml/2006/main" noGrp="1"/>
          </p:cNvSpPr>
          <p:nvPr/>
        </p:nvSpPr>
        <p:spPr>
          <a:xfrm xmlns:a="http://schemas.openxmlformats.org/drawingml/2006/main">
            <a:off x="1460328" y="389474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10" name="data-point-410">
            <a:extLst xmlns:a="http://schemas.openxmlformats.org/drawingml/2006/main">
              <a:ext uri="{FF2B5EF4-FFF2-40B4-BE49-F238E27FC236}">
                <a16:creationId xmlns:a16="http://schemas.microsoft.com/office/drawing/2014/main" id="{E1B1E281-3920-4132-ABF2-236B29F1F6D9}"/>
              </a:ext>
            </a:extLst>
          </p:cNvPr>
          <p:cNvSpPr>
            <a:spLocks xmlns:a="http://schemas.openxmlformats.org/drawingml/2006/main" noGrp="1"/>
          </p:cNvSpPr>
          <p:nvPr/>
        </p:nvSpPr>
        <p:spPr>
          <a:xfrm xmlns:a="http://schemas.openxmlformats.org/drawingml/2006/main">
            <a:off x="1415064" y="384148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11" name="data-point-411">
            <a:extLst xmlns:a="http://schemas.openxmlformats.org/drawingml/2006/main">
              <a:ext uri="{FF2B5EF4-FFF2-40B4-BE49-F238E27FC236}">
                <a16:creationId xmlns:a16="http://schemas.microsoft.com/office/drawing/2014/main" id="{A14F8070-B577-4299-9B5B-21613B73CD81}"/>
              </a:ext>
            </a:extLst>
          </p:cNvPr>
          <p:cNvSpPr>
            <a:spLocks xmlns:a="http://schemas.openxmlformats.org/drawingml/2006/main" noGrp="1"/>
          </p:cNvSpPr>
          <p:nvPr/>
        </p:nvSpPr>
        <p:spPr>
          <a:xfrm xmlns:a="http://schemas.openxmlformats.org/drawingml/2006/main">
            <a:off x="1353190" y="379011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12" name="data-point-412">
            <a:extLst xmlns:a="http://schemas.openxmlformats.org/drawingml/2006/main">
              <a:ext uri="{FF2B5EF4-FFF2-40B4-BE49-F238E27FC236}">
                <a16:creationId xmlns:a16="http://schemas.microsoft.com/office/drawing/2014/main" id="{0EE89E98-0170-46A2-85B0-F1D063B41C58}"/>
              </a:ext>
            </a:extLst>
          </p:cNvPr>
          <p:cNvSpPr>
            <a:spLocks xmlns:a="http://schemas.openxmlformats.org/drawingml/2006/main" noGrp="1"/>
          </p:cNvSpPr>
          <p:nvPr/>
        </p:nvSpPr>
        <p:spPr>
          <a:xfrm xmlns:a="http://schemas.openxmlformats.org/drawingml/2006/main">
            <a:off x="1557780" y="392233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13" name="data-point-413">
            <a:extLst xmlns:a="http://schemas.openxmlformats.org/drawingml/2006/main">
              <a:ext uri="{FF2B5EF4-FFF2-40B4-BE49-F238E27FC236}">
                <a16:creationId xmlns:a16="http://schemas.microsoft.com/office/drawing/2014/main" id="{73908170-FEF2-4A35-83BF-FD8823B2FD79}"/>
              </a:ext>
            </a:extLst>
          </p:cNvPr>
          <p:cNvSpPr>
            <a:spLocks xmlns:a="http://schemas.openxmlformats.org/drawingml/2006/main" noGrp="1"/>
          </p:cNvSpPr>
          <p:nvPr/>
        </p:nvSpPr>
        <p:spPr>
          <a:xfrm xmlns:a="http://schemas.openxmlformats.org/drawingml/2006/main">
            <a:off x="1377427" y="379072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14" name="data-point-414">
            <a:extLst xmlns:a="http://schemas.openxmlformats.org/drawingml/2006/main">
              <a:ext uri="{FF2B5EF4-FFF2-40B4-BE49-F238E27FC236}">
                <a16:creationId xmlns:a16="http://schemas.microsoft.com/office/drawing/2014/main" id="{E0131C78-98AD-4D23-9D1E-A6FF0C2D5311}"/>
              </a:ext>
            </a:extLst>
          </p:cNvPr>
          <p:cNvSpPr>
            <a:spLocks xmlns:a="http://schemas.openxmlformats.org/drawingml/2006/main" noGrp="1"/>
          </p:cNvSpPr>
          <p:nvPr/>
        </p:nvSpPr>
        <p:spPr>
          <a:xfrm xmlns:a="http://schemas.openxmlformats.org/drawingml/2006/main">
            <a:off x="1556950" y="379544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15" name="data-point-415">
            <a:extLst xmlns:a="http://schemas.openxmlformats.org/drawingml/2006/main">
              <a:ext uri="{FF2B5EF4-FFF2-40B4-BE49-F238E27FC236}">
                <a16:creationId xmlns:a16="http://schemas.microsoft.com/office/drawing/2014/main" id="{CAEA99F2-C391-4F6F-A000-2AB9004EC732}"/>
              </a:ext>
            </a:extLst>
          </p:cNvPr>
          <p:cNvSpPr>
            <a:spLocks xmlns:a="http://schemas.openxmlformats.org/drawingml/2006/main" noGrp="1"/>
          </p:cNvSpPr>
          <p:nvPr/>
        </p:nvSpPr>
        <p:spPr>
          <a:xfrm xmlns:a="http://schemas.openxmlformats.org/drawingml/2006/main">
            <a:off x="936462" y="429897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16" name="data-point-416">
            <a:extLst xmlns:a="http://schemas.openxmlformats.org/drawingml/2006/main">
              <a:ext uri="{FF2B5EF4-FFF2-40B4-BE49-F238E27FC236}">
                <a16:creationId xmlns:a16="http://schemas.microsoft.com/office/drawing/2014/main" id="{0EF822F7-1ADD-4161-97D0-638A3F9DAB6F}"/>
              </a:ext>
            </a:extLst>
          </p:cNvPr>
          <p:cNvSpPr>
            <a:spLocks xmlns:a="http://schemas.openxmlformats.org/drawingml/2006/main" noGrp="1"/>
          </p:cNvSpPr>
          <p:nvPr/>
        </p:nvSpPr>
        <p:spPr>
          <a:xfrm xmlns:a="http://schemas.openxmlformats.org/drawingml/2006/main">
            <a:off x="863690" y="424333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17" name="data-point-417">
            <a:extLst xmlns:a="http://schemas.openxmlformats.org/drawingml/2006/main">
              <a:ext uri="{FF2B5EF4-FFF2-40B4-BE49-F238E27FC236}">
                <a16:creationId xmlns:a16="http://schemas.microsoft.com/office/drawing/2014/main" id="{489C7B6A-207F-4219-8388-DF8E4078CA27}"/>
              </a:ext>
            </a:extLst>
          </p:cNvPr>
          <p:cNvSpPr>
            <a:spLocks xmlns:a="http://schemas.openxmlformats.org/drawingml/2006/main" noGrp="1"/>
          </p:cNvSpPr>
          <p:nvPr/>
        </p:nvSpPr>
        <p:spPr>
          <a:xfrm xmlns:a="http://schemas.openxmlformats.org/drawingml/2006/main">
            <a:off x="939580" y="417396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18" name="data-point-418">
            <a:extLst xmlns:a="http://schemas.openxmlformats.org/drawingml/2006/main">
              <a:ext uri="{FF2B5EF4-FFF2-40B4-BE49-F238E27FC236}">
                <a16:creationId xmlns:a16="http://schemas.microsoft.com/office/drawing/2014/main" id="{A677D3DE-DF2E-4431-BC36-32B1A310FAC7}"/>
              </a:ext>
            </a:extLst>
          </p:cNvPr>
          <p:cNvSpPr>
            <a:spLocks xmlns:a="http://schemas.openxmlformats.org/drawingml/2006/main" noGrp="1"/>
          </p:cNvSpPr>
          <p:nvPr/>
        </p:nvSpPr>
        <p:spPr>
          <a:xfrm xmlns:a="http://schemas.openxmlformats.org/drawingml/2006/main">
            <a:off x="1190711" y="396287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19" name="data-point-419">
            <a:extLst xmlns:a="http://schemas.openxmlformats.org/drawingml/2006/main">
              <a:ext uri="{FF2B5EF4-FFF2-40B4-BE49-F238E27FC236}">
                <a16:creationId xmlns:a16="http://schemas.microsoft.com/office/drawing/2014/main" id="{C445D0AA-8D05-4147-9DBE-D7EFC284D809}"/>
              </a:ext>
            </a:extLst>
          </p:cNvPr>
          <p:cNvSpPr>
            <a:spLocks xmlns:a="http://schemas.openxmlformats.org/drawingml/2006/main" noGrp="1"/>
          </p:cNvSpPr>
          <p:nvPr/>
        </p:nvSpPr>
        <p:spPr>
          <a:xfrm xmlns:a="http://schemas.openxmlformats.org/drawingml/2006/main">
            <a:off x="1105009" y="414935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20" name="data-point-420">
            <a:extLst xmlns:a="http://schemas.openxmlformats.org/drawingml/2006/main">
              <a:ext uri="{FF2B5EF4-FFF2-40B4-BE49-F238E27FC236}">
                <a16:creationId xmlns:a16="http://schemas.microsoft.com/office/drawing/2014/main" id="{08C14A2B-9616-4B62-964C-894DEB47202F}"/>
              </a:ext>
            </a:extLst>
          </p:cNvPr>
          <p:cNvSpPr>
            <a:spLocks xmlns:a="http://schemas.openxmlformats.org/drawingml/2006/main" noGrp="1"/>
          </p:cNvSpPr>
          <p:nvPr/>
        </p:nvSpPr>
        <p:spPr>
          <a:xfrm xmlns:a="http://schemas.openxmlformats.org/drawingml/2006/main">
            <a:off x="1067778" y="412105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21" name="data-point-421">
            <a:extLst xmlns:a="http://schemas.openxmlformats.org/drawingml/2006/main">
              <a:ext uri="{FF2B5EF4-FFF2-40B4-BE49-F238E27FC236}">
                <a16:creationId xmlns:a16="http://schemas.microsoft.com/office/drawing/2014/main" id="{B5A6A449-F7F5-4AD0-B66F-1C856B3E0F78}"/>
              </a:ext>
            </a:extLst>
          </p:cNvPr>
          <p:cNvSpPr>
            <a:spLocks xmlns:a="http://schemas.openxmlformats.org/drawingml/2006/main" noGrp="1"/>
          </p:cNvSpPr>
          <p:nvPr/>
        </p:nvSpPr>
        <p:spPr>
          <a:xfrm xmlns:a="http://schemas.openxmlformats.org/drawingml/2006/main">
            <a:off x="1148027" y="401930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22" name="data-point-422">
            <a:extLst xmlns:a="http://schemas.openxmlformats.org/drawingml/2006/main">
              <a:ext uri="{FF2B5EF4-FFF2-40B4-BE49-F238E27FC236}">
                <a16:creationId xmlns:a16="http://schemas.microsoft.com/office/drawing/2014/main" id="{97303CB5-73EC-4C52-A487-BC8A31D25D5C}"/>
              </a:ext>
            </a:extLst>
          </p:cNvPr>
          <p:cNvSpPr>
            <a:spLocks xmlns:a="http://schemas.openxmlformats.org/drawingml/2006/main" noGrp="1"/>
          </p:cNvSpPr>
          <p:nvPr/>
        </p:nvSpPr>
        <p:spPr>
          <a:xfrm xmlns:a="http://schemas.openxmlformats.org/drawingml/2006/main">
            <a:off x="1242110" y="413804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23" name="data-point-423">
            <a:extLst xmlns:a="http://schemas.openxmlformats.org/drawingml/2006/main">
              <a:ext uri="{FF2B5EF4-FFF2-40B4-BE49-F238E27FC236}">
                <a16:creationId xmlns:a16="http://schemas.microsoft.com/office/drawing/2014/main" id="{5B6FF75B-F3D1-4C01-935B-FB1ABE899302}"/>
              </a:ext>
            </a:extLst>
          </p:cNvPr>
          <p:cNvSpPr>
            <a:spLocks xmlns:a="http://schemas.openxmlformats.org/drawingml/2006/main" noGrp="1"/>
          </p:cNvSpPr>
          <p:nvPr/>
        </p:nvSpPr>
        <p:spPr>
          <a:xfrm xmlns:a="http://schemas.openxmlformats.org/drawingml/2006/main">
            <a:off x="1060724" y="416976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24" name="data-point-424">
            <a:extLst xmlns:a="http://schemas.openxmlformats.org/drawingml/2006/main">
              <a:ext uri="{FF2B5EF4-FFF2-40B4-BE49-F238E27FC236}">
                <a16:creationId xmlns:a16="http://schemas.microsoft.com/office/drawing/2014/main" id="{D12655A1-4F9D-4E21-8F8F-29E1F902C5B5}"/>
              </a:ext>
            </a:extLst>
          </p:cNvPr>
          <p:cNvSpPr>
            <a:spLocks xmlns:a="http://schemas.openxmlformats.org/drawingml/2006/main" noGrp="1"/>
          </p:cNvSpPr>
          <p:nvPr/>
        </p:nvSpPr>
        <p:spPr>
          <a:xfrm xmlns:a="http://schemas.openxmlformats.org/drawingml/2006/main">
            <a:off x="779471" y="430019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25" name="data-point-425">
            <a:extLst xmlns:a="http://schemas.openxmlformats.org/drawingml/2006/main">
              <a:ext uri="{FF2B5EF4-FFF2-40B4-BE49-F238E27FC236}">
                <a16:creationId xmlns:a16="http://schemas.microsoft.com/office/drawing/2014/main" id="{8F8062DA-D53A-4900-A1AF-984FE1F74B6C}"/>
              </a:ext>
            </a:extLst>
          </p:cNvPr>
          <p:cNvSpPr>
            <a:spLocks xmlns:a="http://schemas.openxmlformats.org/drawingml/2006/main" noGrp="1"/>
          </p:cNvSpPr>
          <p:nvPr/>
        </p:nvSpPr>
        <p:spPr>
          <a:xfrm xmlns:a="http://schemas.openxmlformats.org/drawingml/2006/main">
            <a:off x="862031" y="43724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26" name="data-point-426">
            <a:extLst xmlns:a="http://schemas.openxmlformats.org/drawingml/2006/main">
              <a:ext uri="{FF2B5EF4-FFF2-40B4-BE49-F238E27FC236}">
                <a16:creationId xmlns:a16="http://schemas.microsoft.com/office/drawing/2014/main" id="{D7C702BA-7174-4B49-BCAE-89C855D46DD8}"/>
              </a:ext>
            </a:extLst>
          </p:cNvPr>
          <p:cNvSpPr>
            <a:spLocks xmlns:a="http://schemas.openxmlformats.org/drawingml/2006/main" noGrp="1"/>
          </p:cNvSpPr>
          <p:nvPr/>
        </p:nvSpPr>
        <p:spPr>
          <a:xfrm xmlns:a="http://schemas.openxmlformats.org/drawingml/2006/main">
            <a:off x="1232394" y="407419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27" name="data-point-427">
            <a:extLst xmlns:a="http://schemas.openxmlformats.org/drawingml/2006/main">
              <a:ext uri="{FF2B5EF4-FFF2-40B4-BE49-F238E27FC236}">
                <a16:creationId xmlns:a16="http://schemas.microsoft.com/office/drawing/2014/main" id="{06EAB730-66A7-49FA-938B-844919DC1E20}"/>
              </a:ext>
            </a:extLst>
          </p:cNvPr>
          <p:cNvSpPr>
            <a:spLocks xmlns:a="http://schemas.openxmlformats.org/drawingml/2006/main" noGrp="1"/>
          </p:cNvSpPr>
          <p:nvPr/>
        </p:nvSpPr>
        <p:spPr>
          <a:xfrm xmlns:a="http://schemas.openxmlformats.org/drawingml/2006/main">
            <a:off x="924829" y="428075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28" name="data-point-428">
            <a:extLst xmlns:a="http://schemas.openxmlformats.org/drawingml/2006/main">
              <a:ext uri="{FF2B5EF4-FFF2-40B4-BE49-F238E27FC236}">
                <a16:creationId xmlns:a16="http://schemas.microsoft.com/office/drawing/2014/main" id="{00A5216B-6E0A-4B47-9382-F717ABF2FB5D}"/>
              </a:ext>
            </a:extLst>
          </p:cNvPr>
          <p:cNvSpPr>
            <a:spLocks xmlns:a="http://schemas.openxmlformats.org/drawingml/2006/main" noGrp="1"/>
          </p:cNvSpPr>
          <p:nvPr/>
        </p:nvSpPr>
        <p:spPr>
          <a:xfrm xmlns:a="http://schemas.openxmlformats.org/drawingml/2006/main">
            <a:off x="1160373" y="39244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29" name="data-point-429">
            <a:extLst xmlns:a="http://schemas.openxmlformats.org/drawingml/2006/main">
              <a:ext uri="{FF2B5EF4-FFF2-40B4-BE49-F238E27FC236}">
                <a16:creationId xmlns:a16="http://schemas.microsoft.com/office/drawing/2014/main" id="{7D42B570-50A7-45C2-A822-6DBBE1B9E2CE}"/>
              </a:ext>
            </a:extLst>
          </p:cNvPr>
          <p:cNvSpPr>
            <a:spLocks xmlns:a="http://schemas.openxmlformats.org/drawingml/2006/main" noGrp="1"/>
          </p:cNvSpPr>
          <p:nvPr/>
        </p:nvSpPr>
        <p:spPr>
          <a:xfrm xmlns:a="http://schemas.openxmlformats.org/drawingml/2006/main">
            <a:off x="1374603" y="416992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30" name="data-point-430">
            <a:extLst xmlns:a="http://schemas.openxmlformats.org/drawingml/2006/main">
              <a:ext uri="{FF2B5EF4-FFF2-40B4-BE49-F238E27FC236}">
                <a16:creationId xmlns:a16="http://schemas.microsoft.com/office/drawing/2014/main" id="{D99CC49B-9EC0-47D5-867F-BC4C65ED68E4}"/>
              </a:ext>
            </a:extLst>
          </p:cNvPr>
          <p:cNvSpPr>
            <a:spLocks xmlns:a="http://schemas.openxmlformats.org/drawingml/2006/main" noGrp="1"/>
          </p:cNvSpPr>
          <p:nvPr/>
        </p:nvSpPr>
        <p:spPr>
          <a:xfrm xmlns:a="http://schemas.openxmlformats.org/drawingml/2006/main">
            <a:off x="1373616" y="396808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31" name="data-point-431">
            <a:extLst xmlns:a="http://schemas.openxmlformats.org/drawingml/2006/main">
              <a:ext uri="{FF2B5EF4-FFF2-40B4-BE49-F238E27FC236}">
                <a16:creationId xmlns:a16="http://schemas.microsoft.com/office/drawing/2014/main" id="{15CDB37E-787C-47E8-9520-83E789BA829D}"/>
              </a:ext>
            </a:extLst>
          </p:cNvPr>
          <p:cNvSpPr>
            <a:spLocks xmlns:a="http://schemas.openxmlformats.org/drawingml/2006/main" noGrp="1"/>
          </p:cNvSpPr>
          <p:nvPr/>
        </p:nvSpPr>
        <p:spPr>
          <a:xfrm xmlns:a="http://schemas.openxmlformats.org/drawingml/2006/main">
            <a:off x="1132880" y="401388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32" name="data-point-432">
            <a:extLst xmlns:a="http://schemas.openxmlformats.org/drawingml/2006/main">
              <a:ext uri="{FF2B5EF4-FFF2-40B4-BE49-F238E27FC236}">
                <a16:creationId xmlns:a16="http://schemas.microsoft.com/office/drawing/2014/main" id="{B48EB2AE-298D-455F-8038-01A483BCB619}"/>
              </a:ext>
            </a:extLst>
          </p:cNvPr>
          <p:cNvSpPr>
            <a:spLocks xmlns:a="http://schemas.openxmlformats.org/drawingml/2006/main" noGrp="1"/>
          </p:cNvSpPr>
          <p:nvPr/>
        </p:nvSpPr>
        <p:spPr>
          <a:xfrm xmlns:a="http://schemas.openxmlformats.org/drawingml/2006/main">
            <a:off x="1007692" y="423196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33" name="data-point-433">
            <a:extLst xmlns:a="http://schemas.openxmlformats.org/drawingml/2006/main">
              <a:ext uri="{FF2B5EF4-FFF2-40B4-BE49-F238E27FC236}">
                <a16:creationId xmlns:a16="http://schemas.microsoft.com/office/drawing/2014/main" id="{31827E6D-4E0A-432A-A433-235B25BC5925}"/>
              </a:ext>
            </a:extLst>
          </p:cNvPr>
          <p:cNvSpPr>
            <a:spLocks xmlns:a="http://schemas.openxmlformats.org/drawingml/2006/main" noGrp="1"/>
          </p:cNvSpPr>
          <p:nvPr/>
        </p:nvSpPr>
        <p:spPr>
          <a:xfrm xmlns:a="http://schemas.openxmlformats.org/drawingml/2006/main">
            <a:off x="955098" y="408183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34" name="data-point-434">
            <a:extLst xmlns:a="http://schemas.openxmlformats.org/drawingml/2006/main">
              <a:ext uri="{FF2B5EF4-FFF2-40B4-BE49-F238E27FC236}">
                <a16:creationId xmlns:a16="http://schemas.microsoft.com/office/drawing/2014/main" id="{18CC94C3-3744-45C2-BA7B-2A8CB44C5F7D}"/>
              </a:ext>
            </a:extLst>
          </p:cNvPr>
          <p:cNvSpPr>
            <a:spLocks xmlns:a="http://schemas.openxmlformats.org/drawingml/2006/main" noGrp="1"/>
          </p:cNvSpPr>
          <p:nvPr/>
        </p:nvSpPr>
        <p:spPr>
          <a:xfrm xmlns:a="http://schemas.openxmlformats.org/drawingml/2006/main">
            <a:off x="1159870" y="407539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35" name="data-point-435">
            <a:extLst xmlns:a="http://schemas.openxmlformats.org/drawingml/2006/main">
              <a:ext uri="{FF2B5EF4-FFF2-40B4-BE49-F238E27FC236}">
                <a16:creationId xmlns:a16="http://schemas.microsoft.com/office/drawing/2014/main" id="{13EC1E8A-4F76-4180-8E1C-E8C78DA29E51}"/>
              </a:ext>
            </a:extLst>
          </p:cNvPr>
          <p:cNvSpPr>
            <a:spLocks xmlns:a="http://schemas.openxmlformats.org/drawingml/2006/main" noGrp="1"/>
          </p:cNvSpPr>
          <p:nvPr/>
        </p:nvSpPr>
        <p:spPr>
          <a:xfrm xmlns:a="http://schemas.openxmlformats.org/drawingml/2006/main">
            <a:off x="1004734" y="425311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36" name="data-point-436">
            <a:extLst xmlns:a="http://schemas.openxmlformats.org/drawingml/2006/main">
              <a:ext uri="{FF2B5EF4-FFF2-40B4-BE49-F238E27FC236}">
                <a16:creationId xmlns:a16="http://schemas.microsoft.com/office/drawing/2014/main" id="{20E1C10F-B839-4251-8FE9-07C1785CBDC0}"/>
              </a:ext>
            </a:extLst>
          </p:cNvPr>
          <p:cNvSpPr>
            <a:spLocks xmlns:a="http://schemas.openxmlformats.org/drawingml/2006/main" noGrp="1"/>
          </p:cNvSpPr>
          <p:nvPr/>
        </p:nvSpPr>
        <p:spPr>
          <a:xfrm xmlns:a="http://schemas.openxmlformats.org/drawingml/2006/main">
            <a:off x="926239" y="426518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37" name="data-point-437">
            <a:extLst xmlns:a="http://schemas.openxmlformats.org/drawingml/2006/main">
              <a:ext uri="{FF2B5EF4-FFF2-40B4-BE49-F238E27FC236}">
                <a16:creationId xmlns:a16="http://schemas.microsoft.com/office/drawing/2014/main" id="{F6944313-49B9-4690-BE73-3278755F0BAD}"/>
              </a:ext>
            </a:extLst>
          </p:cNvPr>
          <p:cNvSpPr>
            <a:spLocks xmlns:a="http://schemas.openxmlformats.org/drawingml/2006/main" noGrp="1"/>
          </p:cNvSpPr>
          <p:nvPr/>
        </p:nvSpPr>
        <p:spPr>
          <a:xfrm xmlns:a="http://schemas.openxmlformats.org/drawingml/2006/main">
            <a:off x="967017" y="419541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38" name="data-point-438">
            <a:extLst xmlns:a="http://schemas.openxmlformats.org/drawingml/2006/main">
              <a:ext uri="{FF2B5EF4-FFF2-40B4-BE49-F238E27FC236}">
                <a16:creationId xmlns:a16="http://schemas.microsoft.com/office/drawing/2014/main" id="{9C3508A3-853A-49A8-BF03-B41E15D1BD38}"/>
              </a:ext>
            </a:extLst>
          </p:cNvPr>
          <p:cNvSpPr>
            <a:spLocks xmlns:a="http://schemas.openxmlformats.org/drawingml/2006/main" noGrp="1"/>
          </p:cNvSpPr>
          <p:nvPr/>
        </p:nvSpPr>
        <p:spPr>
          <a:xfrm xmlns:a="http://schemas.openxmlformats.org/drawingml/2006/main">
            <a:off x="1004953" y="42720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39" name="data-point-439">
            <a:extLst xmlns:a="http://schemas.openxmlformats.org/drawingml/2006/main">
              <a:ext uri="{FF2B5EF4-FFF2-40B4-BE49-F238E27FC236}">
                <a16:creationId xmlns:a16="http://schemas.microsoft.com/office/drawing/2014/main" id="{F2A5F9D9-F24D-4D9E-8DEF-C693C28B0C95}"/>
              </a:ext>
            </a:extLst>
          </p:cNvPr>
          <p:cNvSpPr>
            <a:spLocks xmlns:a="http://schemas.openxmlformats.org/drawingml/2006/main" noGrp="1"/>
          </p:cNvSpPr>
          <p:nvPr/>
        </p:nvSpPr>
        <p:spPr>
          <a:xfrm xmlns:a="http://schemas.openxmlformats.org/drawingml/2006/main">
            <a:off x="1186083" y="428551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40" name="data-point-440">
            <a:extLst xmlns:a="http://schemas.openxmlformats.org/drawingml/2006/main">
              <a:ext uri="{FF2B5EF4-FFF2-40B4-BE49-F238E27FC236}">
                <a16:creationId xmlns:a16="http://schemas.microsoft.com/office/drawing/2014/main" id="{44CAF4E1-A36B-4398-9038-1038918CE57F}"/>
              </a:ext>
            </a:extLst>
          </p:cNvPr>
          <p:cNvSpPr>
            <a:spLocks xmlns:a="http://schemas.openxmlformats.org/drawingml/2006/main" noGrp="1"/>
          </p:cNvSpPr>
          <p:nvPr/>
        </p:nvSpPr>
        <p:spPr>
          <a:xfrm xmlns:a="http://schemas.openxmlformats.org/drawingml/2006/main">
            <a:off x="882047" y="426274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41" name="data-point-441">
            <a:extLst xmlns:a="http://schemas.openxmlformats.org/drawingml/2006/main">
              <a:ext uri="{FF2B5EF4-FFF2-40B4-BE49-F238E27FC236}">
                <a16:creationId xmlns:a16="http://schemas.microsoft.com/office/drawing/2014/main" id="{A5DE8EAA-60C0-468C-87A4-487F7B62BE5E}"/>
              </a:ext>
            </a:extLst>
          </p:cNvPr>
          <p:cNvSpPr>
            <a:spLocks xmlns:a="http://schemas.openxmlformats.org/drawingml/2006/main" noGrp="1"/>
          </p:cNvSpPr>
          <p:nvPr/>
        </p:nvSpPr>
        <p:spPr>
          <a:xfrm xmlns:a="http://schemas.openxmlformats.org/drawingml/2006/main">
            <a:off x="913107" y="419074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42" name="data-point-442">
            <a:extLst xmlns:a="http://schemas.openxmlformats.org/drawingml/2006/main">
              <a:ext uri="{FF2B5EF4-FFF2-40B4-BE49-F238E27FC236}">
                <a16:creationId xmlns:a16="http://schemas.microsoft.com/office/drawing/2014/main" id="{86A97681-FA30-4D1D-A381-DAE030BBA6DE}"/>
              </a:ext>
            </a:extLst>
          </p:cNvPr>
          <p:cNvSpPr>
            <a:spLocks xmlns:a="http://schemas.openxmlformats.org/drawingml/2006/main" noGrp="1"/>
          </p:cNvSpPr>
          <p:nvPr/>
        </p:nvSpPr>
        <p:spPr>
          <a:xfrm xmlns:a="http://schemas.openxmlformats.org/drawingml/2006/main">
            <a:off x="1408291" y="390653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43" name="data-point-443">
            <a:extLst xmlns:a="http://schemas.openxmlformats.org/drawingml/2006/main">
              <a:ext uri="{FF2B5EF4-FFF2-40B4-BE49-F238E27FC236}">
                <a16:creationId xmlns:a16="http://schemas.microsoft.com/office/drawing/2014/main" id="{CA2ECBF0-11BE-4156-AE47-D6640104911F}"/>
              </a:ext>
            </a:extLst>
          </p:cNvPr>
          <p:cNvSpPr>
            <a:spLocks xmlns:a="http://schemas.openxmlformats.org/drawingml/2006/main" noGrp="1"/>
          </p:cNvSpPr>
          <p:nvPr/>
        </p:nvSpPr>
        <p:spPr>
          <a:xfrm xmlns:a="http://schemas.openxmlformats.org/drawingml/2006/main">
            <a:off x="1398982" y="387950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44" name="data-point-444">
            <a:extLst xmlns:a="http://schemas.openxmlformats.org/drawingml/2006/main">
              <a:ext uri="{FF2B5EF4-FFF2-40B4-BE49-F238E27FC236}">
                <a16:creationId xmlns:a16="http://schemas.microsoft.com/office/drawing/2014/main" id="{F96F0E16-8E9E-40A5-8EA7-52A2B6EBDAB2}"/>
              </a:ext>
            </a:extLst>
          </p:cNvPr>
          <p:cNvSpPr>
            <a:spLocks xmlns:a="http://schemas.openxmlformats.org/drawingml/2006/main" noGrp="1"/>
          </p:cNvSpPr>
          <p:nvPr/>
        </p:nvSpPr>
        <p:spPr>
          <a:xfrm xmlns:a="http://schemas.openxmlformats.org/drawingml/2006/main">
            <a:off x="1225734" y="408888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45" name="data-point-445">
            <a:extLst xmlns:a="http://schemas.openxmlformats.org/drawingml/2006/main">
              <a:ext uri="{FF2B5EF4-FFF2-40B4-BE49-F238E27FC236}">
                <a16:creationId xmlns:a16="http://schemas.microsoft.com/office/drawing/2014/main" id="{0DAFD31A-4ABD-4B66-AED7-03D9B1AA29FA}"/>
              </a:ext>
            </a:extLst>
          </p:cNvPr>
          <p:cNvSpPr>
            <a:spLocks xmlns:a="http://schemas.openxmlformats.org/drawingml/2006/main" noGrp="1"/>
          </p:cNvSpPr>
          <p:nvPr/>
        </p:nvSpPr>
        <p:spPr>
          <a:xfrm xmlns:a="http://schemas.openxmlformats.org/drawingml/2006/main">
            <a:off x="1150261" y="399127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46" name="data-point-446">
            <a:extLst xmlns:a="http://schemas.openxmlformats.org/drawingml/2006/main">
              <a:ext uri="{FF2B5EF4-FFF2-40B4-BE49-F238E27FC236}">
                <a16:creationId xmlns:a16="http://schemas.microsoft.com/office/drawing/2014/main" id="{DAFDCB02-6979-45AA-B5EB-C4A1047A966A}"/>
              </a:ext>
            </a:extLst>
          </p:cNvPr>
          <p:cNvSpPr>
            <a:spLocks xmlns:a="http://schemas.openxmlformats.org/drawingml/2006/main" noGrp="1"/>
          </p:cNvSpPr>
          <p:nvPr/>
        </p:nvSpPr>
        <p:spPr>
          <a:xfrm xmlns:a="http://schemas.openxmlformats.org/drawingml/2006/main">
            <a:off x="1283402" y="401581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47" name="data-point-447">
            <a:extLst xmlns:a="http://schemas.openxmlformats.org/drawingml/2006/main">
              <a:ext uri="{FF2B5EF4-FFF2-40B4-BE49-F238E27FC236}">
                <a16:creationId xmlns:a16="http://schemas.microsoft.com/office/drawing/2014/main" id="{DAC1262A-CE5E-45DE-8040-D24783F71FEF}"/>
              </a:ext>
            </a:extLst>
          </p:cNvPr>
          <p:cNvSpPr>
            <a:spLocks xmlns:a="http://schemas.openxmlformats.org/drawingml/2006/main" noGrp="1"/>
          </p:cNvSpPr>
          <p:nvPr/>
        </p:nvSpPr>
        <p:spPr>
          <a:xfrm xmlns:a="http://schemas.openxmlformats.org/drawingml/2006/main">
            <a:off x="1188093" y="386498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48" name="data-point-448">
            <a:extLst xmlns:a="http://schemas.openxmlformats.org/drawingml/2006/main">
              <a:ext uri="{FF2B5EF4-FFF2-40B4-BE49-F238E27FC236}">
                <a16:creationId xmlns:a16="http://schemas.microsoft.com/office/drawing/2014/main" id="{1D90107C-20F0-4BB6-91CD-19FE061C21AF}"/>
              </a:ext>
            </a:extLst>
          </p:cNvPr>
          <p:cNvSpPr>
            <a:spLocks xmlns:a="http://schemas.openxmlformats.org/drawingml/2006/main" noGrp="1"/>
          </p:cNvSpPr>
          <p:nvPr/>
        </p:nvSpPr>
        <p:spPr>
          <a:xfrm xmlns:a="http://schemas.openxmlformats.org/drawingml/2006/main">
            <a:off x="1455655" y="379672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49" name="data-point-449">
            <a:extLst xmlns:a="http://schemas.openxmlformats.org/drawingml/2006/main">
              <a:ext uri="{FF2B5EF4-FFF2-40B4-BE49-F238E27FC236}">
                <a16:creationId xmlns:a16="http://schemas.microsoft.com/office/drawing/2014/main" id="{303641F8-4BBB-4CE3-AD93-4AA4531D1FE5}"/>
              </a:ext>
            </a:extLst>
          </p:cNvPr>
          <p:cNvSpPr>
            <a:spLocks xmlns:a="http://schemas.openxmlformats.org/drawingml/2006/main" noGrp="1"/>
          </p:cNvSpPr>
          <p:nvPr/>
        </p:nvSpPr>
        <p:spPr>
          <a:xfrm xmlns:a="http://schemas.openxmlformats.org/drawingml/2006/main">
            <a:off x="1548763" y="415941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50" name="data-point-450">
            <a:extLst xmlns:a="http://schemas.openxmlformats.org/drawingml/2006/main">
              <a:ext uri="{FF2B5EF4-FFF2-40B4-BE49-F238E27FC236}">
                <a16:creationId xmlns:a16="http://schemas.microsoft.com/office/drawing/2014/main" id="{8509E584-BD51-46D7-9605-C89907D55CE9}"/>
              </a:ext>
            </a:extLst>
          </p:cNvPr>
          <p:cNvSpPr>
            <a:spLocks xmlns:a="http://schemas.openxmlformats.org/drawingml/2006/main" noGrp="1"/>
          </p:cNvSpPr>
          <p:nvPr/>
        </p:nvSpPr>
        <p:spPr>
          <a:xfrm xmlns:a="http://schemas.openxmlformats.org/drawingml/2006/main">
            <a:off x="1400244" y="394118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51" name="data-point-451">
            <a:extLst xmlns:a="http://schemas.openxmlformats.org/drawingml/2006/main">
              <a:ext uri="{FF2B5EF4-FFF2-40B4-BE49-F238E27FC236}">
                <a16:creationId xmlns:a16="http://schemas.microsoft.com/office/drawing/2014/main" id="{6BE378D6-1BC0-4DA1-9E12-722BAA89882D}"/>
              </a:ext>
            </a:extLst>
          </p:cNvPr>
          <p:cNvSpPr>
            <a:spLocks xmlns:a="http://schemas.openxmlformats.org/drawingml/2006/main" noGrp="1"/>
          </p:cNvSpPr>
          <p:nvPr/>
        </p:nvSpPr>
        <p:spPr>
          <a:xfrm xmlns:a="http://schemas.openxmlformats.org/drawingml/2006/main">
            <a:off x="1110452" y="419263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452" name="data-point-452">
            <a:extLst xmlns:a="http://schemas.openxmlformats.org/drawingml/2006/main">
              <a:ext uri="{FF2B5EF4-FFF2-40B4-BE49-F238E27FC236}">
                <a16:creationId xmlns:a16="http://schemas.microsoft.com/office/drawing/2014/main" id="{B4AE0381-BBF1-46EE-9C15-7D17D2E6B4E6}"/>
              </a:ext>
            </a:extLst>
          </p:cNvPr>
          <p:cNvSpPr>
            <a:spLocks xmlns:a="http://schemas.openxmlformats.org/drawingml/2006/main" noGrp="1"/>
          </p:cNvSpPr>
          <p:nvPr/>
        </p:nvSpPr>
        <p:spPr>
          <a:xfrm xmlns:a="http://schemas.openxmlformats.org/drawingml/2006/main">
            <a:off x="1380142" y="397055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53" name="data-point-453">
            <a:extLst xmlns:a="http://schemas.openxmlformats.org/drawingml/2006/main">
              <a:ext uri="{FF2B5EF4-FFF2-40B4-BE49-F238E27FC236}">
                <a16:creationId xmlns:a16="http://schemas.microsoft.com/office/drawing/2014/main" id="{8D8E77DA-F830-46F2-A1A6-F26B9956F67B}"/>
              </a:ext>
            </a:extLst>
          </p:cNvPr>
          <p:cNvSpPr>
            <a:spLocks xmlns:a="http://schemas.openxmlformats.org/drawingml/2006/main" noGrp="1"/>
          </p:cNvSpPr>
          <p:nvPr/>
        </p:nvSpPr>
        <p:spPr>
          <a:xfrm xmlns:a="http://schemas.openxmlformats.org/drawingml/2006/main">
            <a:off x="1311661" y="396319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54" name="data-point-454">
            <a:extLst xmlns:a="http://schemas.openxmlformats.org/drawingml/2006/main">
              <a:ext uri="{FF2B5EF4-FFF2-40B4-BE49-F238E27FC236}">
                <a16:creationId xmlns:a16="http://schemas.microsoft.com/office/drawing/2014/main" id="{E849D9B3-6D33-405F-9E88-1BAB9EB7E241}"/>
              </a:ext>
            </a:extLst>
          </p:cNvPr>
          <p:cNvSpPr>
            <a:spLocks xmlns:a="http://schemas.openxmlformats.org/drawingml/2006/main" noGrp="1"/>
          </p:cNvSpPr>
          <p:nvPr/>
        </p:nvSpPr>
        <p:spPr>
          <a:xfrm xmlns:a="http://schemas.openxmlformats.org/drawingml/2006/main">
            <a:off x="1190534" y="402692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55" name="text-455">
            <a:extLst xmlns:a="http://schemas.openxmlformats.org/drawingml/2006/main">
              <a:ext uri="{FF2B5EF4-FFF2-40B4-BE49-F238E27FC236}">
                <a16:creationId xmlns:a16="http://schemas.microsoft.com/office/drawing/2014/main" id="{EC6E9552-E21E-4BE7-ABCF-905CCA749EF7}"/>
              </a:ext>
            </a:extLst>
          </p:cNvPr>
          <p:cNvSpPr>
            <a:spLocks xmlns:a="http://schemas.openxmlformats.org/drawingml/2006/main" noGrp="1"/>
          </p:cNvSpPr>
          <p:nvPr/>
        </p:nvSpPr>
        <p:spPr>
          <a:xfrm xmlns:a="http://schemas.openxmlformats.org/drawingml/2006/main" rot="0">
            <a:off x="436500" y="3249000"/>
            <a:ext cx="16785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R² 0.662    MAE 0.509</a:t>
            </a:r>
          </a:p>
        </p:txBody>
      </p:sp>
      <p:sp>
        <p:nvSpPr>
          <p:cNvPr id="456" name="text-456">
            <a:extLst xmlns:a="http://schemas.openxmlformats.org/drawingml/2006/main">
              <a:ext uri="{FF2B5EF4-FFF2-40B4-BE49-F238E27FC236}">
                <a16:creationId xmlns:a16="http://schemas.microsoft.com/office/drawing/2014/main" id="{E09E5D4B-313F-4688-A521-FCA891577FB6}"/>
              </a:ext>
            </a:extLst>
          </p:cNvPr>
          <p:cNvSpPr>
            <a:spLocks xmlns:a="http://schemas.openxmlformats.org/drawingml/2006/main" noGrp="1"/>
          </p:cNvSpPr>
          <p:nvPr/>
        </p:nvSpPr>
        <p:spPr>
          <a:xfrm xmlns:a="http://schemas.openxmlformats.org/drawingml/2006/main" rot="0">
            <a:off x="360000" y="5004000"/>
            <a:ext cx="1773000" cy="13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MAE CI 0.426–0.595</a:t>
            </a:r>
          </a:p>
        </p:txBody>
      </p:sp>
      <p:sp>
        <p:nvSpPr>
          <p:cNvPr id="457" name="text-457">
            <a:extLst xmlns:a="http://schemas.openxmlformats.org/drawingml/2006/main">
              <a:ext uri="{FF2B5EF4-FFF2-40B4-BE49-F238E27FC236}">
                <a16:creationId xmlns:a16="http://schemas.microsoft.com/office/drawing/2014/main" id="{191E98D7-BDD0-4394-85C0-40D2CE909D4E}"/>
              </a:ext>
            </a:extLst>
          </p:cNvPr>
          <p:cNvSpPr>
            <a:spLocks xmlns:a="http://schemas.openxmlformats.org/drawingml/2006/main" noGrp="1"/>
          </p:cNvSpPr>
          <p:nvPr/>
        </p:nvSpPr>
        <p:spPr>
          <a:xfrm xmlns:a="http://schemas.openxmlformats.org/drawingml/2006/main" rot="0">
            <a:off x="2254500" y="3019500"/>
            <a:ext cx="153000" cy="17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6" b="1">
                <a:solidFill>
                  <a:srgbClr val="000000"/>
                </a:solidFill>
                <a:latin typeface="Times New Roman"/>
                <a:ea typeface="Times New Roman"/>
                <a:cs typeface="Times New Roman"/>
              </a:defRPr>
            </a:pPr>
            <a:r>
              <a:rPr sz="1276" b="1">
                <a:solidFill>
                  <a:srgbClr val="000000"/>
                </a:solidFill>
                <a:latin typeface="Times New Roman"/>
                <a:ea typeface="Times New Roman"/>
                <a:cs typeface="Times New Roman"/>
              </a:rPr>
              <a:t>E</a:t>
            </a:r>
          </a:p>
        </p:txBody>
      </p:sp>
      <p:sp>
        <p:nvSpPr>
          <p:cNvPr id="458" name="text-458">
            <a:extLst xmlns:a="http://schemas.openxmlformats.org/drawingml/2006/main">
              <a:ext uri="{FF2B5EF4-FFF2-40B4-BE49-F238E27FC236}">
                <a16:creationId xmlns:a16="http://schemas.microsoft.com/office/drawing/2014/main" id="{271368E3-042A-4FC1-97C6-EB8BBE55D7E2}"/>
              </a:ext>
            </a:extLst>
          </p:cNvPr>
          <p:cNvSpPr>
            <a:spLocks xmlns:a="http://schemas.openxmlformats.org/drawingml/2006/main" noGrp="1"/>
          </p:cNvSpPr>
          <p:nvPr/>
        </p:nvSpPr>
        <p:spPr>
          <a:xfrm xmlns:a="http://schemas.openxmlformats.org/drawingml/2006/main" rot="0">
            <a:off x="2443500" y="3024000"/>
            <a:ext cx="1813500" cy="1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86" b="1">
                <a:solidFill>
                  <a:srgbClr val="000000"/>
                </a:solidFill>
                <a:latin typeface="Times New Roman"/>
                <a:ea typeface="Times New Roman"/>
                <a:cs typeface="Times New Roman"/>
              </a:defRPr>
            </a:pPr>
            <a:r>
              <a:rPr sz="886" b="1">
                <a:solidFill>
                  <a:srgbClr val="000000"/>
                </a:solidFill>
                <a:latin typeface="Times New Roman"/>
                <a:ea typeface="Times New Roman"/>
                <a:cs typeface="Times New Roman"/>
              </a:rPr>
              <a:t>Prior-change continuation</a:t>
            </a:r>
          </a:p>
        </p:txBody>
      </p:sp>
      <p:sp>
        <p:nvSpPr>
          <p:cNvPr id="459" name="data-path-459">
            <a:extLst xmlns:a="http://schemas.openxmlformats.org/drawingml/2006/main">
              <a:ext uri="{FF2B5EF4-FFF2-40B4-BE49-F238E27FC236}">
                <a16:creationId xmlns:a16="http://schemas.microsoft.com/office/drawing/2014/main" id="{1C96177C-7CFC-4310-85D6-E2B1C80DA4B1}"/>
              </a:ext>
            </a:extLst>
          </p:cNvPr>
          <p:cNvSpPr>
            <a:spLocks xmlns:a="http://schemas.openxmlformats.org/drawingml/2006/main" noGrp="1"/>
          </p:cNvSpPr>
          <p:nvPr/>
        </p:nvSpPr>
        <p:spPr>
          <a:xfrm xmlns:a="http://schemas.openxmlformats.org/drawingml/2006/main">
            <a:off x="2619000" y="4608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460" name="data-path-460">
            <a:extLst xmlns:a="http://schemas.openxmlformats.org/drawingml/2006/main">
              <a:ext uri="{FF2B5EF4-FFF2-40B4-BE49-F238E27FC236}">
                <a16:creationId xmlns:a16="http://schemas.microsoft.com/office/drawing/2014/main" id="{B6FB7038-7FAE-417A-BFC5-443CCF3696E4}"/>
              </a:ext>
            </a:extLst>
          </p:cNvPr>
          <p:cNvSpPr>
            <a:spLocks xmlns:a="http://schemas.openxmlformats.org/drawingml/2006/main" noGrp="1"/>
          </p:cNvSpPr>
          <p:nvPr/>
        </p:nvSpPr>
        <p:spPr>
          <a:xfrm xmlns:a="http://schemas.openxmlformats.org/drawingml/2006/main">
            <a:off x="2619000" y="432675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461" name="data-path-461">
            <a:extLst xmlns:a="http://schemas.openxmlformats.org/drawingml/2006/main">
              <a:ext uri="{FF2B5EF4-FFF2-40B4-BE49-F238E27FC236}">
                <a16:creationId xmlns:a16="http://schemas.microsoft.com/office/drawing/2014/main" id="{2EAD42A4-71CE-4FCA-A141-0D77DA0B2B4B}"/>
              </a:ext>
            </a:extLst>
          </p:cNvPr>
          <p:cNvSpPr>
            <a:spLocks xmlns:a="http://schemas.openxmlformats.org/drawingml/2006/main" noGrp="1"/>
          </p:cNvSpPr>
          <p:nvPr/>
        </p:nvSpPr>
        <p:spPr>
          <a:xfrm xmlns:a="http://schemas.openxmlformats.org/drawingml/2006/main">
            <a:off x="2619000" y="4045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462" name="data-path-462">
            <a:extLst xmlns:a="http://schemas.openxmlformats.org/drawingml/2006/main">
              <a:ext uri="{FF2B5EF4-FFF2-40B4-BE49-F238E27FC236}">
                <a16:creationId xmlns:a16="http://schemas.microsoft.com/office/drawing/2014/main" id="{028D931B-4FAB-4EC9-8584-E050D35FA1DA}"/>
              </a:ext>
            </a:extLst>
          </p:cNvPr>
          <p:cNvSpPr>
            <a:spLocks xmlns:a="http://schemas.openxmlformats.org/drawingml/2006/main" noGrp="1"/>
          </p:cNvSpPr>
          <p:nvPr/>
        </p:nvSpPr>
        <p:spPr>
          <a:xfrm xmlns:a="http://schemas.openxmlformats.org/drawingml/2006/main">
            <a:off x="2619000" y="376425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463" name="data-path-463">
            <a:extLst xmlns:a="http://schemas.openxmlformats.org/drawingml/2006/main">
              <a:ext uri="{FF2B5EF4-FFF2-40B4-BE49-F238E27FC236}">
                <a16:creationId xmlns:a16="http://schemas.microsoft.com/office/drawing/2014/main" id="{FD8B81EE-CF1B-4AC6-8FFF-4B514F8BA1E8}"/>
              </a:ext>
            </a:extLst>
          </p:cNvPr>
          <p:cNvSpPr>
            <a:spLocks xmlns:a="http://schemas.openxmlformats.org/drawingml/2006/main" noGrp="1"/>
          </p:cNvSpPr>
          <p:nvPr/>
        </p:nvSpPr>
        <p:spPr>
          <a:xfrm xmlns:a="http://schemas.openxmlformats.org/drawingml/2006/main">
            <a:off x="2619000" y="3483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464" name="data-path-464">
            <a:extLst xmlns:a="http://schemas.openxmlformats.org/drawingml/2006/main">
              <a:ext uri="{FF2B5EF4-FFF2-40B4-BE49-F238E27FC236}">
                <a16:creationId xmlns:a16="http://schemas.microsoft.com/office/drawing/2014/main" id="{1D2993FE-2034-497D-987E-0A8A25F3E158}"/>
              </a:ext>
            </a:extLst>
          </p:cNvPr>
          <p:cNvSpPr>
            <a:spLocks xmlns:a="http://schemas.openxmlformats.org/drawingml/2006/main" noGrp="1"/>
          </p:cNvSpPr>
          <p:nvPr/>
        </p:nvSpPr>
        <p:spPr>
          <a:xfrm xmlns:a="http://schemas.openxmlformats.org/drawingml/2006/main">
            <a:off x="2619000" y="3483000"/>
            <a:ext cx="450" cy="1125000"/>
          </a:xfrm>
          <a:custGeom xmlns:a="http://schemas.openxmlformats.org/drawingml/2006/main">
            <a:pathLst>
              <a:path w="450" h="1125000">
                <a:moveTo>
                  <a:pt x="0" y="0"/>
                </a:moveTo>
                <a:lnTo>
                  <a:pt x="0" y="1125000"/>
                </a:lnTo>
              </a:path>
            </a:pathLst>
          </a:custGeom>
          <a:noFill xmlns:a="http://schemas.openxmlformats.org/drawingml/2006/main"/>
          <a:ln xmlns:a="http://schemas.openxmlformats.org/drawingml/2006/main" w="6750">
            <a:solidFill>
              <a:srgbClr val="34454D"/>
            </a:solidFill>
          </a:ln>
        </p:spPr>
      </p:sp>
      <p:sp>
        <p:nvSpPr>
          <p:cNvPr id="465" name="data-path-465">
            <a:extLst xmlns:a="http://schemas.openxmlformats.org/drawingml/2006/main">
              <a:ext uri="{FF2B5EF4-FFF2-40B4-BE49-F238E27FC236}">
                <a16:creationId xmlns:a16="http://schemas.microsoft.com/office/drawing/2014/main" id="{3A539DE9-9D38-45DB-BFDB-4946856972B0}"/>
              </a:ext>
            </a:extLst>
          </p:cNvPr>
          <p:cNvSpPr>
            <a:spLocks xmlns:a="http://schemas.openxmlformats.org/drawingml/2006/main" noGrp="1"/>
          </p:cNvSpPr>
          <p:nvPr/>
        </p:nvSpPr>
        <p:spPr>
          <a:xfrm xmlns:a="http://schemas.openxmlformats.org/drawingml/2006/main">
            <a:off x="2619000" y="4608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6750">
            <a:solidFill>
              <a:srgbClr val="34454D"/>
            </a:solidFill>
          </a:ln>
        </p:spPr>
      </p:sp>
      <p:sp>
        <p:nvSpPr>
          <p:cNvPr id="466" name="data-path-466">
            <a:extLst xmlns:a="http://schemas.openxmlformats.org/drawingml/2006/main">
              <a:ext uri="{FF2B5EF4-FFF2-40B4-BE49-F238E27FC236}">
                <a16:creationId xmlns:a16="http://schemas.microsoft.com/office/drawing/2014/main" id="{02057795-71DA-40C5-AD99-32F851C2324B}"/>
              </a:ext>
            </a:extLst>
          </p:cNvPr>
          <p:cNvSpPr>
            <a:spLocks xmlns:a="http://schemas.openxmlformats.org/drawingml/2006/main" noGrp="1"/>
          </p:cNvSpPr>
          <p:nvPr/>
        </p:nvSpPr>
        <p:spPr>
          <a:xfrm xmlns:a="http://schemas.openxmlformats.org/drawingml/2006/main">
            <a:off x="2619000"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467" name="text-467">
            <a:extLst xmlns:a="http://schemas.openxmlformats.org/drawingml/2006/main">
              <a:ext uri="{FF2B5EF4-FFF2-40B4-BE49-F238E27FC236}">
                <a16:creationId xmlns:a16="http://schemas.microsoft.com/office/drawing/2014/main" id="{C825ECE3-3CC5-47A8-8BCF-6EBD2F73D548}"/>
              </a:ext>
            </a:extLst>
          </p:cNvPr>
          <p:cNvSpPr>
            <a:spLocks xmlns:a="http://schemas.openxmlformats.org/drawingml/2006/main" noGrp="1"/>
          </p:cNvSpPr>
          <p:nvPr/>
        </p:nvSpPr>
        <p:spPr>
          <a:xfrm xmlns:a="http://schemas.openxmlformats.org/drawingml/2006/main" rot="0">
            <a:off x="2457000"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468" name="data-path-468">
            <a:extLst xmlns:a="http://schemas.openxmlformats.org/drawingml/2006/main">
              <a:ext uri="{FF2B5EF4-FFF2-40B4-BE49-F238E27FC236}">
                <a16:creationId xmlns:a16="http://schemas.microsoft.com/office/drawing/2014/main" id="{DB8C73D7-9DB5-4655-9908-BCB0395AE8BD}"/>
              </a:ext>
            </a:extLst>
          </p:cNvPr>
          <p:cNvSpPr>
            <a:spLocks xmlns:a="http://schemas.openxmlformats.org/drawingml/2006/main" noGrp="1"/>
          </p:cNvSpPr>
          <p:nvPr/>
        </p:nvSpPr>
        <p:spPr>
          <a:xfrm xmlns:a="http://schemas.openxmlformats.org/drawingml/2006/main">
            <a:off x="3002625"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469" name="text-469">
            <a:extLst xmlns:a="http://schemas.openxmlformats.org/drawingml/2006/main">
              <a:ext uri="{FF2B5EF4-FFF2-40B4-BE49-F238E27FC236}">
                <a16:creationId xmlns:a16="http://schemas.microsoft.com/office/drawing/2014/main" id="{5B1C5F0E-9711-4335-BC33-8D71B79D80AC}"/>
              </a:ext>
            </a:extLst>
          </p:cNvPr>
          <p:cNvSpPr>
            <a:spLocks xmlns:a="http://schemas.openxmlformats.org/drawingml/2006/main" noGrp="1"/>
          </p:cNvSpPr>
          <p:nvPr/>
        </p:nvSpPr>
        <p:spPr>
          <a:xfrm xmlns:a="http://schemas.openxmlformats.org/drawingml/2006/main" rot="0">
            <a:off x="2840625"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470" name="data-path-470">
            <a:extLst xmlns:a="http://schemas.openxmlformats.org/drawingml/2006/main">
              <a:ext uri="{FF2B5EF4-FFF2-40B4-BE49-F238E27FC236}">
                <a16:creationId xmlns:a16="http://schemas.microsoft.com/office/drawing/2014/main" id="{27EDE6FF-EB93-420D-B3E5-E48F02128B46}"/>
              </a:ext>
            </a:extLst>
          </p:cNvPr>
          <p:cNvSpPr>
            <a:spLocks xmlns:a="http://schemas.openxmlformats.org/drawingml/2006/main" noGrp="1"/>
          </p:cNvSpPr>
          <p:nvPr/>
        </p:nvSpPr>
        <p:spPr>
          <a:xfrm xmlns:a="http://schemas.openxmlformats.org/drawingml/2006/main">
            <a:off x="3386250"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471" name="text-471">
            <a:extLst xmlns:a="http://schemas.openxmlformats.org/drawingml/2006/main">
              <a:ext uri="{FF2B5EF4-FFF2-40B4-BE49-F238E27FC236}">
                <a16:creationId xmlns:a16="http://schemas.microsoft.com/office/drawing/2014/main" id="{278E7894-7D53-4C6E-9946-6F310BEE6F79}"/>
              </a:ext>
            </a:extLst>
          </p:cNvPr>
          <p:cNvSpPr>
            <a:spLocks xmlns:a="http://schemas.openxmlformats.org/drawingml/2006/main" noGrp="1"/>
          </p:cNvSpPr>
          <p:nvPr/>
        </p:nvSpPr>
        <p:spPr>
          <a:xfrm xmlns:a="http://schemas.openxmlformats.org/drawingml/2006/main" rot="0">
            <a:off x="3224250"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472" name="data-path-472">
            <a:extLst xmlns:a="http://schemas.openxmlformats.org/drawingml/2006/main">
              <a:ext uri="{FF2B5EF4-FFF2-40B4-BE49-F238E27FC236}">
                <a16:creationId xmlns:a16="http://schemas.microsoft.com/office/drawing/2014/main" id="{98FBF2B9-6E68-4E34-A96B-BE54C1E8D2D1}"/>
              </a:ext>
            </a:extLst>
          </p:cNvPr>
          <p:cNvSpPr>
            <a:spLocks xmlns:a="http://schemas.openxmlformats.org/drawingml/2006/main" noGrp="1"/>
          </p:cNvSpPr>
          <p:nvPr/>
        </p:nvSpPr>
        <p:spPr>
          <a:xfrm xmlns:a="http://schemas.openxmlformats.org/drawingml/2006/main">
            <a:off x="3769875"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473" name="text-473">
            <a:extLst xmlns:a="http://schemas.openxmlformats.org/drawingml/2006/main">
              <a:ext uri="{FF2B5EF4-FFF2-40B4-BE49-F238E27FC236}">
                <a16:creationId xmlns:a16="http://schemas.microsoft.com/office/drawing/2014/main" id="{4C347A24-10E2-4AD5-8B43-4691EB33DFE5}"/>
              </a:ext>
            </a:extLst>
          </p:cNvPr>
          <p:cNvSpPr>
            <a:spLocks xmlns:a="http://schemas.openxmlformats.org/drawingml/2006/main" noGrp="1"/>
          </p:cNvSpPr>
          <p:nvPr/>
        </p:nvSpPr>
        <p:spPr>
          <a:xfrm xmlns:a="http://schemas.openxmlformats.org/drawingml/2006/main" rot="0">
            <a:off x="3607875"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474" name="data-path-474">
            <a:extLst xmlns:a="http://schemas.openxmlformats.org/drawingml/2006/main">
              <a:ext uri="{FF2B5EF4-FFF2-40B4-BE49-F238E27FC236}">
                <a16:creationId xmlns:a16="http://schemas.microsoft.com/office/drawing/2014/main" id="{88C63011-13DD-4D2E-A1CA-AB28BA4F28E0}"/>
              </a:ext>
            </a:extLst>
          </p:cNvPr>
          <p:cNvSpPr>
            <a:spLocks xmlns:a="http://schemas.openxmlformats.org/drawingml/2006/main" noGrp="1"/>
          </p:cNvSpPr>
          <p:nvPr/>
        </p:nvSpPr>
        <p:spPr>
          <a:xfrm xmlns:a="http://schemas.openxmlformats.org/drawingml/2006/main">
            <a:off x="4153500"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475" name="text-475">
            <a:extLst xmlns:a="http://schemas.openxmlformats.org/drawingml/2006/main">
              <a:ext uri="{FF2B5EF4-FFF2-40B4-BE49-F238E27FC236}">
                <a16:creationId xmlns:a16="http://schemas.microsoft.com/office/drawing/2014/main" id="{DD53B185-44B6-4389-A8A3-90703B0D631F}"/>
              </a:ext>
            </a:extLst>
          </p:cNvPr>
          <p:cNvSpPr>
            <a:spLocks xmlns:a="http://schemas.openxmlformats.org/drawingml/2006/main" noGrp="1"/>
          </p:cNvSpPr>
          <p:nvPr/>
        </p:nvSpPr>
        <p:spPr>
          <a:xfrm xmlns:a="http://schemas.openxmlformats.org/drawingml/2006/main" rot="0">
            <a:off x="3991500"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476" name="data-path-476">
            <a:extLst xmlns:a="http://schemas.openxmlformats.org/drawingml/2006/main">
              <a:ext uri="{FF2B5EF4-FFF2-40B4-BE49-F238E27FC236}">
                <a16:creationId xmlns:a16="http://schemas.microsoft.com/office/drawing/2014/main" id="{CA7B074B-ED7E-47D9-8AAD-BC8CE25D615A}"/>
              </a:ext>
            </a:extLst>
          </p:cNvPr>
          <p:cNvSpPr>
            <a:spLocks xmlns:a="http://schemas.openxmlformats.org/drawingml/2006/main" noGrp="1"/>
          </p:cNvSpPr>
          <p:nvPr/>
        </p:nvSpPr>
        <p:spPr>
          <a:xfrm xmlns:a="http://schemas.openxmlformats.org/drawingml/2006/main">
            <a:off x="2596500" y="4608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477" name="text-477">
            <a:extLst xmlns:a="http://schemas.openxmlformats.org/drawingml/2006/main">
              <a:ext uri="{FF2B5EF4-FFF2-40B4-BE49-F238E27FC236}">
                <a16:creationId xmlns:a16="http://schemas.microsoft.com/office/drawing/2014/main" id="{8DD605EC-0A64-4E43-B3FA-A970E62F5BD5}"/>
              </a:ext>
            </a:extLst>
          </p:cNvPr>
          <p:cNvSpPr>
            <a:spLocks xmlns:a="http://schemas.openxmlformats.org/drawingml/2006/main" noGrp="1"/>
          </p:cNvSpPr>
          <p:nvPr/>
        </p:nvSpPr>
        <p:spPr>
          <a:xfrm xmlns:a="http://schemas.openxmlformats.org/drawingml/2006/main" rot="0">
            <a:off x="2367000" y="4549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478" name="data-path-478">
            <a:extLst xmlns:a="http://schemas.openxmlformats.org/drawingml/2006/main">
              <a:ext uri="{FF2B5EF4-FFF2-40B4-BE49-F238E27FC236}">
                <a16:creationId xmlns:a16="http://schemas.microsoft.com/office/drawing/2014/main" id="{8194DE06-1D6C-41E6-B61C-3A8B91E96338}"/>
              </a:ext>
            </a:extLst>
          </p:cNvPr>
          <p:cNvSpPr>
            <a:spLocks xmlns:a="http://schemas.openxmlformats.org/drawingml/2006/main" noGrp="1"/>
          </p:cNvSpPr>
          <p:nvPr/>
        </p:nvSpPr>
        <p:spPr>
          <a:xfrm xmlns:a="http://schemas.openxmlformats.org/drawingml/2006/main">
            <a:off x="2596500" y="432675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479" name="text-479">
            <a:extLst xmlns:a="http://schemas.openxmlformats.org/drawingml/2006/main">
              <a:ext uri="{FF2B5EF4-FFF2-40B4-BE49-F238E27FC236}">
                <a16:creationId xmlns:a16="http://schemas.microsoft.com/office/drawing/2014/main" id="{7D620800-C9B9-4859-A511-2100F4B530E0}"/>
              </a:ext>
            </a:extLst>
          </p:cNvPr>
          <p:cNvSpPr>
            <a:spLocks xmlns:a="http://schemas.openxmlformats.org/drawingml/2006/main" noGrp="1"/>
          </p:cNvSpPr>
          <p:nvPr/>
        </p:nvSpPr>
        <p:spPr>
          <a:xfrm xmlns:a="http://schemas.openxmlformats.org/drawingml/2006/main" rot="0">
            <a:off x="2367000" y="426825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480" name="data-path-480">
            <a:extLst xmlns:a="http://schemas.openxmlformats.org/drawingml/2006/main">
              <a:ext uri="{FF2B5EF4-FFF2-40B4-BE49-F238E27FC236}">
                <a16:creationId xmlns:a16="http://schemas.microsoft.com/office/drawing/2014/main" id="{58195354-9FDB-4254-8328-2BD426CF6AB8}"/>
              </a:ext>
            </a:extLst>
          </p:cNvPr>
          <p:cNvSpPr>
            <a:spLocks xmlns:a="http://schemas.openxmlformats.org/drawingml/2006/main" noGrp="1"/>
          </p:cNvSpPr>
          <p:nvPr/>
        </p:nvSpPr>
        <p:spPr>
          <a:xfrm xmlns:a="http://schemas.openxmlformats.org/drawingml/2006/main">
            <a:off x="2596500" y="40455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481" name="text-481">
            <a:extLst xmlns:a="http://schemas.openxmlformats.org/drawingml/2006/main">
              <a:ext uri="{FF2B5EF4-FFF2-40B4-BE49-F238E27FC236}">
                <a16:creationId xmlns:a16="http://schemas.microsoft.com/office/drawing/2014/main" id="{FA6F84C9-AF83-4B14-B30B-7061C8126F0A}"/>
              </a:ext>
            </a:extLst>
          </p:cNvPr>
          <p:cNvSpPr>
            <a:spLocks xmlns:a="http://schemas.openxmlformats.org/drawingml/2006/main" noGrp="1"/>
          </p:cNvSpPr>
          <p:nvPr/>
        </p:nvSpPr>
        <p:spPr>
          <a:xfrm xmlns:a="http://schemas.openxmlformats.org/drawingml/2006/main" rot="0">
            <a:off x="2367000" y="39870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482" name="data-path-482">
            <a:extLst xmlns:a="http://schemas.openxmlformats.org/drawingml/2006/main">
              <a:ext uri="{FF2B5EF4-FFF2-40B4-BE49-F238E27FC236}">
                <a16:creationId xmlns:a16="http://schemas.microsoft.com/office/drawing/2014/main" id="{8CDB402F-84AD-4DE2-912D-62DB1A500DFF}"/>
              </a:ext>
            </a:extLst>
          </p:cNvPr>
          <p:cNvSpPr>
            <a:spLocks xmlns:a="http://schemas.openxmlformats.org/drawingml/2006/main" noGrp="1"/>
          </p:cNvSpPr>
          <p:nvPr/>
        </p:nvSpPr>
        <p:spPr>
          <a:xfrm xmlns:a="http://schemas.openxmlformats.org/drawingml/2006/main">
            <a:off x="2596500" y="376425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483" name="text-483">
            <a:extLst xmlns:a="http://schemas.openxmlformats.org/drawingml/2006/main">
              <a:ext uri="{FF2B5EF4-FFF2-40B4-BE49-F238E27FC236}">
                <a16:creationId xmlns:a16="http://schemas.microsoft.com/office/drawing/2014/main" id="{D824252A-62B6-49A4-8948-992E86F7DF4E}"/>
              </a:ext>
            </a:extLst>
          </p:cNvPr>
          <p:cNvSpPr>
            <a:spLocks xmlns:a="http://schemas.openxmlformats.org/drawingml/2006/main" noGrp="1"/>
          </p:cNvSpPr>
          <p:nvPr/>
        </p:nvSpPr>
        <p:spPr>
          <a:xfrm xmlns:a="http://schemas.openxmlformats.org/drawingml/2006/main" rot="0">
            <a:off x="2367000" y="370575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484" name="data-path-484">
            <a:extLst xmlns:a="http://schemas.openxmlformats.org/drawingml/2006/main">
              <a:ext uri="{FF2B5EF4-FFF2-40B4-BE49-F238E27FC236}">
                <a16:creationId xmlns:a16="http://schemas.microsoft.com/office/drawing/2014/main" id="{A220552D-FC0A-4CEB-B140-45090B545F22}"/>
              </a:ext>
            </a:extLst>
          </p:cNvPr>
          <p:cNvSpPr>
            <a:spLocks xmlns:a="http://schemas.openxmlformats.org/drawingml/2006/main" noGrp="1"/>
          </p:cNvSpPr>
          <p:nvPr/>
        </p:nvSpPr>
        <p:spPr>
          <a:xfrm xmlns:a="http://schemas.openxmlformats.org/drawingml/2006/main">
            <a:off x="2596500" y="3483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485" name="text-485">
            <a:extLst xmlns:a="http://schemas.openxmlformats.org/drawingml/2006/main">
              <a:ext uri="{FF2B5EF4-FFF2-40B4-BE49-F238E27FC236}">
                <a16:creationId xmlns:a16="http://schemas.microsoft.com/office/drawing/2014/main" id="{DCD505F7-1ACA-40DC-AA18-E7317B44296C}"/>
              </a:ext>
            </a:extLst>
          </p:cNvPr>
          <p:cNvSpPr>
            <a:spLocks xmlns:a="http://schemas.openxmlformats.org/drawingml/2006/main" noGrp="1"/>
          </p:cNvSpPr>
          <p:nvPr/>
        </p:nvSpPr>
        <p:spPr>
          <a:xfrm xmlns:a="http://schemas.openxmlformats.org/drawingml/2006/main" rot="0">
            <a:off x="2367000" y="3424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486" name="text-486">
            <a:extLst xmlns:a="http://schemas.openxmlformats.org/drawingml/2006/main">
              <a:ext uri="{FF2B5EF4-FFF2-40B4-BE49-F238E27FC236}">
                <a16:creationId xmlns:a16="http://schemas.microsoft.com/office/drawing/2014/main" id="{8B6A0E4D-99A5-476F-8782-E0C4ECCA679C}"/>
              </a:ext>
            </a:extLst>
          </p:cNvPr>
          <p:cNvSpPr>
            <a:spLocks xmlns:a="http://schemas.openxmlformats.org/drawingml/2006/main" noGrp="1"/>
          </p:cNvSpPr>
          <p:nvPr/>
        </p:nvSpPr>
        <p:spPr>
          <a:xfrm xmlns:a="http://schemas.openxmlformats.org/drawingml/2006/main" rot="0">
            <a:off x="2592000" y="4806000"/>
            <a:ext cx="15885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Predicted next-visit HI</a:t>
            </a:r>
          </a:p>
        </p:txBody>
      </p:sp>
      <p:sp>
        <p:nvSpPr>
          <p:cNvPr id="487" name="text-487">
            <a:extLst xmlns:a="http://schemas.openxmlformats.org/drawingml/2006/main">
              <a:ext uri="{FF2B5EF4-FFF2-40B4-BE49-F238E27FC236}">
                <a16:creationId xmlns:a16="http://schemas.microsoft.com/office/drawing/2014/main" id="{556752F1-1C40-4C3C-8C51-3B4CB401259B}"/>
              </a:ext>
            </a:extLst>
          </p:cNvPr>
          <p:cNvSpPr>
            <a:spLocks xmlns:a="http://schemas.openxmlformats.org/drawingml/2006/main" noGrp="1"/>
          </p:cNvSpPr>
          <p:nvPr/>
        </p:nvSpPr>
        <p:spPr>
          <a:xfrm xmlns:a="http://schemas.openxmlformats.org/drawingml/2006/main" rot="16200000">
            <a:off x="1899000" y="3978000"/>
            <a:ext cx="6750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Observed next-visit HI</a:t>
            </a:r>
          </a:p>
        </p:txBody>
      </p:sp>
      <p:sp>
        <p:nvSpPr>
          <p:cNvPr id="488" name="data-path-488">
            <a:extLst xmlns:a="http://schemas.openxmlformats.org/drawingml/2006/main">
              <a:ext uri="{FF2B5EF4-FFF2-40B4-BE49-F238E27FC236}">
                <a16:creationId xmlns:a16="http://schemas.microsoft.com/office/drawing/2014/main" id="{2DC816EC-6F7E-447E-9CD9-17F868149B62}"/>
              </a:ext>
            </a:extLst>
          </p:cNvPr>
          <p:cNvSpPr>
            <a:spLocks xmlns:a="http://schemas.openxmlformats.org/drawingml/2006/main" noGrp="1"/>
          </p:cNvSpPr>
          <p:nvPr/>
        </p:nvSpPr>
        <p:spPr>
          <a:xfrm xmlns:a="http://schemas.openxmlformats.org/drawingml/2006/main">
            <a:off x="2619000" y="3483000"/>
            <a:ext cx="1534500" cy="1125000"/>
          </a:xfrm>
          <a:custGeom xmlns:a="http://schemas.openxmlformats.org/drawingml/2006/main">
            <a:pathLst>
              <a:path w="1534500" h="1125000">
                <a:moveTo>
                  <a:pt x="0" y="1125000"/>
                </a:moveTo>
                <a:lnTo>
                  <a:pt x="1534500" y="0"/>
                </a:lnTo>
              </a:path>
            </a:pathLst>
          </a:custGeom>
          <a:noFill xmlns:a="http://schemas.openxmlformats.org/drawingml/2006/main"/>
          <a:ln xmlns:a="http://schemas.openxmlformats.org/drawingml/2006/main" w="8100">
            <a:solidFill>
              <a:srgbClr val="87999E"/>
            </a:solidFill>
          </a:ln>
        </p:spPr>
      </p:sp>
      <p:sp>
        <p:nvSpPr>
          <p:cNvPr id="489" name="data-point-489">
            <a:extLst xmlns:a="http://schemas.openxmlformats.org/drawingml/2006/main">
              <a:ext uri="{FF2B5EF4-FFF2-40B4-BE49-F238E27FC236}">
                <a16:creationId xmlns:a16="http://schemas.microsoft.com/office/drawing/2014/main" id="{FAEFEF02-B3AA-4434-8524-635DF7A02769}"/>
              </a:ext>
            </a:extLst>
          </p:cNvPr>
          <p:cNvSpPr>
            <a:spLocks xmlns:a="http://schemas.openxmlformats.org/drawingml/2006/main" noGrp="1"/>
          </p:cNvSpPr>
          <p:nvPr/>
        </p:nvSpPr>
        <p:spPr>
          <a:xfrm xmlns:a="http://schemas.openxmlformats.org/drawingml/2006/main">
            <a:off x="3302274" y="399638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90" name="data-point-490">
            <a:extLst xmlns:a="http://schemas.openxmlformats.org/drawingml/2006/main">
              <a:ext uri="{FF2B5EF4-FFF2-40B4-BE49-F238E27FC236}">
                <a16:creationId xmlns:a16="http://schemas.microsoft.com/office/drawing/2014/main" id="{B51E9CE7-09DE-4450-87EC-A95879D800D8}"/>
              </a:ext>
            </a:extLst>
          </p:cNvPr>
          <p:cNvSpPr>
            <a:spLocks xmlns:a="http://schemas.openxmlformats.org/drawingml/2006/main" noGrp="1"/>
          </p:cNvSpPr>
          <p:nvPr/>
        </p:nvSpPr>
        <p:spPr>
          <a:xfrm xmlns:a="http://schemas.openxmlformats.org/drawingml/2006/main">
            <a:off x="3553543" y="409496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91" name="data-point-491">
            <a:extLst xmlns:a="http://schemas.openxmlformats.org/drawingml/2006/main">
              <a:ext uri="{FF2B5EF4-FFF2-40B4-BE49-F238E27FC236}">
                <a16:creationId xmlns:a16="http://schemas.microsoft.com/office/drawing/2014/main" id="{A6362025-C495-4200-A3FC-0865AF1E1F92}"/>
              </a:ext>
            </a:extLst>
          </p:cNvPr>
          <p:cNvSpPr>
            <a:spLocks xmlns:a="http://schemas.openxmlformats.org/drawingml/2006/main" noGrp="1"/>
          </p:cNvSpPr>
          <p:nvPr/>
        </p:nvSpPr>
        <p:spPr>
          <a:xfrm xmlns:a="http://schemas.openxmlformats.org/drawingml/2006/main">
            <a:off x="3153991" y="408397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92" name="data-point-492">
            <a:extLst xmlns:a="http://schemas.openxmlformats.org/drawingml/2006/main">
              <a:ext uri="{FF2B5EF4-FFF2-40B4-BE49-F238E27FC236}">
                <a16:creationId xmlns:a16="http://schemas.microsoft.com/office/drawing/2014/main" id="{446A4E00-C43B-4B71-A476-D3452928D823}"/>
              </a:ext>
            </a:extLst>
          </p:cNvPr>
          <p:cNvSpPr>
            <a:spLocks xmlns:a="http://schemas.openxmlformats.org/drawingml/2006/main" noGrp="1"/>
          </p:cNvSpPr>
          <p:nvPr/>
        </p:nvSpPr>
        <p:spPr>
          <a:xfrm xmlns:a="http://schemas.openxmlformats.org/drawingml/2006/main">
            <a:off x="3883724" y="366176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93" name="data-point-493">
            <a:extLst xmlns:a="http://schemas.openxmlformats.org/drawingml/2006/main">
              <a:ext uri="{FF2B5EF4-FFF2-40B4-BE49-F238E27FC236}">
                <a16:creationId xmlns:a16="http://schemas.microsoft.com/office/drawing/2014/main" id="{0C85BFDE-D247-4820-940B-5B4A833AC0FF}"/>
              </a:ext>
            </a:extLst>
          </p:cNvPr>
          <p:cNvSpPr>
            <a:spLocks xmlns:a="http://schemas.openxmlformats.org/drawingml/2006/main" noGrp="1"/>
          </p:cNvSpPr>
          <p:nvPr/>
        </p:nvSpPr>
        <p:spPr>
          <a:xfrm xmlns:a="http://schemas.openxmlformats.org/drawingml/2006/main">
            <a:off x="3882159" y="369280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94" name="data-point-494">
            <a:extLst xmlns:a="http://schemas.openxmlformats.org/drawingml/2006/main">
              <a:ext uri="{FF2B5EF4-FFF2-40B4-BE49-F238E27FC236}">
                <a16:creationId xmlns:a16="http://schemas.microsoft.com/office/drawing/2014/main" id="{0005593A-0254-4CF0-AD0E-56A336D47C1D}"/>
              </a:ext>
            </a:extLst>
          </p:cNvPr>
          <p:cNvSpPr>
            <a:spLocks xmlns:a="http://schemas.openxmlformats.org/drawingml/2006/main" noGrp="1"/>
          </p:cNvSpPr>
          <p:nvPr/>
        </p:nvSpPr>
        <p:spPr>
          <a:xfrm xmlns:a="http://schemas.openxmlformats.org/drawingml/2006/main">
            <a:off x="3794657" y="368404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95" name="data-point-495">
            <a:extLst xmlns:a="http://schemas.openxmlformats.org/drawingml/2006/main">
              <a:ext uri="{FF2B5EF4-FFF2-40B4-BE49-F238E27FC236}">
                <a16:creationId xmlns:a16="http://schemas.microsoft.com/office/drawing/2014/main" id="{EBE57BA4-9549-4038-9D3F-12DE807836A1}"/>
              </a:ext>
            </a:extLst>
          </p:cNvPr>
          <p:cNvSpPr>
            <a:spLocks xmlns:a="http://schemas.openxmlformats.org/drawingml/2006/main" noGrp="1"/>
          </p:cNvSpPr>
          <p:nvPr/>
        </p:nvSpPr>
        <p:spPr>
          <a:xfrm xmlns:a="http://schemas.openxmlformats.org/drawingml/2006/main">
            <a:off x="3663872" y="392909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96" name="data-point-496">
            <a:extLst xmlns:a="http://schemas.openxmlformats.org/drawingml/2006/main">
              <a:ext uri="{FF2B5EF4-FFF2-40B4-BE49-F238E27FC236}">
                <a16:creationId xmlns:a16="http://schemas.microsoft.com/office/drawing/2014/main" id="{BBC38265-4C4A-40F3-BDEF-EAD213DCFDED}"/>
              </a:ext>
            </a:extLst>
          </p:cNvPr>
          <p:cNvSpPr>
            <a:spLocks xmlns:a="http://schemas.openxmlformats.org/drawingml/2006/main" noGrp="1"/>
          </p:cNvSpPr>
          <p:nvPr/>
        </p:nvSpPr>
        <p:spPr>
          <a:xfrm xmlns:a="http://schemas.openxmlformats.org/drawingml/2006/main">
            <a:off x="3463814" y="37946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97" name="data-point-497">
            <a:extLst xmlns:a="http://schemas.openxmlformats.org/drawingml/2006/main">
              <a:ext uri="{FF2B5EF4-FFF2-40B4-BE49-F238E27FC236}">
                <a16:creationId xmlns:a16="http://schemas.microsoft.com/office/drawing/2014/main" id="{2A284DF5-83C9-4412-BED1-63C081265838}"/>
              </a:ext>
            </a:extLst>
          </p:cNvPr>
          <p:cNvSpPr>
            <a:spLocks xmlns:a="http://schemas.openxmlformats.org/drawingml/2006/main" noGrp="1"/>
          </p:cNvSpPr>
          <p:nvPr/>
        </p:nvSpPr>
        <p:spPr>
          <a:xfrm xmlns:a="http://schemas.openxmlformats.org/drawingml/2006/main">
            <a:off x="3881390" y="38263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498" name="data-point-498">
            <a:extLst xmlns:a="http://schemas.openxmlformats.org/drawingml/2006/main">
              <a:ext uri="{FF2B5EF4-FFF2-40B4-BE49-F238E27FC236}">
                <a16:creationId xmlns:a16="http://schemas.microsoft.com/office/drawing/2014/main" id="{2234C91A-AE6E-415F-8D76-D69C59CAD010}"/>
              </a:ext>
            </a:extLst>
          </p:cNvPr>
          <p:cNvSpPr>
            <a:spLocks xmlns:a="http://schemas.openxmlformats.org/drawingml/2006/main" noGrp="1"/>
          </p:cNvSpPr>
          <p:nvPr/>
        </p:nvSpPr>
        <p:spPr>
          <a:xfrm xmlns:a="http://schemas.openxmlformats.org/drawingml/2006/main">
            <a:off x="3060022" y="405168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499" name="data-point-499">
            <a:extLst xmlns:a="http://schemas.openxmlformats.org/drawingml/2006/main">
              <a:ext uri="{FF2B5EF4-FFF2-40B4-BE49-F238E27FC236}">
                <a16:creationId xmlns:a16="http://schemas.microsoft.com/office/drawing/2014/main" id="{76825371-D902-4A71-957C-923ACF3AE201}"/>
              </a:ext>
            </a:extLst>
          </p:cNvPr>
          <p:cNvSpPr>
            <a:spLocks xmlns:a="http://schemas.openxmlformats.org/drawingml/2006/main" noGrp="1"/>
          </p:cNvSpPr>
          <p:nvPr/>
        </p:nvSpPr>
        <p:spPr>
          <a:xfrm xmlns:a="http://schemas.openxmlformats.org/drawingml/2006/main">
            <a:off x="3382754" y="386070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00" name="data-point-500">
            <a:extLst xmlns:a="http://schemas.openxmlformats.org/drawingml/2006/main">
              <a:ext uri="{FF2B5EF4-FFF2-40B4-BE49-F238E27FC236}">
                <a16:creationId xmlns:a16="http://schemas.microsoft.com/office/drawing/2014/main" id="{4FC86EF3-C685-4CC3-95FB-E096DEF291AE}"/>
              </a:ext>
            </a:extLst>
          </p:cNvPr>
          <p:cNvSpPr>
            <a:spLocks xmlns:a="http://schemas.openxmlformats.org/drawingml/2006/main" noGrp="1"/>
          </p:cNvSpPr>
          <p:nvPr/>
        </p:nvSpPr>
        <p:spPr>
          <a:xfrm xmlns:a="http://schemas.openxmlformats.org/drawingml/2006/main">
            <a:off x="3868486" y="399430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01" name="data-point-501">
            <a:extLst xmlns:a="http://schemas.openxmlformats.org/drawingml/2006/main">
              <a:ext uri="{FF2B5EF4-FFF2-40B4-BE49-F238E27FC236}">
                <a16:creationId xmlns:a16="http://schemas.microsoft.com/office/drawing/2014/main" id="{C909A56C-FC1D-40D3-88AE-0930E1A7341D}"/>
              </a:ext>
            </a:extLst>
          </p:cNvPr>
          <p:cNvSpPr>
            <a:spLocks xmlns:a="http://schemas.openxmlformats.org/drawingml/2006/main" noGrp="1"/>
          </p:cNvSpPr>
          <p:nvPr/>
        </p:nvSpPr>
        <p:spPr>
          <a:xfrm xmlns:a="http://schemas.openxmlformats.org/drawingml/2006/main">
            <a:off x="3675352" y="398302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02" name="data-point-502">
            <a:extLst xmlns:a="http://schemas.openxmlformats.org/drawingml/2006/main">
              <a:ext uri="{FF2B5EF4-FFF2-40B4-BE49-F238E27FC236}">
                <a16:creationId xmlns:a16="http://schemas.microsoft.com/office/drawing/2014/main" id="{9B0C6493-9711-41D3-BA8F-F8A3552E8F4B}"/>
              </a:ext>
            </a:extLst>
          </p:cNvPr>
          <p:cNvSpPr>
            <a:spLocks xmlns:a="http://schemas.openxmlformats.org/drawingml/2006/main" noGrp="1"/>
          </p:cNvSpPr>
          <p:nvPr/>
        </p:nvSpPr>
        <p:spPr>
          <a:xfrm xmlns:a="http://schemas.openxmlformats.org/drawingml/2006/main">
            <a:off x="3391218" y="398473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03" name="data-point-503">
            <a:extLst xmlns:a="http://schemas.openxmlformats.org/drawingml/2006/main">
              <a:ext uri="{FF2B5EF4-FFF2-40B4-BE49-F238E27FC236}">
                <a16:creationId xmlns:a16="http://schemas.microsoft.com/office/drawing/2014/main" id="{F37CB43B-CDFC-4363-85AC-CD6067C76CB0}"/>
              </a:ext>
            </a:extLst>
          </p:cNvPr>
          <p:cNvSpPr>
            <a:spLocks xmlns:a="http://schemas.openxmlformats.org/drawingml/2006/main" noGrp="1"/>
          </p:cNvSpPr>
          <p:nvPr/>
        </p:nvSpPr>
        <p:spPr>
          <a:xfrm xmlns:a="http://schemas.openxmlformats.org/drawingml/2006/main">
            <a:off x="3436485" y="38929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04" name="data-point-504">
            <a:extLst xmlns:a="http://schemas.openxmlformats.org/drawingml/2006/main">
              <a:ext uri="{FF2B5EF4-FFF2-40B4-BE49-F238E27FC236}">
                <a16:creationId xmlns:a16="http://schemas.microsoft.com/office/drawing/2014/main" id="{202CE62F-56B4-473F-ACEB-7749E826065F}"/>
              </a:ext>
            </a:extLst>
          </p:cNvPr>
          <p:cNvSpPr>
            <a:spLocks xmlns:a="http://schemas.openxmlformats.org/drawingml/2006/main" noGrp="1"/>
          </p:cNvSpPr>
          <p:nvPr/>
        </p:nvSpPr>
        <p:spPr>
          <a:xfrm xmlns:a="http://schemas.openxmlformats.org/drawingml/2006/main">
            <a:off x="3413021" y="386819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05" name="data-point-505">
            <a:extLst xmlns:a="http://schemas.openxmlformats.org/drawingml/2006/main">
              <a:ext uri="{FF2B5EF4-FFF2-40B4-BE49-F238E27FC236}">
                <a16:creationId xmlns:a16="http://schemas.microsoft.com/office/drawing/2014/main" id="{41760F6F-1A1B-4C92-8736-3EEC933A9245}"/>
              </a:ext>
            </a:extLst>
          </p:cNvPr>
          <p:cNvSpPr>
            <a:spLocks xmlns:a="http://schemas.openxmlformats.org/drawingml/2006/main" noGrp="1"/>
          </p:cNvSpPr>
          <p:nvPr/>
        </p:nvSpPr>
        <p:spPr>
          <a:xfrm xmlns:a="http://schemas.openxmlformats.org/drawingml/2006/main">
            <a:off x="3720388" y="368430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06" name="data-point-506">
            <a:extLst xmlns:a="http://schemas.openxmlformats.org/drawingml/2006/main">
              <a:ext uri="{FF2B5EF4-FFF2-40B4-BE49-F238E27FC236}">
                <a16:creationId xmlns:a16="http://schemas.microsoft.com/office/drawing/2014/main" id="{6CE61BD1-423F-43CB-A5FA-FAE5216C7A3C}"/>
              </a:ext>
            </a:extLst>
          </p:cNvPr>
          <p:cNvSpPr>
            <a:spLocks xmlns:a="http://schemas.openxmlformats.org/drawingml/2006/main" noGrp="1"/>
          </p:cNvSpPr>
          <p:nvPr/>
        </p:nvSpPr>
        <p:spPr>
          <a:xfrm xmlns:a="http://schemas.openxmlformats.org/drawingml/2006/main">
            <a:off x="4099419" y="378854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07" name="data-point-507">
            <a:extLst xmlns:a="http://schemas.openxmlformats.org/drawingml/2006/main">
              <a:ext uri="{FF2B5EF4-FFF2-40B4-BE49-F238E27FC236}">
                <a16:creationId xmlns:a16="http://schemas.microsoft.com/office/drawing/2014/main" id="{F18E94E2-5C08-41A2-B6B7-DEE889AD4969}"/>
              </a:ext>
            </a:extLst>
          </p:cNvPr>
          <p:cNvSpPr>
            <a:spLocks xmlns:a="http://schemas.openxmlformats.org/drawingml/2006/main" noGrp="1"/>
          </p:cNvSpPr>
          <p:nvPr/>
        </p:nvSpPr>
        <p:spPr>
          <a:xfrm xmlns:a="http://schemas.openxmlformats.org/drawingml/2006/main">
            <a:off x="3608828" y="402499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08" name="data-point-508">
            <a:extLst xmlns:a="http://schemas.openxmlformats.org/drawingml/2006/main">
              <a:ext uri="{FF2B5EF4-FFF2-40B4-BE49-F238E27FC236}">
                <a16:creationId xmlns:a16="http://schemas.microsoft.com/office/drawing/2014/main" id="{FBD40429-75B2-4900-A8CE-A805DFD94340}"/>
              </a:ext>
            </a:extLst>
          </p:cNvPr>
          <p:cNvSpPr>
            <a:spLocks xmlns:a="http://schemas.openxmlformats.org/drawingml/2006/main" noGrp="1"/>
          </p:cNvSpPr>
          <p:nvPr/>
        </p:nvSpPr>
        <p:spPr>
          <a:xfrm xmlns:a="http://schemas.openxmlformats.org/drawingml/2006/main">
            <a:off x="3304267" y="401577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09" name="data-point-509">
            <a:extLst xmlns:a="http://schemas.openxmlformats.org/drawingml/2006/main">
              <a:ext uri="{FF2B5EF4-FFF2-40B4-BE49-F238E27FC236}">
                <a16:creationId xmlns:a16="http://schemas.microsoft.com/office/drawing/2014/main" id="{685BD0EF-F053-4919-856C-D1E402714E34}"/>
              </a:ext>
            </a:extLst>
          </p:cNvPr>
          <p:cNvSpPr>
            <a:spLocks xmlns:a="http://schemas.openxmlformats.org/drawingml/2006/main" noGrp="1"/>
          </p:cNvSpPr>
          <p:nvPr/>
        </p:nvSpPr>
        <p:spPr>
          <a:xfrm xmlns:a="http://schemas.openxmlformats.org/drawingml/2006/main">
            <a:off x="3341532" y="423593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10" name="data-point-510">
            <a:extLst xmlns:a="http://schemas.openxmlformats.org/drawingml/2006/main">
              <a:ext uri="{FF2B5EF4-FFF2-40B4-BE49-F238E27FC236}">
                <a16:creationId xmlns:a16="http://schemas.microsoft.com/office/drawing/2014/main" id="{B041B3B0-275A-45C4-93C2-243CC01F57BF}"/>
              </a:ext>
            </a:extLst>
          </p:cNvPr>
          <p:cNvSpPr>
            <a:spLocks xmlns:a="http://schemas.openxmlformats.org/drawingml/2006/main" noGrp="1"/>
          </p:cNvSpPr>
          <p:nvPr/>
        </p:nvSpPr>
        <p:spPr>
          <a:xfrm xmlns:a="http://schemas.openxmlformats.org/drawingml/2006/main">
            <a:off x="2928079" y="422689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11" name="data-point-511">
            <a:extLst xmlns:a="http://schemas.openxmlformats.org/drawingml/2006/main">
              <a:ext uri="{FF2B5EF4-FFF2-40B4-BE49-F238E27FC236}">
                <a16:creationId xmlns:a16="http://schemas.microsoft.com/office/drawing/2014/main" id="{C2A61567-D73B-4694-980A-5275E7927F74}"/>
              </a:ext>
            </a:extLst>
          </p:cNvPr>
          <p:cNvSpPr>
            <a:spLocks xmlns:a="http://schemas.openxmlformats.org/drawingml/2006/main" noGrp="1"/>
          </p:cNvSpPr>
          <p:nvPr/>
        </p:nvSpPr>
        <p:spPr>
          <a:xfrm xmlns:a="http://schemas.openxmlformats.org/drawingml/2006/main">
            <a:off x="3438922" y="3995431"/>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12" name="data-point-512">
            <a:extLst xmlns:a="http://schemas.openxmlformats.org/drawingml/2006/main">
              <a:ext uri="{FF2B5EF4-FFF2-40B4-BE49-F238E27FC236}">
                <a16:creationId xmlns:a16="http://schemas.microsoft.com/office/drawing/2014/main" id="{1A7ACEC9-9B69-4696-A6D0-59A6B11B664E}"/>
              </a:ext>
            </a:extLst>
          </p:cNvPr>
          <p:cNvSpPr>
            <a:spLocks xmlns:a="http://schemas.openxmlformats.org/drawingml/2006/main" noGrp="1"/>
          </p:cNvSpPr>
          <p:nvPr/>
        </p:nvSpPr>
        <p:spPr>
          <a:xfrm xmlns:a="http://schemas.openxmlformats.org/drawingml/2006/main">
            <a:off x="3407478" y="404920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13" name="data-point-513">
            <a:extLst xmlns:a="http://schemas.openxmlformats.org/drawingml/2006/main">
              <a:ext uri="{FF2B5EF4-FFF2-40B4-BE49-F238E27FC236}">
                <a16:creationId xmlns:a16="http://schemas.microsoft.com/office/drawing/2014/main" id="{7FA63FDC-5BD3-4A6B-878A-E0E3F0532DA7}"/>
              </a:ext>
            </a:extLst>
          </p:cNvPr>
          <p:cNvSpPr>
            <a:spLocks xmlns:a="http://schemas.openxmlformats.org/drawingml/2006/main" noGrp="1"/>
          </p:cNvSpPr>
          <p:nvPr/>
        </p:nvSpPr>
        <p:spPr>
          <a:xfrm xmlns:a="http://schemas.openxmlformats.org/drawingml/2006/main">
            <a:off x="3572146" y="39524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14" name="data-point-514">
            <a:extLst xmlns:a="http://schemas.openxmlformats.org/drawingml/2006/main">
              <a:ext uri="{FF2B5EF4-FFF2-40B4-BE49-F238E27FC236}">
                <a16:creationId xmlns:a16="http://schemas.microsoft.com/office/drawing/2014/main" id="{1A340CE6-85EE-4CAF-80E1-5140A480F075}"/>
              </a:ext>
            </a:extLst>
          </p:cNvPr>
          <p:cNvSpPr>
            <a:spLocks xmlns:a="http://schemas.openxmlformats.org/drawingml/2006/main" noGrp="1"/>
          </p:cNvSpPr>
          <p:nvPr/>
        </p:nvSpPr>
        <p:spPr>
          <a:xfrm xmlns:a="http://schemas.openxmlformats.org/drawingml/2006/main">
            <a:off x="3466701" y="398090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15" name="data-point-515">
            <a:extLst xmlns:a="http://schemas.openxmlformats.org/drawingml/2006/main">
              <a:ext uri="{FF2B5EF4-FFF2-40B4-BE49-F238E27FC236}">
                <a16:creationId xmlns:a16="http://schemas.microsoft.com/office/drawing/2014/main" id="{5040015E-3DD4-45AF-B10D-CF205FFC1645}"/>
              </a:ext>
            </a:extLst>
          </p:cNvPr>
          <p:cNvSpPr>
            <a:spLocks xmlns:a="http://schemas.openxmlformats.org/drawingml/2006/main" noGrp="1"/>
          </p:cNvSpPr>
          <p:nvPr/>
        </p:nvSpPr>
        <p:spPr>
          <a:xfrm xmlns:a="http://schemas.openxmlformats.org/drawingml/2006/main">
            <a:off x="3707790" y="398084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16" name="data-point-516">
            <a:extLst xmlns:a="http://schemas.openxmlformats.org/drawingml/2006/main">
              <a:ext uri="{FF2B5EF4-FFF2-40B4-BE49-F238E27FC236}">
                <a16:creationId xmlns:a16="http://schemas.microsoft.com/office/drawing/2014/main" id="{EB3E1521-D928-4FA8-99CB-F0E14FDAFE3E}"/>
              </a:ext>
            </a:extLst>
          </p:cNvPr>
          <p:cNvSpPr>
            <a:spLocks xmlns:a="http://schemas.openxmlformats.org/drawingml/2006/main" noGrp="1"/>
          </p:cNvSpPr>
          <p:nvPr/>
        </p:nvSpPr>
        <p:spPr>
          <a:xfrm xmlns:a="http://schemas.openxmlformats.org/drawingml/2006/main">
            <a:off x="3328060" y="399985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17" name="data-point-517">
            <a:extLst xmlns:a="http://schemas.openxmlformats.org/drawingml/2006/main">
              <a:ext uri="{FF2B5EF4-FFF2-40B4-BE49-F238E27FC236}">
                <a16:creationId xmlns:a16="http://schemas.microsoft.com/office/drawing/2014/main" id="{82F0893D-4F1D-4025-A826-A43A4351A4CD}"/>
              </a:ext>
            </a:extLst>
          </p:cNvPr>
          <p:cNvSpPr>
            <a:spLocks xmlns:a="http://schemas.openxmlformats.org/drawingml/2006/main" noGrp="1"/>
          </p:cNvSpPr>
          <p:nvPr/>
        </p:nvSpPr>
        <p:spPr>
          <a:xfrm xmlns:a="http://schemas.openxmlformats.org/drawingml/2006/main">
            <a:off x="3105139" y="414360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18" name="data-point-518">
            <a:extLst xmlns:a="http://schemas.openxmlformats.org/drawingml/2006/main">
              <a:ext uri="{FF2B5EF4-FFF2-40B4-BE49-F238E27FC236}">
                <a16:creationId xmlns:a16="http://schemas.microsoft.com/office/drawing/2014/main" id="{A5E142EF-CCC2-4D88-8C35-1E3BBF2FB53B}"/>
              </a:ext>
            </a:extLst>
          </p:cNvPr>
          <p:cNvSpPr>
            <a:spLocks xmlns:a="http://schemas.openxmlformats.org/drawingml/2006/main" noGrp="1"/>
          </p:cNvSpPr>
          <p:nvPr/>
        </p:nvSpPr>
        <p:spPr>
          <a:xfrm xmlns:a="http://schemas.openxmlformats.org/drawingml/2006/main">
            <a:off x="3188558" y="406161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19" name="data-point-519">
            <a:extLst xmlns:a="http://schemas.openxmlformats.org/drawingml/2006/main">
              <a:ext uri="{FF2B5EF4-FFF2-40B4-BE49-F238E27FC236}">
                <a16:creationId xmlns:a16="http://schemas.microsoft.com/office/drawing/2014/main" id="{4EF11BEF-B104-40A0-A134-EFBCB445AB58}"/>
              </a:ext>
            </a:extLst>
          </p:cNvPr>
          <p:cNvSpPr>
            <a:spLocks xmlns:a="http://schemas.openxmlformats.org/drawingml/2006/main" noGrp="1"/>
          </p:cNvSpPr>
          <p:nvPr/>
        </p:nvSpPr>
        <p:spPr>
          <a:xfrm xmlns:a="http://schemas.openxmlformats.org/drawingml/2006/main">
            <a:off x="3444087" y="40666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20" name="data-point-520">
            <a:extLst xmlns:a="http://schemas.openxmlformats.org/drawingml/2006/main">
              <a:ext uri="{FF2B5EF4-FFF2-40B4-BE49-F238E27FC236}">
                <a16:creationId xmlns:a16="http://schemas.microsoft.com/office/drawing/2014/main" id="{535F0A67-E5FC-4F9D-B596-F74722295052}"/>
              </a:ext>
            </a:extLst>
          </p:cNvPr>
          <p:cNvSpPr>
            <a:spLocks xmlns:a="http://schemas.openxmlformats.org/drawingml/2006/main" noGrp="1"/>
          </p:cNvSpPr>
          <p:nvPr/>
        </p:nvSpPr>
        <p:spPr>
          <a:xfrm xmlns:a="http://schemas.openxmlformats.org/drawingml/2006/main">
            <a:off x="3157726" y="383923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21" name="data-point-521">
            <a:extLst xmlns:a="http://schemas.openxmlformats.org/drawingml/2006/main">
              <a:ext uri="{FF2B5EF4-FFF2-40B4-BE49-F238E27FC236}">
                <a16:creationId xmlns:a16="http://schemas.microsoft.com/office/drawing/2014/main" id="{833ABD07-C7FB-4496-835D-35BE81670728}"/>
              </a:ext>
            </a:extLst>
          </p:cNvPr>
          <p:cNvSpPr>
            <a:spLocks xmlns:a="http://schemas.openxmlformats.org/drawingml/2006/main" noGrp="1"/>
          </p:cNvSpPr>
          <p:nvPr/>
        </p:nvSpPr>
        <p:spPr>
          <a:xfrm xmlns:a="http://schemas.openxmlformats.org/drawingml/2006/main">
            <a:off x="3947483" y="391165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22" name="data-point-522">
            <a:extLst xmlns:a="http://schemas.openxmlformats.org/drawingml/2006/main">
              <a:ext uri="{FF2B5EF4-FFF2-40B4-BE49-F238E27FC236}">
                <a16:creationId xmlns:a16="http://schemas.microsoft.com/office/drawing/2014/main" id="{8315017A-B3CF-43C9-8205-9E6F1788D417}"/>
              </a:ext>
            </a:extLst>
          </p:cNvPr>
          <p:cNvSpPr>
            <a:spLocks xmlns:a="http://schemas.openxmlformats.org/drawingml/2006/main" noGrp="1"/>
          </p:cNvSpPr>
          <p:nvPr/>
        </p:nvSpPr>
        <p:spPr>
          <a:xfrm xmlns:a="http://schemas.openxmlformats.org/drawingml/2006/main">
            <a:off x="3145877" y="384393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23" name="data-point-523">
            <a:extLst xmlns:a="http://schemas.openxmlformats.org/drawingml/2006/main">
              <a:ext uri="{FF2B5EF4-FFF2-40B4-BE49-F238E27FC236}">
                <a16:creationId xmlns:a16="http://schemas.microsoft.com/office/drawing/2014/main" id="{CFB98A8E-DE1B-456E-98FB-CEFE7845893D}"/>
              </a:ext>
            </a:extLst>
          </p:cNvPr>
          <p:cNvSpPr>
            <a:spLocks xmlns:a="http://schemas.openxmlformats.org/drawingml/2006/main" noGrp="1"/>
          </p:cNvSpPr>
          <p:nvPr/>
        </p:nvSpPr>
        <p:spPr>
          <a:xfrm xmlns:a="http://schemas.openxmlformats.org/drawingml/2006/main">
            <a:off x="3887533" y="383344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24" name="data-point-524">
            <a:extLst xmlns:a="http://schemas.openxmlformats.org/drawingml/2006/main">
              <a:ext uri="{FF2B5EF4-FFF2-40B4-BE49-F238E27FC236}">
                <a16:creationId xmlns:a16="http://schemas.microsoft.com/office/drawing/2014/main" id="{3AFCF820-D969-4E7F-9544-3FB673DA56D1}"/>
              </a:ext>
            </a:extLst>
          </p:cNvPr>
          <p:cNvSpPr>
            <a:spLocks xmlns:a="http://schemas.openxmlformats.org/drawingml/2006/main" noGrp="1"/>
          </p:cNvSpPr>
          <p:nvPr/>
        </p:nvSpPr>
        <p:spPr>
          <a:xfrm xmlns:a="http://schemas.openxmlformats.org/drawingml/2006/main">
            <a:off x="3659478" y="406265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25" name="data-point-525">
            <a:extLst xmlns:a="http://schemas.openxmlformats.org/drawingml/2006/main">
              <a:ext uri="{FF2B5EF4-FFF2-40B4-BE49-F238E27FC236}">
                <a16:creationId xmlns:a16="http://schemas.microsoft.com/office/drawing/2014/main" id="{BDAA2CB8-F918-4AD3-B8B8-B9A3C2AE3994}"/>
              </a:ext>
            </a:extLst>
          </p:cNvPr>
          <p:cNvSpPr>
            <a:spLocks xmlns:a="http://schemas.openxmlformats.org/drawingml/2006/main" noGrp="1"/>
          </p:cNvSpPr>
          <p:nvPr/>
        </p:nvSpPr>
        <p:spPr>
          <a:xfrm xmlns:a="http://schemas.openxmlformats.org/drawingml/2006/main">
            <a:off x="3197106" y="426800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26" name="data-point-526">
            <a:extLst xmlns:a="http://schemas.openxmlformats.org/drawingml/2006/main">
              <a:ext uri="{FF2B5EF4-FFF2-40B4-BE49-F238E27FC236}">
                <a16:creationId xmlns:a16="http://schemas.microsoft.com/office/drawing/2014/main" id="{BB1732B9-25BF-49D8-9A2F-CAEB80D253A3}"/>
              </a:ext>
            </a:extLst>
          </p:cNvPr>
          <p:cNvSpPr>
            <a:spLocks xmlns:a="http://schemas.openxmlformats.org/drawingml/2006/main" noGrp="1"/>
          </p:cNvSpPr>
          <p:nvPr/>
        </p:nvSpPr>
        <p:spPr>
          <a:xfrm xmlns:a="http://schemas.openxmlformats.org/drawingml/2006/main">
            <a:off x="2965616" y="419001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27" name="data-point-527">
            <a:extLst xmlns:a="http://schemas.openxmlformats.org/drawingml/2006/main">
              <a:ext uri="{FF2B5EF4-FFF2-40B4-BE49-F238E27FC236}">
                <a16:creationId xmlns:a16="http://schemas.microsoft.com/office/drawing/2014/main" id="{6C5361BE-C08F-4FFA-8260-CD7034478888}"/>
              </a:ext>
            </a:extLst>
          </p:cNvPr>
          <p:cNvSpPr>
            <a:spLocks xmlns:a="http://schemas.openxmlformats.org/drawingml/2006/main" noGrp="1"/>
          </p:cNvSpPr>
          <p:nvPr/>
        </p:nvSpPr>
        <p:spPr>
          <a:xfrm xmlns:a="http://schemas.openxmlformats.org/drawingml/2006/main">
            <a:off x="3265185" y="422717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28" name="data-point-528">
            <a:extLst xmlns:a="http://schemas.openxmlformats.org/drawingml/2006/main">
              <a:ext uri="{FF2B5EF4-FFF2-40B4-BE49-F238E27FC236}">
                <a16:creationId xmlns:a16="http://schemas.microsoft.com/office/drawing/2014/main" id="{B4915B38-695B-4273-A36C-FDC2FC7F49E3}"/>
              </a:ext>
            </a:extLst>
          </p:cNvPr>
          <p:cNvSpPr>
            <a:spLocks xmlns:a="http://schemas.openxmlformats.org/drawingml/2006/main" noGrp="1"/>
          </p:cNvSpPr>
          <p:nvPr/>
        </p:nvSpPr>
        <p:spPr>
          <a:xfrm xmlns:a="http://schemas.openxmlformats.org/drawingml/2006/main">
            <a:off x="3541009" y="406767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29" name="data-point-529">
            <a:extLst xmlns:a="http://schemas.openxmlformats.org/drawingml/2006/main">
              <a:ext uri="{FF2B5EF4-FFF2-40B4-BE49-F238E27FC236}">
                <a16:creationId xmlns:a16="http://schemas.microsoft.com/office/drawing/2014/main" id="{8C7AA424-3284-4181-A379-332F6776861C}"/>
              </a:ext>
            </a:extLst>
          </p:cNvPr>
          <p:cNvSpPr>
            <a:spLocks xmlns:a="http://schemas.openxmlformats.org/drawingml/2006/main" noGrp="1"/>
          </p:cNvSpPr>
          <p:nvPr/>
        </p:nvSpPr>
        <p:spPr>
          <a:xfrm xmlns:a="http://schemas.openxmlformats.org/drawingml/2006/main">
            <a:off x="3190414" y="399523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30" name="data-point-530">
            <a:extLst xmlns:a="http://schemas.openxmlformats.org/drawingml/2006/main">
              <a:ext uri="{FF2B5EF4-FFF2-40B4-BE49-F238E27FC236}">
                <a16:creationId xmlns:a16="http://schemas.microsoft.com/office/drawing/2014/main" id="{F492565D-A1CF-4CC1-A870-63C51A27E27D}"/>
              </a:ext>
            </a:extLst>
          </p:cNvPr>
          <p:cNvSpPr>
            <a:spLocks xmlns:a="http://schemas.openxmlformats.org/drawingml/2006/main" noGrp="1"/>
          </p:cNvSpPr>
          <p:nvPr/>
        </p:nvSpPr>
        <p:spPr>
          <a:xfrm xmlns:a="http://schemas.openxmlformats.org/drawingml/2006/main">
            <a:off x="3523283" y="403978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31" name="data-point-531">
            <a:extLst xmlns:a="http://schemas.openxmlformats.org/drawingml/2006/main">
              <a:ext uri="{FF2B5EF4-FFF2-40B4-BE49-F238E27FC236}">
                <a16:creationId xmlns:a16="http://schemas.microsoft.com/office/drawing/2014/main" id="{1ABC8E99-0E13-4F2B-8ADE-064AC0A1EFC0}"/>
              </a:ext>
            </a:extLst>
          </p:cNvPr>
          <p:cNvSpPr>
            <a:spLocks xmlns:a="http://schemas.openxmlformats.org/drawingml/2006/main" noGrp="1"/>
          </p:cNvSpPr>
          <p:nvPr/>
        </p:nvSpPr>
        <p:spPr>
          <a:xfrm xmlns:a="http://schemas.openxmlformats.org/drawingml/2006/main">
            <a:off x="3357216" y="413691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32" name="data-point-532">
            <a:extLst xmlns:a="http://schemas.openxmlformats.org/drawingml/2006/main">
              <a:ext uri="{FF2B5EF4-FFF2-40B4-BE49-F238E27FC236}">
                <a16:creationId xmlns:a16="http://schemas.microsoft.com/office/drawing/2014/main" id="{EE616B20-E073-42D9-9946-736F60275E9B}"/>
              </a:ext>
            </a:extLst>
          </p:cNvPr>
          <p:cNvSpPr>
            <a:spLocks xmlns:a="http://schemas.openxmlformats.org/drawingml/2006/main" noGrp="1"/>
          </p:cNvSpPr>
          <p:nvPr/>
        </p:nvSpPr>
        <p:spPr>
          <a:xfrm xmlns:a="http://schemas.openxmlformats.org/drawingml/2006/main">
            <a:off x="3158409" y="401744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33" name="data-point-533">
            <a:extLst xmlns:a="http://schemas.openxmlformats.org/drawingml/2006/main">
              <a:ext uri="{FF2B5EF4-FFF2-40B4-BE49-F238E27FC236}">
                <a16:creationId xmlns:a16="http://schemas.microsoft.com/office/drawing/2014/main" id="{B7545E08-3611-4FB1-9EF2-DE0A5F685856}"/>
              </a:ext>
            </a:extLst>
          </p:cNvPr>
          <p:cNvSpPr>
            <a:spLocks xmlns:a="http://schemas.openxmlformats.org/drawingml/2006/main" noGrp="1"/>
          </p:cNvSpPr>
          <p:nvPr/>
        </p:nvSpPr>
        <p:spPr>
          <a:xfrm xmlns:a="http://schemas.openxmlformats.org/drawingml/2006/main">
            <a:off x="3129314" y="426676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34" name="data-point-534">
            <a:extLst xmlns:a="http://schemas.openxmlformats.org/drawingml/2006/main">
              <a:ext uri="{FF2B5EF4-FFF2-40B4-BE49-F238E27FC236}">
                <a16:creationId xmlns:a16="http://schemas.microsoft.com/office/drawing/2014/main" id="{80910DFA-737B-4457-8E43-CB46646615EB}"/>
              </a:ext>
            </a:extLst>
          </p:cNvPr>
          <p:cNvSpPr>
            <a:spLocks xmlns:a="http://schemas.openxmlformats.org/drawingml/2006/main" noGrp="1"/>
          </p:cNvSpPr>
          <p:nvPr/>
        </p:nvSpPr>
        <p:spPr>
          <a:xfrm xmlns:a="http://schemas.openxmlformats.org/drawingml/2006/main">
            <a:off x="2948481" y="42411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35" name="data-point-535">
            <a:extLst xmlns:a="http://schemas.openxmlformats.org/drawingml/2006/main">
              <a:ext uri="{FF2B5EF4-FFF2-40B4-BE49-F238E27FC236}">
                <a16:creationId xmlns:a16="http://schemas.microsoft.com/office/drawing/2014/main" id="{9C9013C8-E829-444D-8B1D-51140B5E977B}"/>
              </a:ext>
            </a:extLst>
          </p:cNvPr>
          <p:cNvSpPr>
            <a:spLocks xmlns:a="http://schemas.openxmlformats.org/drawingml/2006/main" noGrp="1"/>
          </p:cNvSpPr>
          <p:nvPr/>
        </p:nvSpPr>
        <p:spPr>
          <a:xfrm xmlns:a="http://schemas.openxmlformats.org/drawingml/2006/main">
            <a:off x="3123935" y="419602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36" name="data-point-536">
            <a:extLst xmlns:a="http://schemas.openxmlformats.org/drawingml/2006/main">
              <a:ext uri="{FF2B5EF4-FFF2-40B4-BE49-F238E27FC236}">
                <a16:creationId xmlns:a16="http://schemas.microsoft.com/office/drawing/2014/main" id="{0FCA76BE-7F47-49EE-9D8A-246A457216D3}"/>
              </a:ext>
            </a:extLst>
          </p:cNvPr>
          <p:cNvSpPr>
            <a:spLocks xmlns:a="http://schemas.openxmlformats.org/drawingml/2006/main" noGrp="1"/>
          </p:cNvSpPr>
          <p:nvPr/>
        </p:nvSpPr>
        <p:spPr>
          <a:xfrm xmlns:a="http://schemas.openxmlformats.org/drawingml/2006/main">
            <a:off x="3829140" y="374669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37" name="data-point-537">
            <a:extLst xmlns:a="http://schemas.openxmlformats.org/drawingml/2006/main">
              <a:ext uri="{FF2B5EF4-FFF2-40B4-BE49-F238E27FC236}">
                <a16:creationId xmlns:a16="http://schemas.microsoft.com/office/drawing/2014/main" id="{F558CD4F-789E-4C61-959F-816680333D5F}"/>
              </a:ext>
            </a:extLst>
          </p:cNvPr>
          <p:cNvSpPr>
            <a:spLocks xmlns:a="http://schemas.openxmlformats.org/drawingml/2006/main" noGrp="1"/>
          </p:cNvSpPr>
          <p:nvPr/>
        </p:nvSpPr>
        <p:spPr>
          <a:xfrm xmlns:a="http://schemas.openxmlformats.org/drawingml/2006/main">
            <a:off x="3799620" y="384019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38" name="data-point-538">
            <a:extLst xmlns:a="http://schemas.openxmlformats.org/drawingml/2006/main">
              <a:ext uri="{FF2B5EF4-FFF2-40B4-BE49-F238E27FC236}">
                <a16:creationId xmlns:a16="http://schemas.microsoft.com/office/drawing/2014/main" id="{46955B9C-8819-43EE-B3EF-4F7CF2C3BD6B}"/>
              </a:ext>
            </a:extLst>
          </p:cNvPr>
          <p:cNvSpPr>
            <a:spLocks xmlns:a="http://schemas.openxmlformats.org/drawingml/2006/main" noGrp="1"/>
          </p:cNvSpPr>
          <p:nvPr/>
        </p:nvSpPr>
        <p:spPr>
          <a:xfrm xmlns:a="http://schemas.openxmlformats.org/drawingml/2006/main">
            <a:off x="3537648" y="38215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39" name="data-point-539">
            <a:extLst xmlns:a="http://schemas.openxmlformats.org/drawingml/2006/main">
              <a:ext uri="{FF2B5EF4-FFF2-40B4-BE49-F238E27FC236}">
                <a16:creationId xmlns:a16="http://schemas.microsoft.com/office/drawing/2014/main" id="{336745D1-0B01-43F1-B137-019148FE3D7B}"/>
              </a:ext>
            </a:extLst>
          </p:cNvPr>
          <p:cNvSpPr>
            <a:spLocks xmlns:a="http://schemas.openxmlformats.org/drawingml/2006/main" noGrp="1"/>
          </p:cNvSpPr>
          <p:nvPr/>
        </p:nvSpPr>
        <p:spPr>
          <a:xfrm xmlns:a="http://schemas.openxmlformats.org/drawingml/2006/main">
            <a:off x="3715215" y="383288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40" name="data-point-540">
            <a:extLst xmlns:a="http://schemas.openxmlformats.org/drawingml/2006/main">
              <a:ext uri="{FF2B5EF4-FFF2-40B4-BE49-F238E27FC236}">
                <a16:creationId xmlns:a16="http://schemas.microsoft.com/office/drawing/2014/main" id="{E5F9EA34-BE8D-41CB-8F3F-3D0DC0872EC3}"/>
              </a:ext>
            </a:extLst>
          </p:cNvPr>
          <p:cNvSpPr>
            <a:spLocks xmlns:a="http://schemas.openxmlformats.org/drawingml/2006/main" noGrp="1"/>
          </p:cNvSpPr>
          <p:nvPr/>
        </p:nvSpPr>
        <p:spPr>
          <a:xfrm xmlns:a="http://schemas.openxmlformats.org/drawingml/2006/main">
            <a:off x="3630514" y="382198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41" name="data-point-541">
            <a:extLst xmlns:a="http://schemas.openxmlformats.org/drawingml/2006/main">
              <a:ext uri="{FF2B5EF4-FFF2-40B4-BE49-F238E27FC236}">
                <a16:creationId xmlns:a16="http://schemas.microsoft.com/office/drawing/2014/main" id="{49C1071F-0F9E-4009-9D9C-5F7C6CB4CC1F}"/>
              </a:ext>
            </a:extLst>
          </p:cNvPr>
          <p:cNvSpPr>
            <a:spLocks xmlns:a="http://schemas.openxmlformats.org/drawingml/2006/main" noGrp="1"/>
          </p:cNvSpPr>
          <p:nvPr/>
        </p:nvSpPr>
        <p:spPr>
          <a:xfrm xmlns:a="http://schemas.openxmlformats.org/drawingml/2006/main">
            <a:off x="3102140" y="418629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42" name="data-point-542">
            <a:extLst xmlns:a="http://schemas.openxmlformats.org/drawingml/2006/main">
              <a:ext uri="{FF2B5EF4-FFF2-40B4-BE49-F238E27FC236}">
                <a16:creationId xmlns:a16="http://schemas.microsoft.com/office/drawing/2014/main" id="{584EEE53-177B-48C5-8C6E-803CECD2E47B}"/>
              </a:ext>
            </a:extLst>
          </p:cNvPr>
          <p:cNvSpPr>
            <a:spLocks xmlns:a="http://schemas.openxmlformats.org/drawingml/2006/main" noGrp="1"/>
          </p:cNvSpPr>
          <p:nvPr/>
        </p:nvSpPr>
        <p:spPr>
          <a:xfrm xmlns:a="http://schemas.openxmlformats.org/drawingml/2006/main">
            <a:off x="3192235" y="422448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43" name="data-point-543">
            <a:extLst xmlns:a="http://schemas.openxmlformats.org/drawingml/2006/main">
              <a:ext uri="{FF2B5EF4-FFF2-40B4-BE49-F238E27FC236}">
                <a16:creationId xmlns:a16="http://schemas.microsoft.com/office/drawing/2014/main" id="{3AA87DFD-099F-4685-89C3-7DB934DA70F3}"/>
              </a:ext>
            </a:extLst>
          </p:cNvPr>
          <p:cNvSpPr>
            <a:spLocks xmlns:a="http://schemas.openxmlformats.org/drawingml/2006/main" noGrp="1"/>
          </p:cNvSpPr>
          <p:nvPr/>
        </p:nvSpPr>
        <p:spPr>
          <a:xfrm xmlns:a="http://schemas.openxmlformats.org/drawingml/2006/main">
            <a:off x="3282465" y="409553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44" name="data-point-544">
            <a:extLst xmlns:a="http://schemas.openxmlformats.org/drawingml/2006/main">
              <a:ext uri="{FF2B5EF4-FFF2-40B4-BE49-F238E27FC236}">
                <a16:creationId xmlns:a16="http://schemas.microsoft.com/office/drawing/2014/main" id="{6A3F7299-8EE0-4319-9787-5C5EB2BF2AAC}"/>
              </a:ext>
            </a:extLst>
          </p:cNvPr>
          <p:cNvSpPr>
            <a:spLocks xmlns:a="http://schemas.openxmlformats.org/drawingml/2006/main" noGrp="1"/>
          </p:cNvSpPr>
          <p:nvPr/>
        </p:nvSpPr>
        <p:spPr>
          <a:xfrm xmlns:a="http://schemas.openxmlformats.org/drawingml/2006/main">
            <a:off x="3340706" y="416898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45" name="data-point-545">
            <a:extLst xmlns:a="http://schemas.openxmlformats.org/drawingml/2006/main">
              <a:ext uri="{FF2B5EF4-FFF2-40B4-BE49-F238E27FC236}">
                <a16:creationId xmlns:a16="http://schemas.microsoft.com/office/drawing/2014/main" id="{96533B57-BA10-44D1-B329-38CF0C8CD771}"/>
              </a:ext>
            </a:extLst>
          </p:cNvPr>
          <p:cNvSpPr>
            <a:spLocks xmlns:a="http://schemas.openxmlformats.org/drawingml/2006/main" noGrp="1"/>
          </p:cNvSpPr>
          <p:nvPr/>
        </p:nvSpPr>
        <p:spPr>
          <a:xfrm xmlns:a="http://schemas.openxmlformats.org/drawingml/2006/main">
            <a:off x="3242561" y="408145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46" name="data-point-546">
            <a:extLst xmlns:a="http://schemas.openxmlformats.org/drawingml/2006/main">
              <a:ext uri="{FF2B5EF4-FFF2-40B4-BE49-F238E27FC236}">
                <a16:creationId xmlns:a16="http://schemas.microsoft.com/office/drawing/2014/main" id="{95BDBBA1-E018-4F14-BCAF-A76C9D273378}"/>
              </a:ext>
            </a:extLst>
          </p:cNvPr>
          <p:cNvSpPr>
            <a:spLocks xmlns:a="http://schemas.openxmlformats.org/drawingml/2006/main" noGrp="1"/>
          </p:cNvSpPr>
          <p:nvPr/>
        </p:nvSpPr>
        <p:spPr>
          <a:xfrm xmlns:a="http://schemas.openxmlformats.org/drawingml/2006/main">
            <a:off x="3337692" y="417541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47" name="data-point-547">
            <a:extLst xmlns:a="http://schemas.openxmlformats.org/drawingml/2006/main">
              <a:ext uri="{FF2B5EF4-FFF2-40B4-BE49-F238E27FC236}">
                <a16:creationId xmlns:a16="http://schemas.microsoft.com/office/drawing/2014/main" id="{A869633F-CBA2-4583-BD22-D52BC526468A}"/>
              </a:ext>
            </a:extLst>
          </p:cNvPr>
          <p:cNvSpPr>
            <a:spLocks xmlns:a="http://schemas.openxmlformats.org/drawingml/2006/main" noGrp="1"/>
          </p:cNvSpPr>
          <p:nvPr/>
        </p:nvSpPr>
        <p:spPr>
          <a:xfrm xmlns:a="http://schemas.openxmlformats.org/drawingml/2006/main">
            <a:off x="3050579" y="409508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48" name="data-point-548">
            <a:extLst xmlns:a="http://schemas.openxmlformats.org/drawingml/2006/main">
              <a:ext uri="{FF2B5EF4-FFF2-40B4-BE49-F238E27FC236}">
                <a16:creationId xmlns:a16="http://schemas.microsoft.com/office/drawing/2014/main" id="{F24F0CB0-75C0-4A74-994F-8F3346AB8AFB}"/>
              </a:ext>
            </a:extLst>
          </p:cNvPr>
          <p:cNvSpPr>
            <a:spLocks xmlns:a="http://schemas.openxmlformats.org/drawingml/2006/main" noGrp="1"/>
          </p:cNvSpPr>
          <p:nvPr/>
        </p:nvSpPr>
        <p:spPr>
          <a:xfrm xmlns:a="http://schemas.openxmlformats.org/drawingml/2006/main">
            <a:off x="3397863" y="413174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49" name="data-point-549">
            <a:extLst xmlns:a="http://schemas.openxmlformats.org/drawingml/2006/main">
              <a:ext uri="{FF2B5EF4-FFF2-40B4-BE49-F238E27FC236}">
                <a16:creationId xmlns:a16="http://schemas.microsoft.com/office/drawing/2014/main" id="{2F858BCA-4F10-4B72-B21B-374FA2EC0B96}"/>
              </a:ext>
            </a:extLst>
          </p:cNvPr>
          <p:cNvSpPr>
            <a:spLocks xmlns:a="http://schemas.openxmlformats.org/drawingml/2006/main" noGrp="1"/>
          </p:cNvSpPr>
          <p:nvPr/>
        </p:nvSpPr>
        <p:spPr>
          <a:xfrm xmlns:a="http://schemas.openxmlformats.org/drawingml/2006/main">
            <a:off x="3414778" y="410434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50" name="data-point-550">
            <a:extLst xmlns:a="http://schemas.openxmlformats.org/drawingml/2006/main">
              <a:ext uri="{FF2B5EF4-FFF2-40B4-BE49-F238E27FC236}">
                <a16:creationId xmlns:a16="http://schemas.microsoft.com/office/drawing/2014/main" id="{7D50CDD0-8E6C-49DC-B9D6-B6DEB012003C}"/>
              </a:ext>
            </a:extLst>
          </p:cNvPr>
          <p:cNvSpPr>
            <a:spLocks xmlns:a="http://schemas.openxmlformats.org/drawingml/2006/main" noGrp="1"/>
          </p:cNvSpPr>
          <p:nvPr/>
        </p:nvSpPr>
        <p:spPr>
          <a:xfrm xmlns:a="http://schemas.openxmlformats.org/drawingml/2006/main">
            <a:off x="3165993" y="404556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51" name="data-point-551">
            <a:extLst xmlns:a="http://schemas.openxmlformats.org/drawingml/2006/main">
              <a:ext uri="{FF2B5EF4-FFF2-40B4-BE49-F238E27FC236}">
                <a16:creationId xmlns:a16="http://schemas.microsoft.com/office/drawing/2014/main" id="{0A7B32A2-8CDD-4633-ADFB-4419B8B301A1}"/>
              </a:ext>
            </a:extLst>
          </p:cNvPr>
          <p:cNvSpPr>
            <a:spLocks xmlns:a="http://schemas.openxmlformats.org/drawingml/2006/main" noGrp="1"/>
          </p:cNvSpPr>
          <p:nvPr/>
        </p:nvSpPr>
        <p:spPr>
          <a:xfrm xmlns:a="http://schemas.openxmlformats.org/drawingml/2006/main">
            <a:off x="3436012" y="407675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52" name="data-point-552">
            <a:extLst xmlns:a="http://schemas.openxmlformats.org/drawingml/2006/main">
              <a:ext uri="{FF2B5EF4-FFF2-40B4-BE49-F238E27FC236}">
                <a16:creationId xmlns:a16="http://schemas.microsoft.com/office/drawing/2014/main" id="{16141933-BC8F-458D-ABC5-C4D77BA79F37}"/>
              </a:ext>
            </a:extLst>
          </p:cNvPr>
          <p:cNvSpPr>
            <a:spLocks xmlns:a="http://schemas.openxmlformats.org/drawingml/2006/main" noGrp="1"/>
          </p:cNvSpPr>
          <p:nvPr/>
        </p:nvSpPr>
        <p:spPr>
          <a:xfrm xmlns:a="http://schemas.openxmlformats.org/drawingml/2006/main">
            <a:off x="3270763" y="410491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53" name="data-point-553">
            <a:extLst xmlns:a="http://schemas.openxmlformats.org/drawingml/2006/main">
              <a:ext uri="{FF2B5EF4-FFF2-40B4-BE49-F238E27FC236}">
                <a16:creationId xmlns:a16="http://schemas.microsoft.com/office/drawing/2014/main" id="{2D44F16E-3D64-4319-A380-FDA2323A7AC9}"/>
              </a:ext>
            </a:extLst>
          </p:cNvPr>
          <p:cNvSpPr>
            <a:spLocks xmlns:a="http://schemas.openxmlformats.org/drawingml/2006/main" noGrp="1"/>
          </p:cNvSpPr>
          <p:nvPr/>
        </p:nvSpPr>
        <p:spPr>
          <a:xfrm xmlns:a="http://schemas.openxmlformats.org/drawingml/2006/main">
            <a:off x="3103678" y="39317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54" name="data-point-554">
            <a:extLst xmlns:a="http://schemas.openxmlformats.org/drawingml/2006/main">
              <a:ext uri="{FF2B5EF4-FFF2-40B4-BE49-F238E27FC236}">
                <a16:creationId xmlns:a16="http://schemas.microsoft.com/office/drawing/2014/main" id="{805ED10B-8CDF-4EF4-B5BA-20613F9A2C91}"/>
              </a:ext>
            </a:extLst>
          </p:cNvPr>
          <p:cNvSpPr>
            <a:spLocks xmlns:a="http://schemas.openxmlformats.org/drawingml/2006/main" noGrp="1"/>
          </p:cNvSpPr>
          <p:nvPr/>
        </p:nvSpPr>
        <p:spPr>
          <a:xfrm xmlns:a="http://schemas.openxmlformats.org/drawingml/2006/main">
            <a:off x="3705300" y="4064811"/>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55" name="data-point-555">
            <a:extLst xmlns:a="http://schemas.openxmlformats.org/drawingml/2006/main">
              <a:ext uri="{FF2B5EF4-FFF2-40B4-BE49-F238E27FC236}">
                <a16:creationId xmlns:a16="http://schemas.microsoft.com/office/drawing/2014/main" id="{02D45785-AE55-4930-B44A-F6DFFD0BDF80}"/>
              </a:ext>
            </a:extLst>
          </p:cNvPr>
          <p:cNvSpPr>
            <a:spLocks xmlns:a="http://schemas.openxmlformats.org/drawingml/2006/main" noGrp="1"/>
          </p:cNvSpPr>
          <p:nvPr/>
        </p:nvSpPr>
        <p:spPr>
          <a:xfrm xmlns:a="http://schemas.openxmlformats.org/drawingml/2006/main">
            <a:off x="3148076" y="416202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56" name="data-point-556">
            <a:extLst xmlns:a="http://schemas.openxmlformats.org/drawingml/2006/main">
              <a:ext uri="{FF2B5EF4-FFF2-40B4-BE49-F238E27FC236}">
                <a16:creationId xmlns:a16="http://schemas.microsoft.com/office/drawing/2014/main" id="{2B39F1B0-C72F-4F38-BF57-A699DAE8D4ED}"/>
              </a:ext>
            </a:extLst>
          </p:cNvPr>
          <p:cNvSpPr>
            <a:spLocks xmlns:a="http://schemas.openxmlformats.org/drawingml/2006/main" noGrp="1"/>
          </p:cNvSpPr>
          <p:nvPr/>
        </p:nvSpPr>
        <p:spPr>
          <a:xfrm xmlns:a="http://schemas.openxmlformats.org/drawingml/2006/main">
            <a:off x="3622977" y="384945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57" name="data-point-557">
            <a:extLst xmlns:a="http://schemas.openxmlformats.org/drawingml/2006/main">
              <a:ext uri="{FF2B5EF4-FFF2-40B4-BE49-F238E27FC236}">
                <a16:creationId xmlns:a16="http://schemas.microsoft.com/office/drawing/2014/main" id="{3E834ED7-A674-4073-B48A-06208398B6D7}"/>
              </a:ext>
            </a:extLst>
          </p:cNvPr>
          <p:cNvSpPr>
            <a:spLocks xmlns:a="http://schemas.openxmlformats.org/drawingml/2006/main" noGrp="1"/>
          </p:cNvSpPr>
          <p:nvPr/>
        </p:nvSpPr>
        <p:spPr>
          <a:xfrm xmlns:a="http://schemas.openxmlformats.org/drawingml/2006/main">
            <a:off x="2946685" y="420949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58" name="data-point-558">
            <a:extLst xmlns:a="http://schemas.openxmlformats.org/drawingml/2006/main">
              <a:ext uri="{FF2B5EF4-FFF2-40B4-BE49-F238E27FC236}">
                <a16:creationId xmlns:a16="http://schemas.microsoft.com/office/drawing/2014/main" id="{58B37ED2-6118-43BF-8D8D-95E9F6D7C5F9}"/>
              </a:ext>
            </a:extLst>
          </p:cNvPr>
          <p:cNvSpPr>
            <a:spLocks xmlns:a="http://schemas.openxmlformats.org/drawingml/2006/main" noGrp="1"/>
          </p:cNvSpPr>
          <p:nvPr/>
        </p:nvSpPr>
        <p:spPr>
          <a:xfrm xmlns:a="http://schemas.openxmlformats.org/drawingml/2006/main">
            <a:off x="3160216" y="429268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59" name="data-point-559">
            <a:extLst xmlns:a="http://schemas.openxmlformats.org/drawingml/2006/main">
              <a:ext uri="{FF2B5EF4-FFF2-40B4-BE49-F238E27FC236}">
                <a16:creationId xmlns:a16="http://schemas.microsoft.com/office/drawing/2014/main" id="{7B4B6431-F739-4752-B124-1ED4EECF52CE}"/>
              </a:ext>
            </a:extLst>
          </p:cNvPr>
          <p:cNvSpPr>
            <a:spLocks xmlns:a="http://schemas.openxmlformats.org/drawingml/2006/main" noGrp="1"/>
          </p:cNvSpPr>
          <p:nvPr/>
        </p:nvSpPr>
        <p:spPr>
          <a:xfrm xmlns:a="http://schemas.openxmlformats.org/drawingml/2006/main">
            <a:off x="2905312" y="420225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60" name="data-point-560">
            <a:extLst xmlns:a="http://schemas.openxmlformats.org/drawingml/2006/main">
              <a:ext uri="{FF2B5EF4-FFF2-40B4-BE49-F238E27FC236}">
                <a16:creationId xmlns:a16="http://schemas.microsoft.com/office/drawing/2014/main" id="{31A078EF-86E6-42E3-B5B6-412347EDBB30}"/>
              </a:ext>
            </a:extLst>
          </p:cNvPr>
          <p:cNvSpPr>
            <a:spLocks xmlns:a="http://schemas.openxmlformats.org/drawingml/2006/main" noGrp="1"/>
          </p:cNvSpPr>
          <p:nvPr/>
        </p:nvSpPr>
        <p:spPr>
          <a:xfrm xmlns:a="http://schemas.openxmlformats.org/drawingml/2006/main">
            <a:off x="3134840" y="430211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61" name="data-point-561">
            <a:extLst xmlns:a="http://schemas.openxmlformats.org/drawingml/2006/main">
              <a:ext uri="{FF2B5EF4-FFF2-40B4-BE49-F238E27FC236}">
                <a16:creationId xmlns:a16="http://schemas.microsoft.com/office/drawing/2014/main" id="{08111DA0-095A-4618-8607-523E2AE6E20C}"/>
              </a:ext>
            </a:extLst>
          </p:cNvPr>
          <p:cNvSpPr>
            <a:spLocks xmlns:a="http://schemas.openxmlformats.org/drawingml/2006/main" noGrp="1"/>
          </p:cNvSpPr>
          <p:nvPr/>
        </p:nvSpPr>
        <p:spPr>
          <a:xfrm xmlns:a="http://schemas.openxmlformats.org/drawingml/2006/main">
            <a:off x="2928415" y="422891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62" name="data-point-562">
            <a:extLst xmlns:a="http://schemas.openxmlformats.org/drawingml/2006/main">
              <a:ext uri="{FF2B5EF4-FFF2-40B4-BE49-F238E27FC236}">
                <a16:creationId xmlns:a16="http://schemas.microsoft.com/office/drawing/2014/main" id="{5976FD5B-8BC1-49C4-BE04-20E6D3397ACA}"/>
              </a:ext>
            </a:extLst>
          </p:cNvPr>
          <p:cNvSpPr>
            <a:spLocks xmlns:a="http://schemas.openxmlformats.org/drawingml/2006/main" noGrp="1"/>
          </p:cNvSpPr>
          <p:nvPr/>
        </p:nvSpPr>
        <p:spPr>
          <a:xfrm xmlns:a="http://schemas.openxmlformats.org/drawingml/2006/main">
            <a:off x="3205602" y="424079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63" name="data-point-563">
            <a:extLst xmlns:a="http://schemas.openxmlformats.org/drawingml/2006/main">
              <a:ext uri="{FF2B5EF4-FFF2-40B4-BE49-F238E27FC236}">
                <a16:creationId xmlns:a16="http://schemas.microsoft.com/office/drawing/2014/main" id="{C1FDF8CA-C210-474D-8B3C-F43C7C488669}"/>
              </a:ext>
            </a:extLst>
          </p:cNvPr>
          <p:cNvSpPr>
            <a:spLocks xmlns:a="http://schemas.openxmlformats.org/drawingml/2006/main" noGrp="1"/>
          </p:cNvSpPr>
          <p:nvPr/>
        </p:nvSpPr>
        <p:spPr>
          <a:xfrm xmlns:a="http://schemas.openxmlformats.org/drawingml/2006/main">
            <a:off x="3491500" y="407292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64" name="data-point-564">
            <a:extLst xmlns:a="http://schemas.openxmlformats.org/drawingml/2006/main">
              <a:ext uri="{FF2B5EF4-FFF2-40B4-BE49-F238E27FC236}">
                <a16:creationId xmlns:a16="http://schemas.microsoft.com/office/drawing/2014/main" id="{5C447980-1147-4B8A-B7A9-AAFF3696D732}"/>
              </a:ext>
            </a:extLst>
          </p:cNvPr>
          <p:cNvSpPr>
            <a:spLocks xmlns:a="http://schemas.openxmlformats.org/drawingml/2006/main" noGrp="1"/>
          </p:cNvSpPr>
          <p:nvPr/>
        </p:nvSpPr>
        <p:spPr>
          <a:xfrm xmlns:a="http://schemas.openxmlformats.org/drawingml/2006/main">
            <a:off x="3166218" y="384502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65" name="data-point-565">
            <a:extLst xmlns:a="http://schemas.openxmlformats.org/drawingml/2006/main">
              <a:ext uri="{FF2B5EF4-FFF2-40B4-BE49-F238E27FC236}">
                <a16:creationId xmlns:a16="http://schemas.microsoft.com/office/drawing/2014/main" id="{954442FD-D5C8-4277-B6F3-5D9554FA473F}"/>
              </a:ext>
            </a:extLst>
          </p:cNvPr>
          <p:cNvSpPr>
            <a:spLocks xmlns:a="http://schemas.openxmlformats.org/drawingml/2006/main" noGrp="1"/>
          </p:cNvSpPr>
          <p:nvPr/>
        </p:nvSpPr>
        <p:spPr>
          <a:xfrm xmlns:a="http://schemas.openxmlformats.org/drawingml/2006/main">
            <a:off x="3940249" y="407919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66" name="data-point-566">
            <a:extLst xmlns:a="http://schemas.openxmlformats.org/drawingml/2006/main">
              <a:ext uri="{FF2B5EF4-FFF2-40B4-BE49-F238E27FC236}">
                <a16:creationId xmlns:a16="http://schemas.microsoft.com/office/drawing/2014/main" id="{0CC9B36D-66F2-4196-A621-1CE4C477E66D}"/>
              </a:ext>
            </a:extLst>
          </p:cNvPr>
          <p:cNvSpPr>
            <a:spLocks xmlns:a="http://schemas.openxmlformats.org/drawingml/2006/main" noGrp="1"/>
          </p:cNvSpPr>
          <p:nvPr/>
        </p:nvSpPr>
        <p:spPr>
          <a:xfrm xmlns:a="http://schemas.openxmlformats.org/drawingml/2006/main">
            <a:off x="3489164" y="415015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67" name="data-point-567">
            <a:extLst xmlns:a="http://schemas.openxmlformats.org/drawingml/2006/main">
              <a:ext uri="{FF2B5EF4-FFF2-40B4-BE49-F238E27FC236}">
                <a16:creationId xmlns:a16="http://schemas.microsoft.com/office/drawing/2014/main" id="{E4A02EBE-F3DE-4836-AA72-ADD78BEA9D70}"/>
              </a:ext>
            </a:extLst>
          </p:cNvPr>
          <p:cNvSpPr>
            <a:spLocks xmlns:a="http://schemas.openxmlformats.org/drawingml/2006/main" noGrp="1"/>
          </p:cNvSpPr>
          <p:nvPr/>
        </p:nvSpPr>
        <p:spPr>
          <a:xfrm xmlns:a="http://schemas.openxmlformats.org/drawingml/2006/main">
            <a:off x="3041507" y="417664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68" name="data-point-568">
            <a:extLst xmlns:a="http://schemas.openxmlformats.org/drawingml/2006/main">
              <a:ext uri="{FF2B5EF4-FFF2-40B4-BE49-F238E27FC236}">
                <a16:creationId xmlns:a16="http://schemas.microsoft.com/office/drawing/2014/main" id="{1C4300DD-4005-424E-B67F-347AD81E9E36}"/>
              </a:ext>
            </a:extLst>
          </p:cNvPr>
          <p:cNvSpPr>
            <a:spLocks xmlns:a="http://schemas.openxmlformats.org/drawingml/2006/main" noGrp="1"/>
          </p:cNvSpPr>
          <p:nvPr/>
        </p:nvSpPr>
        <p:spPr>
          <a:xfrm xmlns:a="http://schemas.openxmlformats.org/drawingml/2006/main">
            <a:off x="3140913" y="407423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69" name="data-point-569">
            <a:extLst xmlns:a="http://schemas.openxmlformats.org/drawingml/2006/main">
              <a:ext uri="{FF2B5EF4-FFF2-40B4-BE49-F238E27FC236}">
                <a16:creationId xmlns:a16="http://schemas.microsoft.com/office/drawing/2014/main" id="{B54248FE-B6A9-4721-A9EA-2BD1B87E9615}"/>
              </a:ext>
            </a:extLst>
          </p:cNvPr>
          <p:cNvSpPr>
            <a:spLocks xmlns:a="http://schemas.openxmlformats.org/drawingml/2006/main" noGrp="1"/>
          </p:cNvSpPr>
          <p:nvPr/>
        </p:nvSpPr>
        <p:spPr>
          <a:xfrm xmlns:a="http://schemas.openxmlformats.org/drawingml/2006/main">
            <a:off x="3509521" y="394989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70" name="data-point-570">
            <a:extLst xmlns:a="http://schemas.openxmlformats.org/drawingml/2006/main">
              <a:ext uri="{FF2B5EF4-FFF2-40B4-BE49-F238E27FC236}">
                <a16:creationId xmlns:a16="http://schemas.microsoft.com/office/drawing/2014/main" id="{65BA4C45-FDFC-49BF-BE1D-431708D3DBEF}"/>
              </a:ext>
            </a:extLst>
          </p:cNvPr>
          <p:cNvSpPr>
            <a:spLocks xmlns:a="http://schemas.openxmlformats.org/drawingml/2006/main" noGrp="1"/>
          </p:cNvSpPr>
          <p:nvPr/>
        </p:nvSpPr>
        <p:spPr>
          <a:xfrm xmlns:a="http://schemas.openxmlformats.org/drawingml/2006/main">
            <a:off x="3577500" y="39195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71" name="data-point-571">
            <a:extLst xmlns:a="http://schemas.openxmlformats.org/drawingml/2006/main">
              <a:ext uri="{FF2B5EF4-FFF2-40B4-BE49-F238E27FC236}">
                <a16:creationId xmlns:a16="http://schemas.microsoft.com/office/drawing/2014/main" id="{15398A68-EBFD-4448-9A2F-D47891961027}"/>
              </a:ext>
            </a:extLst>
          </p:cNvPr>
          <p:cNvSpPr>
            <a:spLocks xmlns:a="http://schemas.openxmlformats.org/drawingml/2006/main" noGrp="1"/>
          </p:cNvSpPr>
          <p:nvPr/>
        </p:nvSpPr>
        <p:spPr>
          <a:xfrm xmlns:a="http://schemas.openxmlformats.org/drawingml/2006/main">
            <a:off x="3569233" y="390511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72" name="data-point-572">
            <a:extLst xmlns:a="http://schemas.openxmlformats.org/drawingml/2006/main">
              <a:ext uri="{FF2B5EF4-FFF2-40B4-BE49-F238E27FC236}">
                <a16:creationId xmlns:a16="http://schemas.microsoft.com/office/drawing/2014/main" id="{6C0D3D6C-A8D1-4131-8547-02F3ECD6F787}"/>
              </a:ext>
            </a:extLst>
          </p:cNvPr>
          <p:cNvSpPr>
            <a:spLocks xmlns:a="http://schemas.openxmlformats.org/drawingml/2006/main" noGrp="1"/>
          </p:cNvSpPr>
          <p:nvPr/>
        </p:nvSpPr>
        <p:spPr>
          <a:xfrm xmlns:a="http://schemas.openxmlformats.org/drawingml/2006/main">
            <a:off x="3495023" y="401759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73" name="data-point-573">
            <a:extLst xmlns:a="http://schemas.openxmlformats.org/drawingml/2006/main">
              <a:ext uri="{FF2B5EF4-FFF2-40B4-BE49-F238E27FC236}">
                <a16:creationId xmlns:a16="http://schemas.microsoft.com/office/drawing/2014/main" id="{F6A5AB57-E27E-40D0-A0CB-F9010C31AB6E}"/>
              </a:ext>
            </a:extLst>
          </p:cNvPr>
          <p:cNvSpPr>
            <a:spLocks xmlns:a="http://schemas.openxmlformats.org/drawingml/2006/main" noGrp="1"/>
          </p:cNvSpPr>
          <p:nvPr/>
        </p:nvSpPr>
        <p:spPr>
          <a:xfrm xmlns:a="http://schemas.openxmlformats.org/drawingml/2006/main">
            <a:off x="3322215" y="399404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74" name="data-point-574">
            <a:extLst xmlns:a="http://schemas.openxmlformats.org/drawingml/2006/main">
              <a:ext uri="{FF2B5EF4-FFF2-40B4-BE49-F238E27FC236}">
                <a16:creationId xmlns:a16="http://schemas.microsoft.com/office/drawing/2014/main" id="{05BA26DF-833C-4DB3-8F0F-3FC284E8A7E0}"/>
              </a:ext>
            </a:extLst>
          </p:cNvPr>
          <p:cNvSpPr>
            <a:spLocks xmlns:a="http://schemas.openxmlformats.org/drawingml/2006/main" noGrp="1"/>
          </p:cNvSpPr>
          <p:nvPr/>
        </p:nvSpPr>
        <p:spPr>
          <a:xfrm xmlns:a="http://schemas.openxmlformats.org/drawingml/2006/main">
            <a:off x="3378026" y="403552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75" name="data-point-575">
            <a:extLst xmlns:a="http://schemas.openxmlformats.org/drawingml/2006/main">
              <a:ext uri="{FF2B5EF4-FFF2-40B4-BE49-F238E27FC236}">
                <a16:creationId xmlns:a16="http://schemas.microsoft.com/office/drawing/2014/main" id="{0F55E56C-03B4-406E-911A-431C96CF3399}"/>
              </a:ext>
            </a:extLst>
          </p:cNvPr>
          <p:cNvSpPr>
            <a:spLocks xmlns:a="http://schemas.openxmlformats.org/drawingml/2006/main" noGrp="1"/>
          </p:cNvSpPr>
          <p:nvPr/>
        </p:nvSpPr>
        <p:spPr>
          <a:xfrm xmlns:a="http://schemas.openxmlformats.org/drawingml/2006/main">
            <a:off x="3362522" y="405961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76" name="data-point-576">
            <a:extLst xmlns:a="http://schemas.openxmlformats.org/drawingml/2006/main">
              <a:ext uri="{FF2B5EF4-FFF2-40B4-BE49-F238E27FC236}">
                <a16:creationId xmlns:a16="http://schemas.microsoft.com/office/drawing/2014/main" id="{863E173C-C35B-4775-8CBC-132BBB7BF74F}"/>
              </a:ext>
            </a:extLst>
          </p:cNvPr>
          <p:cNvSpPr>
            <a:spLocks xmlns:a="http://schemas.openxmlformats.org/drawingml/2006/main" noGrp="1"/>
          </p:cNvSpPr>
          <p:nvPr/>
        </p:nvSpPr>
        <p:spPr>
          <a:xfrm xmlns:a="http://schemas.openxmlformats.org/drawingml/2006/main">
            <a:off x="3470669" y="402400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77" name="data-point-577">
            <a:extLst xmlns:a="http://schemas.openxmlformats.org/drawingml/2006/main">
              <a:ext uri="{FF2B5EF4-FFF2-40B4-BE49-F238E27FC236}">
                <a16:creationId xmlns:a16="http://schemas.microsoft.com/office/drawing/2014/main" id="{52207112-7CAA-4DEE-A3E6-9E775D5D40FF}"/>
              </a:ext>
            </a:extLst>
          </p:cNvPr>
          <p:cNvSpPr>
            <a:spLocks xmlns:a="http://schemas.openxmlformats.org/drawingml/2006/main" noGrp="1"/>
          </p:cNvSpPr>
          <p:nvPr/>
        </p:nvSpPr>
        <p:spPr>
          <a:xfrm xmlns:a="http://schemas.openxmlformats.org/drawingml/2006/main">
            <a:off x="3334073" y="40347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78" name="data-point-578">
            <a:extLst xmlns:a="http://schemas.openxmlformats.org/drawingml/2006/main">
              <a:ext uri="{FF2B5EF4-FFF2-40B4-BE49-F238E27FC236}">
                <a16:creationId xmlns:a16="http://schemas.microsoft.com/office/drawing/2014/main" id="{FC54668F-FB89-4EC0-8591-34E0A5D80931}"/>
              </a:ext>
            </a:extLst>
          </p:cNvPr>
          <p:cNvSpPr>
            <a:spLocks xmlns:a="http://schemas.openxmlformats.org/drawingml/2006/main" noGrp="1"/>
          </p:cNvSpPr>
          <p:nvPr/>
        </p:nvSpPr>
        <p:spPr>
          <a:xfrm xmlns:a="http://schemas.openxmlformats.org/drawingml/2006/main">
            <a:off x="3219337" y="379191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79" name="data-point-579">
            <a:extLst xmlns:a="http://schemas.openxmlformats.org/drawingml/2006/main">
              <a:ext uri="{FF2B5EF4-FFF2-40B4-BE49-F238E27FC236}">
                <a16:creationId xmlns:a16="http://schemas.microsoft.com/office/drawing/2014/main" id="{30786A68-20C1-4C56-A154-D1CAAC88EE28}"/>
              </a:ext>
            </a:extLst>
          </p:cNvPr>
          <p:cNvSpPr>
            <a:spLocks xmlns:a="http://schemas.openxmlformats.org/drawingml/2006/main" noGrp="1"/>
          </p:cNvSpPr>
          <p:nvPr/>
        </p:nvSpPr>
        <p:spPr>
          <a:xfrm xmlns:a="http://schemas.openxmlformats.org/drawingml/2006/main">
            <a:off x="4025884" y="382350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80" name="data-point-580">
            <a:extLst xmlns:a="http://schemas.openxmlformats.org/drawingml/2006/main">
              <a:ext uri="{FF2B5EF4-FFF2-40B4-BE49-F238E27FC236}">
                <a16:creationId xmlns:a16="http://schemas.microsoft.com/office/drawing/2014/main" id="{EC749833-8BE2-464E-99EC-49FF58C2E980}"/>
              </a:ext>
            </a:extLst>
          </p:cNvPr>
          <p:cNvSpPr>
            <a:spLocks xmlns:a="http://schemas.openxmlformats.org/drawingml/2006/main" noGrp="1"/>
          </p:cNvSpPr>
          <p:nvPr/>
        </p:nvSpPr>
        <p:spPr>
          <a:xfrm xmlns:a="http://schemas.openxmlformats.org/drawingml/2006/main">
            <a:off x="3615660" y="389989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81" name="data-point-581">
            <a:extLst xmlns:a="http://schemas.openxmlformats.org/drawingml/2006/main">
              <a:ext uri="{FF2B5EF4-FFF2-40B4-BE49-F238E27FC236}">
                <a16:creationId xmlns:a16="http://schemas.microsoft.com/office/drawing/2014/main" id="{3499FCC1-5C81-440C-A9E0-6A8F078A6BC2}"/>
              </a:ext>
            </a:extLst>
          </p:cNvPr>
          <p:cNvSpPr>
            <a:spLocks xmlns:a="http://schemas.openxmlformats.org/drawingml/2006/main" noGrp="1"/>
          </p:cNvSpPr>
          <p:nvPr/>
        </p:nvSpPr>
        <p:spPr>
          <a:xfrm xmlns:a="http://schemas.openxmlformats.org/drawingml/2006/main">
            <a:off x="2702984" y="436366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82" name="data-point-582">
            <a:extLst xmlns:a="http://schemas.openxmlformats.org/drawingml/2006/main">
              <a:ext uri="{FF2B5EF4-FFF2-40B4-BE49-F238E27FC236}">
                <a16:creationId xmlns:a16="http://schemas.microsoft.com/office/drawing/2014/main" id="{9F66E8BB-3743-44A4-8B89-712B66B8ECA3}"/>
              </a:ext>
            </a:extLst>
          </p:cNvPr>
          <p:cNvSpPr>
            <a:spLocks xmlns:a="http://schemas.openxmlformats.org/drawingml/2006/main" noGrp="1"/>
          </p:cNvSpPr>
          <p:nvPr/>
        </p:nvSpPr>
        <p:spPr>
          <a:xfrm xmlns:a="http://schemas.openxmlformats.org/drawingml/2006/main">
            <a:off x="2893890" y="431398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83" name="data-point-583">
            <a:extLst xmlns:a="http://schemas.openxmlformats.org/drawingml/2006/main">
              <a:ext uri="{FF2B5EF4-FFF2-40B4-BE49-F238E27FC236}">
                <a16:creationId xmlns:a16="http://schemas.microsoft.com/office/drawing/2014/main" id="{8B271063-9711-4ADF-BADA-A2867EE200C1}"/>
              </a:ext>
            </a:extLst>
          </p:cNvPr>
          <p:cNvSpPr>
            <a:spLocks xmlns:a="http://schemas.openxmlformats.org/drawingml/2006/main" noGrp="1"/>
          </p:cNvSpPr>
          <p:nvPr/>
        </p:nvSpPr>
        <p:spPr>
          <a:xfrm xmlns:a="http://schemas.openxmlformats.org/drawingml/2006/main">
            <a:off x="3057469" y="430101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84" name="data-point-584">
            <a:extLst xmlns:a="http://schemas.openxmlformats.org/drawingml/2006/main">
              <a:ext uri="{FF2B5EF4-FFF2-40B4-BE49-F238E27FC236}">
                <a16:creationId xmlns:a16="http://schemas.microsoft.com/office/drawing/2014/main" id="{1D3DCB02-99F2-4C83-9B9E-92CA50CFB246}"/>
              </a:ext>
            </a:extLst>
          </p:cNvPr>
          <p:cNvSpPr>
            <a:spLocks xmlns:a="http://schemas.openxmlformats.org/drawingml/2006/main" noGrp="1"/>
          </p:cNvSpPr>
          <p:nvPr/>
        </p:nvSpPr>
        <p:spPr>
          <a:xfrm xmlns:a="http://schemas.openxmlformats.org/drawingml/2006/main">
            <a:off x="3478573" y="415009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85" name="data-point-585">
            <a:extLst xmlns:a="http://schemas.openxmlformats.org/drawingml/2006/main">
              <a:ext uri="{FF2B5EF4-FFF2-40B4-BE49-F238E27FC236}">
                <a16:creationId xmlns:a16="http://schemas.microsoft.com/office/drawing/2014/main" id="{B4FE5C2D-D215-4E2B-B03D-05DDF833E4FC}"/>
              </a:ext>
            </a:extLst>
          </p:cNvPr>
          <p:cNvSpPr>
            <a:spLocks xmlns:a="http://schemas.openxmlformats.org/drawingml/2006/main" noGrp="1"/>
          </p:cNvSpPr>
          <p:nvPr/>
        </p:nvSpPr>
        <p:spPr>
          <a:xfrm xmlns:a="http://schemas.openxmlformats.org/drawingml/2006/main">
            <a:off x="3071076" y="412510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86" name="data-point-586">
            <a:extLst xmlns:a="http://schemas.openxmlformats.org/drawingml/2006/main">
              <a:ext uri="{FF2B5EF4-FFF2-40B4-BE49-F238E27FC236}">
                <a16:creationId xmlns:a16="http://schemas.microsoft.com/office/drawing/2014/main" id="{17CB1D49-0260-4CB8-8D66-0E9340506644}"/>
              </a:ext>
            </a:extLst>
          </p:cNvPr>
          <p:cNvSpPr>
            <a:spLocks xmlns:a="http://schemas.openxmlformats.org/drawingml/2006/main" noGrp="1"/>
          </p:cNvSpPr>
          <p:nvPr/>
        </p:nvSpPr>
        <p:spPr>
          <a:xfrm xmlns:a="http://schemas.openxmlformats.org/drawingml/2006/main">
            <a:off x="3281447" y="421682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87" name="data-point-587">
            <a:extLst xmlns:a="http://schemas.openxmlformats.org/drawingml/2006/main">
              <a:ext uri="{FF2B5EF4-FFF2-40B4-BE49-F238E27FC236}">
                <a16:creationId xmlns:a16="http://schemas.microsoft.com/office/drawing/2014/main" id="{F9DD054B-3039-4840-9FB0-12D96E18F421}"/>
              </a:ext>
            </a:extLst>
          </p:cNvPr>
          <p:cNvSpPr>
            <a:spLocks xmlns:a="http://schemas.openxmlformats.org/drawingml/2006/main" noGrp="1"/>
          </p:cNvSpPr>
          <p:nvPr/>
        </p:nvSpPr>
        <p:spPr>
          <a:xfrm xmlns:a="http://schemas.openxmlformats.org/drawingml/2006/main">
            <a:off x="3024098" y="420443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88" name="data-point-588">
            <a:extLst xmlns:a="http://schemas.openxmlformats.org/drawingml/2006/main">
              <a:ext uri="{FF2B5EF4-FFF2-40B4-BE49-F238E27FC236}">
                <a16:creationId xmlns:a16="http://schemas.microsoft.com/office/drawing/2014/main" id="{90641E25-1E74-47B0-8CE5-B880A396A561}"/>
              </a:ext>
            </a:extLst>
          </p:cNvPr>
          <p:cNvSpPr>
            <a:spLocks xmlns:a="http://schemas.openxmlformats.org/drawingml/2006/main" noGrp="1"/>
          </p:cNvSpPr>
          <p:nvPr/>
        </p:nvSpPr>
        <p:spPr>
          <a:xfrm xmlns:a="http://schemas.openxmlformats.org/drawingml/2006/main">
            <a:off x="3638659" y="390912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89" name="data-point-589">
            <a:extLst xmlns:a="http://schemas.openxmlformats.org/drawingml/2006/main">
              <a:ext uri="{FF2B5EF4-FFF2-40B4-BE49-F238E27FC236}">
                <a16:creationId xmlns:a16="http://schemas.microsoft.com/office/drawing/2014/main" id="{1EAA3C56-057B-4340-9168-90229DFDEBC4}"/>
              </a:ext>
            </a:extLst>
          </p:cNvPr>
          <p:cNvSpPr>
            <a:spLocks xmlns:a="http://schemas.openxmlformats.org/drawingml/2006/main" noGrp="1"/>
          </p:cNvSpPr>
          <p:nvPr/>
        </p:nvSpPr>
        <p:spPr>
          <a:xfrm xmlns:a="http://schemas.openxmlformats.org/drawingml/2006/main">
            <a:off x="3444263" y="376384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90" name="data-point-590">
            <a:extLst xmlns:a="http://schemas.openxmlformats.org/drawingml/2006/main">
              <a:ext uri="{FF2B5EF4-FFF2-40B4-BE49-F238E27FC236}">
                <a16:creationId xmlns:a16="http://schemas.microsoft.com/office/drawing/2014/main" id="{3ADE085C-A241-47DB-AE86-A289604A43DC}"/>
              </a:ext>
            </a:extLst>
          </p:cNvPr>
          <p:cNvSpPr>
            <a:spLocks xmlns:a="http://schemas.openxmlformats.org/drawingml/2006/main" noGrp="1"/>
          </p:cNvSpPr>
          <p:nvPr/>
        </p:nvSpPr>
        <p:spPr>
          <a:xfrm xmlns:a="http://schemas.openxmlformats.org/drawingml/2006/main">
            <a:off x="3043899" y="418164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591" name="data-point-591">
            <a:extLst xmlns:a="http://schemas.openxmlformats.org/drawingml/2006/main">
              <a:ext uri="{FF2B5EF4-FFF2-40B4-BE49-F238E27FC236}">
                <a16:creationId xmlns:a16="http://schemas.microsoft.com/office/drawing/2014/main" id="{D312EDFE-F3DA-433F-9BB6-F40F923E41C9}"/>
              </a:ext>
            </a:extLst>
          </p:cNvPr>
          <p:cNvSpPr>
            <a:spLocks xmlns:a="http://schemas.openxmlformats.org/drawingml/2006/main" noGrp="1"/>
          </p:cNvSpPr>
          <p:nvPr/>
        </p:nvSpPr>
        <p:spPr>
          <a:xfrm xmlns:a="http://schemas.openxmlformats.org/drawingml/2006/main">
            <a:off x="3726837" y="39785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592" name="data-point-592">
            <a:extLst xmlns:a="http://schemas.openxmlformats.org/drawingml/2006/main">
              <a:ext uri="{FF2B5EF4-FFF2-40B4-BE49-F238E27FC236}">
                <a16:creationId xmlns:a16="http://schemas.microsoft.com/office/drawing/2014/main" id="{969EBCA9-FA77-4941-B313-F72486D9E85C}"/>
              </a:ext>
            </a:extLst>
          </p:cNvPr>
          <p:cNvSpPr>
            <a:spLocks xmlns:a="http://schemas.openxmlformats.org/drawingml/2006/main" noGrp="1"/>
          </p:cNvSpPr>
          <p:nvPr/>
        </p:nvSpPr>
        <p:spPr>
          <a:xfrm xmlns:a="http://schemas.openxmlformats.org/drawingml/2006/main">
            <a:off x="3182627" y="380308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93" name="data-point-593">
            <a:extLst xmlns:a="http://schemas.openxmlformats.org/drawingml/2006/main">
              <a:ext uri="{FF2B5EF4-FFF2-40B4-BE49-F238E27FC236}">
                <a16:creationId xmlns:a16="http://schemas.microsoft.com/office/drawing/2014/main" id="{D8B9810B-7BAF-42AF-BA7A-ECA9483A7A5A}"/>
              </a:ext>
            </a:extLst>
          </p:cNvPr>
          <p:cNvSpPr>
            <a:spLocks xmlns:a="http://schemas.openxmlformats.org/drawingml/2006/main" noGrp="1"/>
          </p:cNvSpPr>
          <p:nvPr/>
        </p:nvSpPr>
        <p:spPr>
          <a:xfrm xmlns:a="http://schemas.openxmlformats.org/drawingml/2006/main">
            <a:off x="3925931" y="38214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94" name="data-point-594">
            <a:extLst xmlns:a="http://schemas.openxmlformats.org/drawingml/2006/main">
              <a:ext uri="{FF2B5EF4-FFF2-40B4-BE49-F238E27FC236}">
                <a16:creationId xmlns:a16="http://schemas.microsoft.com/office/drawing/2014/main" id="{C8589C86-4CC7-4811-A622-5777C14D1E21}"/>
              </a:ext>
            </a:extLst>
          </p:cNvPr>
          <p:cNvSpPr>
            <a:spLocks xmlns:a="http://schemas.openxmlformats.org/drawingml/2006/main" noGrp="1"/>
          </p:cNvSpPr>
          <p:nvPr/>
        </p:nvSpPr>
        <p:spPr>
          <a:xfrm xmlns:a="http://schemas.openxmlformats.org/drawingml/2006/main">
            <a:off x="3492650" y="386155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95" name="data-point-595">
            <a:extLst xmlns:a="http://schemas.openxmlformats.org/drawingml/2006/main">
              <a:ext uri="{FF2B5EF4-FFF2-40B4-BE49-F238E27FC236}">
                <a16:creationId xmlns:a16="http://schemas.microsoft.com/office/drawing/2014/main" id="{D77F2C4B-2EB5-43D3-BFE6-6D22FE01FAD9}"/>
              </a:ext>
            </a:extLst>
          </p:cNvPr>
          <p:cNvSpPr>
            <a:spLocks xmlns:a="http://schemas.openxmlformats.org/drawingml/2006/main" noGrp="1"/>
          </p:cNvSpPr>
          <p:nvPr/>
        </p:nvSpPr>
        <p:spPr>
          <a:xfrm xmlns:a="http://schemas.openxmlformats.org/drawingml/2006/main">
            <a:off x="3674914" y="389474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96" name="data-point-596">
            <a:extLst xmlns:a="http://schemas.openxmlformats.org/drawingml/2006/main">
              <a:ext uri="{FF2B5EF4-FFF2-40B4-BE49-F238E27FC236}">
                <a16:creationId xmlns:a16="http://schemas.microsoft.com/office/drawing/2014/main" id="{B82A1BC7-E412-4F8C-971A-977DDF8C4486}"/>
              </a:ext>
            </a:extLst>
          </p:cNvPr>
          <p:cNvSpPr>
            <a:spLocks xmlns:a="http://schemas.openxmlformats.org/drawingml/2006/main" noGrp="1"/>
          </p:cNvSpPr>
          <p:nvPr/>
        </p:nvSpPr>
        <p:spPr>
          <a:xfrm xmlns:a="http://schemas.openxmlformats.org/drawingml/2006/main">
            <a:off x="3516301" y="384148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97" name="data-point-597">
            <a:extLst xmlns:a="http://schemas.openxmlformats.org/drawingml/2006/main">
              <a:ext uri="{FF2B5EF4-FFF2-40B4-BE49-F238E27FC236}">
                <a16:creationId xmlns:a16="http://schemas.microsoft.com/office/drawing/2014/main" id="{9031AC3B-BFCA-4F97-B5CA-0EAF515EBEFD}"/>
              </a:ext>
            </a:extLst>
          </p:cNvPr>
          <p:cNvSpPr>
            <a:spLocks xmlns:a="http://schemas.openxmlformats.org/drawingml/2006/main" noGrp="1"/>
          </p:cNvSpPr>
          <p:nvPr/>
        </p:nvSpPr>
        <p:spPr>
          <a:xfrm xmlns:a="http://schemas.openxmlformats.org/drawingml/2006/main">
            <a:off x="3486046" y="379011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98" name="data-point-598">
            <a:extLst xmlns:a="http://schemas.openxmlformats.org/drawingml/2006/main">
              <a:ext uri="{FF2B5EF4-FFF2-40B4-BE49-F238E27FC236}">
                <a16:creationId xmlns:a16="http://schemas.microsoft.com/office/drawing/2014/main" id="{E198ED4C-D02F-42C7-AFD4-56749648AF94}"/>
              </a:ext>
            </a:extLst>
          </p:cNvPr>
          <p:cNvSpPr>
            <a:spLocks xmlns:a="http://schemas.openxmlformats.org/drawingml/2006/main" noGrp="1"/>
          </p:cNvSpPr>
          <p:nvPr/>
        </p:nvSpPr>
        <p:spPr>
          <a:xfrm xmlns:a="http://schemas.openxmlformats.org/drawingml/2006/main">
            <a:off x="3908870" y="392233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599" name="data-point-599">
            <a:extLst xmlns:a="http://schemas.openxmlformats.org/drawingml/2006/main">
              <a:ext uri="{FF2B5EF4-FFF2-40B4-BE49-F238E27FC236}">
                <a16:creationId xmlns:a16="http://schemas.microsoft.com/office/drawing/2014/main" id="{4206DC93-0049-4E46-9BCA-368F95D153F3}"/>
              </a:ext>
            </a:extLst>
          </p:cNvPr>
          <p:cNvSpPr>
            <a:spLocks xmlns:a="http://schemas.openxmlformats.org/drawingml/2006/main" noGrp="1"/>
          </p:cNvSpPr>
          <p:nvPr/>
        </p:nvSpPr>
        <p:spPr>
          <a:xfrm xmlns:a="http://schemas.openxmlformats.org/drawingml/2006/main">
            <a:off x="3343574" y="379072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00" name="data-point-600">
            <a:extLst xmlns:a="http://schemas.openxmlformats.org/drawingml/2006/main">
              <a:ext uri="{FF2B5EF4-FFF2-40B4-BE49-F238E27FC236}">
                <a16:creationId xmlns:a16="http://schemas.microsoft.com/office/drawing/2014/main" id="{EBF37EF7-C2EF-4495-9BBA-4983182D467B}"/>
              </a:ext>
            </a:extLst>
          </p:cNvPr>
          <p:cNvSpPr>
            <a:spLocks xmlns:a="http://schemas.openxmlformats.org/drawingml/2006/main" noGrp="1"/>
          </p:cNvSpPr>
          <p:nvPr/>
        </p:nvSpPr>
        <p:spPr>
          <a:xfrm xmlns:a="http://schemas.openxmlformats.org/drawingml/2006/main">
            <a:off x="3882973" y="379544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01" name="data-point-601">
            <a:extLst xmlns:a="http://schemas.openxmlformats.org/drawingml/2006/main">
              <a:ext uri="{FF2B5EF4-FFF2-40B4-BE49-F238E27FC236}">
                <a16:creationId xmlns:a16="http://schemas.microsoft.com/office/drawing/2014/main" id="{BAAF177B-4386-4EBF-93E4-82924B3C045C}"/>
              </a:ext>
            </a:extLst>
          </p:cNvPr>
          <p:cNvSpPr>
            <a:spLocks xmlns:a="http://schemas.openxmlformats.org/drawingml/2006/main" noGrp="1"/>
          </p:cNvSpPr>
          <p:nvPr/>
        </p:nvSpPr>
        <p:spPr>
          <a:xfrm xmlns:a="http://schemas.openxmlformats.org/drawingml/2006/main">
            <a:off x="3075629" y="429897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02" name="data-point-602">
            <a:extLst xmlns:a="http://schemas.openxmlformats.org/drawingml/2006/main">
              <a:ext uri="{FF2B5EF4-FFF2-40B4-BE49-F238E27FC236}">
                <a16:creationId xmlns:a16="http://schemas.microsoft.com/office/drawing/2014/main" id="{4EE40565-8D75-49C2-8ED7-B218F97451B3}"/>
              </a:ext>
            </a:extLst>
          </p:cNvPr>
          <p:cNvSpPr>
            <a:spLocks xmlns:a="http://schemas.openxmlformats.org/drawingml/2006/main" noGrp="1"/>
          </p:cNvSpPr>
          <p:nvPr/>
        </p:nvSpPr>
        <p:spPr>
          <a:xfrm xmlns:a="http://schemas.openxmlformats.org/drawingml/2006/main">
            <a:off x="2937418" y="424333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03" name="data-point-603">
            <a:extLst xmlns:a="http://schemas.openxmlformats.org/drawingml/2006/main">
              <a:ext uri="{FF2B5EF4-FFF2-40B4-BE49-F238E27FC236}">
                <a16:creationId xmlns:a16="http://schemas.microsoft.com/office/drawing/2014/main" id="{43E6754A-C68E-4C13-B337-AD2F9D8A5FAF}"/>
              </a:ext>
            </a:extLst>
          </p:cNvPr>
          <p:cNvSpPr>
            <a:spLocks xmlns:a="http://schemas.openxmlformats.org/drawingml/2006/main" noGrp="1"/>
          </p:cNvSpPr>
          <p:nvPr/>
        </p:nvSpPr>
        <p:spPr>
          <a:xfrm xmlns:a="http://schemas.openxmlformats.org/drawingml/2006/main">
            <a:off x="3161971" y="417396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04" name="data-point-604">
            <a:extLst xmlns:a="http://schemas.openxmlformats.org/drawingml/2006/main">
              <a:ext uri="{FF2B5EF4-FFF2-40B4-BE49-F238E27FC236}">
                <a16:creationId xmlns:a16="http://schemas.microsoft.com/office/drawing/2014/main" id="{F9EF0ED2-034E-4778-91BD-F7F2552B4B48}"/>
              </a:ext>
            </a:extLst>
          </p:cNvPr>
          <p:cNvSpPr>
            <a:spLocks xmlns:a="http://schemas.openxmlformats.org/drawingml/2006/main" noGrp="1"/>
          </p:cNvSpPr>
          <p:nvPr/>
        </p:nvSpPr>
        <p:spPr>
          <a:xfrm xmlns:a="http://schemas.openxmlformats.org/drawingml/2006/main">
            <a:off x="3062444" y="396287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05" name="data-point-605">
            <a:extLst xmlns:a="http://schemas.openxmlformats.org/drawingml/2006/main">
              <a:ext uri="{FF2B5EF4-FFF2-40B4-BE49-F238E27FC236}">
                <a16:creationId xmlns:a16="http://schemas.microsoft.com/office/drawing/2014/main" id="{953102E4-B1B8-4D6F-BAE6-B4F93C9504F2}"/>
              </a:ext>
            </a:extLst>
          </p:cNvPr>
          <p:cNvSpPr>
            <a:spLocks xmlns:a="http://schemas.openxmlformats.org/drawingml/2006/main" noGrp="1"/>
          </p:cNvSpPr>
          <p:nvPr/>
        </p:nvSpPr>
        <p:spPr>
          <a:xfrm xmlns:a="http://schemas.openxmlformats.org/drawingml/2006/main">
            <a:off x="3219828" y="414935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06" name="data-point-606">
            <a:extLst xmlns:a="http://schemas.openxmlformats.org/drawingml/2006/main">
              <a:ext uri="{FF2B5EF4-FFF2-40B4-BE49-F238E27FC236}">
                <a16:creationId xmlns:a16="http://schemas.microsoft.com/office/drawing/2014/main" id="{20246484-8437-42D1-9011-912932FE7584}"/>
              </a:ext>
            </a:extLst>
          </p:cNvPr>
          <p:cNvSpPr>
            <a:spLocks xmlns:a="http://schemas.openxmlformats.org/drawingml/2006/main" noGrp="1"/>
          </p:cNvSpPr>
          <p:nvPr/>
        </p:nvSpPr>
        <p:spPr>
          <a:xfrm xmlns:a="http://schemas.openxmlformats.org/drawingml/2006/main">
            <a:off x="3177048" y="412105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07" name="data-point-607">
            <a:extLst xmlns:a="http://schemas.openxmlformats.org/drawingml/2006/main">
              <a:ext uri="{FF2B5EF4-FFF2-40B4-BE49-F238E27FC236}">
                <a16:creationId xmlns:a16="http://schemas.microsoft.com/office/drawing/2014/main" id="{7C5635BF-8751-4BE6-A549-D5E2963DF637}"/>
              </a:ext>
            </a:extLst>
          </p:cNvPr>
          <p:cNvSpPr>
            <a:spLocks xmlns:a="http://schemas.openxmlformats.org/drawingml/2006/main" noGrp="1"/>
          </p:cNvSpPr>
          <p:nvPr/>
        </p:nvSpPr>
        <p:spPr>
          <a:xfrm xmlns:a="http://schemas.openxmlformats.org/drawingml/2006/main">
            <a:off x="3325460" y="401930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08" name="data-point-608">
            <a:extLst xmlns:a="http://schemas.openxmlformats.org/drawingml/2006/main">
              <a:ext uri="{FF2B5EF4-FFF2-40B4-BE49-F238E27FC236}">
                <a16:creationId xmlns:a16="http://schemas.microsoft.com/office/drawing/2014/main" id="{22D55F32-ADA6-4FA9-9CC5-563651A7FB20}"/>
              </a:ext>
            </a:extLst>
          </p:cNvPr>
          <p:cNvSpPr>
            <a:spLocks xmlns:a="http://schemas.openxmlformats.org/drawingml/2006/main" noGrp="1"/>
          </p:cNvSpPr>
          <p:nvPr/>
        </p:nvSpPr>
        <p:spPr>
          <a:xfrm xmlns:a="http://schemas.openxmlformats.org/drawingml/2006/main">
            <a:off x="3225412" y="413804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09" name="data-point-609">
            <a:extLst xmlns:a="http://schemas.openxmlformats.org/drawingml/2006/main">
              <a:ext uri="{FF2B5EF4-FFF2-40B4-BE49-F238E27FC236}">
                <a16:creationId xmlns:a16="http://schemas.microsoft.com/office/drawing/2014/main" id="{EC3088A9-BD5C-4E1A-8096-F1F9142B74C3}"/>
              </a:ext>
            </a:extLst>
          </p:cNvPr>
          <p:cNvSpPr>
            <a:spLocks xmlns:a="http://schemas.openxmlformats.org/drawingml/2006/main" noGrp="1"/>
          </p:cNvSpPr>
          <p:nvPr/>
        </p:nvSpPr>
        <p:spPr>
          <a:xfrm xmlns:a="http://schemas.openxmlformats.org/drawingml/2006/main">
            <a:off x="2855471" y="416976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10" name="data-point-610">
            <a:extLst xmlns:a="http://schemas.openxmlformats.org/drawingml/2006/main">
              <a:ext uri="{FF2B5EF4-FFF2-40B4-BE49-F238E27FC236}">
                <a16:creationId xmlns:a16="http://schemas.microsoft.com/office/drawing/2014/main" id="{091241BD-39B7-421F-A74F-E0E69EE0D200}"/>
              </a:ext>
            </a:extLst>
          </p:cNvPr>
          <p:cNvSpPr>
            <a:spLocks xmlns:a="http://schemas.openxmlformats.org/drawingml/2006/main" noGrp="1"/>
          </p:cNvSpPr>
          <p:nvPr/>
        </p:nvSpPr>
        <p:spPr>
          <a:xfrm xmlns:a="http://schemas.openxmlformats.org/drawingml/2006/main">
            <a:off x="2795607" y="430019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11" name="data-point-611">
            <a:extLst xmlns:a="http://schemas.openxmlformats.org/drawingml/2006/main">
              <a:ext uri="{FF2B5EF4-FFF2-40B4-BE49-F238E27FC236}">
                <a16:creationId xmlns:a16="http://schemas.microsoft.com/office/drawing/2014/main" id="{5CFB080E-1EA1-4A47-984C-6CB79E063073}"/>
              </a:ext>
            </a:extLst>
          </p:cNvPr>
          <p:cNvSpPr>
            <a:spLocks xmlns:a="http://schemas.openxmlformats.org/drawingml/2006/main" noGrp="1"/>
          </p:cNvSpPr>
          <p:nvPr/>
        </p:nvSpPr>
        <p:spPr>
          <a:xfrm xmlns:a="http://schemas.openxmlformats.org/drawingml/2006/main">
            <a:off x="3091091" y="43724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12" name="data-point-612">
            <a:extLst xmlns:a="http://schemas.openxmlformats.org/drawingml/2006/main">
              <a:ext uri="{FF2B5EF4-FFF2-40B4-BE49-F238E27FC236}">
                <a16:creationId xmlns:a16="http://schemas.microsoft.com/office/drawing/2014/main" id="{2443363B-6996-49E8-B389-992BDF1A7CDA}"/>
              </a:ext>
            </a:extLst>
          </p:cNvPr>
          <p:cNvSpPr>
            <a:spLocks xmlns:a="http://schemas.openxmlformats.org/drawingml/2006/main" noGrp="1"/>
          </p:cNvSpPr>
          <p:nvPr/>
        </p:nvSpPr>
        <p:spPr>
          <a:xfrm xmlns:a="http://schemas.openxmlformats.org/drawingml/2006/main">
            <a:off x="3505872" y="407419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13" name="data-point-613">
            <a:extLst xmlns:a="http://schemas.openxmlformats.org/drawingml/2006/main">
              <a:ext uri="{FF2B5EF4-FFF2-40B4-BE49-F238E27FC236}">
                <a16:creationId xmlns:a16="http://schemas.microsoft.com/office/drawing/2014/main" id="{B81F97C6-7313-4AE3-96FC-FC2F80CA8BE0}"/>
              </a:ext>
            </a:extLst>
          </p:cNvPr>
          <p:cNvSpPr>
            <a:spLocks xmlns:a="http://schemas.openxmlformats.org/drawingml/2006/main" noGrp="1"/>
          </p:cNvSpPr>
          <p:nvPr/>
        </p:nvSpPr>
        <p:spPr>
          <a:xfrm xmlns:a="http://schemas.openxmlformats.org/drawingml/2006/main">
            <a:off x="3158118" y="428075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14" name="data-point-614">
            <a:extLst xmlns:a="http://schemas.openxmlformats.org/drawingml/2006/main">
              <a:ext uri="{FF2B5EF4-FFF2-40B4-BE49-F238E27FC236}">
                <a16:creationId xmlns:a16="http://schemas.microsoft.com/office/drawing/2014/main" id="{068C83C1-5009-4FAE-A347-6A21C5D50AB3}"/>
              </a:ext>
            </a:extLst>
          </p:cNvPr>
          <p:cNvSpPr>
            <a:spLocks xmlns:a="http://schemas.openxmlformats.org/drawingml/2006/main" noGrp="1"/>
          </p:cNvSpPr>
          <p:nvPr/>
        </p:nvSpPr>
        <p:spPr>
          <a:xfrm xmlns:a="http://schemas.openxmlformats.org/drawingml/2006/main">
            <a:off x="3138370" y="39244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15" name="data-point-615">
            <a:extLst xmlns:a="http://schemas.openxmlformats.org/drawingml/2006/main">
              <a:ext uri="{FF2B5EF4-FFF2-40B4-BE49-F238E27FC236}">
                <a16:creationId xmlns:a16="http://schemas.microsoft.com/office/drawing/2014/main" id="{FACAAF5C-190C-440A-8539-A6CC8CCBBF5E}"/>
              </a:ext>
            </a:extLst>
          </p:cNvPr>
          <p:cNvSpPr>
            <a:spLocks xmlns:a="http://schemas.openxmlformats.org/drawingml/2006/main" noGrp="1"/>
          </p:cNvSpPr>
          <p:nvPr/>
        </p:nvSpPr>
        <p:spPr>
          <a:xfrm xmlns:a="http://schemas.openxmlformats.org/drawingml/2006/main">
            <a:off x="3735333" y="416992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16" name="data-point-616">
            <a:extLst xmlns:a="http://schemas.openxmlformats.org/drawingml/2006/main">
              <a:ext uri="{FF2B5EF4-FFF2-40B4-BE49-F238E27FC236}">
                <a16:creationId xmlns:a16="http://schemas.microsoft.com/office/drawing/2014/main" id="{8C54C11B-D222-42B0-9246-9D42BEA8B5CD}"/>
              </a:ext>
            </a:extLst>
          </p:cNvPr>
          <p:cNvSpPr>
            <a:spLocks xmlns:a="http://schemas.openxmlformats.org/drawingml/2006/main" noGrp="1"/>
          </p:cNvSpPr>
          <p:nvPr/>
        </p:nvSpPr>
        <p:spPr>
          <a:xfrm xmlns:a="http://schemas.openxmlformats.org/drawingml/2006/main">
            <a:off x="3484343" y="396808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17" name="data-point-617">
            <a:extLst xmlns:a="http://schemas.openxmlformats.org/drawingml/2006/main">
              <a:ext uri="{FF2B5EF4-FFF2-40B4-BE49-F238E27FC236}">
                <a16:creationId xmlns:a16="http://schemas.microsoft.com/office/drawing/2014/main" id="{2230B21C-1A7D-4764-A0D9-A5D09BB78CEB}"/>
              </a:ext>
            </a:extLst>
          </p:cNvPr>
          <p:cNvSpPr>
            <a:spLocks xmlns:a="http://schemas.openxmlformats.org/drawingml/2006/main" noGrp="1"/>
          </p:cNvSpPr>
          <p:nvPr/>
        </p:nvSpPr>
        <p:spPr>
          <a:xfrm xmlns:a="http://schemas.openxmlformats.org/drawingml/2006/main">
            <a:off x="3177680" y="401388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18" name="data-point-618">
            <a:extLst xmlns:a="http://schemas.openxmlformats.org/drawingml/2006/main">
              <a:ext uri="{FF2B5EF4-FFF2-40B4-BE49-F238E27FC236}">
                <a16:creationId xmlns:a16="http://schemas.microsoft.com/office/drawing/2014/main" id="{DA67478F-A17D-467E-A5BF-4A56C5A239A1}"/>
              </a:ext>
            </a:extLst>
          </p:cNvPr>
          <p:cNvSpPr>
            <a:spLocks xmlns:a="http://schemas.openxmlformats.org/drawingml/2006/main" noGrp="1"/>
          </p:cNvSpPr>
          <p:nvPr/>
        </p:nvSpPr>
        <p:spPr>
          <a:xfrm xmlns:a="http://schemas.openxmlformats.org/drawingml/2006/main">
            <a:off x="3108152" y="423196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19" name="data-point-619">
            <a:extLst xmlns:a="http://schemas.openxmlformats.org/drawingml/2006/main">
              <a:ext uri="{FF2B5EF4-FFF2-40B4-BE49-F238E27FC236}">
                <a16:creationId xmlns:a16="http://schemas.microsoft.com/office/drawing/2014/main" id="{1392E20B-3112-4FE9-A015-3799DC4BB07F}"/>
              </a:ext>
            </a:extLst>
          </p:cNvPr>
          <p:cNvSpPr>
            <a:spLocks xmlns:a="http://schemas.openxmlformats.org/drawingml/2006/main" noGrp="1"/>
          </p:cNvSpPr>
          <p:nvPr/>
        </p:nvSpPr>
        <p:spPr>
          <a:xfrm xmlns:a="http://schemas.openxmlformats.org/drawingml/2006/main">
            <a:off x="3049003" y="408183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20" name="data-point-620">
            <a:extLst xmlns:a="http://schemas.openxmlformats.org/drawingml/2006/main">
              <a:ext uri="{FF2B5EF4-FFF2-40B4-BE49-F238E27FC236}">
                <a16:creationId xmlns:a16="http://schemas.microsoft.com/office/drawing/2014/main" id="{22F24A76-7EDD-431E-BFB8-B2EC79922F4C}"/>
              </a:ext>
            </a:extLst>
          </p:cNvPr>
          <p:cNvSpPr>
            <a:spLocks xmlns:a="http://schemas.openxmlformats.org/drawingml/2006/main" noGrp="1"/>
          </p:cNvSpPr>
          <p:nvPr/>
        </p:nvSpPr>
        <p:spPr>
          <a:xfrm xmlns:a="http://schemas.openxmlformats.org/drawingml/2006/main">
            <a:off x="3511143" y="407539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21" name="data-point-621">
            <a:extLst xmlns:a="http://schemas.openxmlformats.org/drawingml/2006/main">
              <a:ext uri="{FF2B5EF4-FFF2-40B4-BE49-F238E27FC236}">
                <a16:creationId xmlns:a16="http://schemas.microsoft.com/office/drawing/2014/main" id="{E56ECA6A-C0BA-4A4C-B8B5-8A6542624AFF}"/>
              </a:ext>
            </a:extLst>
          </p:cNvPr>
          <p:cNvSpPr>
            <a:spLocks xmlns:a="http://schemas.openxmlformats.org/drawingml/2006/main" noGrp="1"/>
          </p:cNvSpPr>
          <p:nvPr/>
        </p:nvSpPr>
        <p:spPr>
          <a:xfrm xmlns:a="http://schemas.openxmlformats.org/drawingml/2006/main">
            <a:off x="3240303" y="425311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22" name="data-point-622">
            <a:extLst xmlns:a="http://schemas.openxmlformats.org/drawingml/2006/main">
              <a:ext uri="{FF2B5EF4-FFF2-40B4-BE49-F238E27FC236}">
                <a16:creationId xmlns:a16="http://schemas.microsoft.com/office/drawing/2014/main" id="{BF1E8212-0541-4DA7-AAED-D9C6B435F931}"/>
              </a:ext>
            </a:extLst>
          </p:cNvPr>
          <p:cNvSpPr>
            <a:spLocks xmlns:a="http://schemas.openxmlformats.org/drawingml/2006/main" noGrp="1"/>
          </p:cNvSpPr>
          <p:nvPr/>
        </p:nvSpPr>
        <p:spPr>
          <a:xfrm xmlns:a="http://schemas.openxmlformats.org/drawingml/2006/main">
            <a:off x="2994244" y="426518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23" name="data-point-623">
            <a:extLst xmlns:a="http://schemas.openxmlformats.org/drawingml/2006/main">
              <a:ext uri="{FF2B5EF4-FFF2-40B4-BE49-F238E27FC236}">
                <a16:creationId xmlns:a16="http://schemas.microsoft.com/office/drawing/2014/main" id="{EBF85903-5E14-4321-8DC9-1222BCB490ED}"/>
              </a:ext>
            </a:extLst>
          </p:cNvPr>
          <p:cNvSpPr>
            <a:spLocks xmlns:a="http://schemas.openxmlformats.org/drawingml/2006/main" noGrp="1"/>
          </p:cNvSpPr>
          <p:nvPr/>
        </p:nvSpPr>
        <p:spPr>
          <a:xfrm xmlns:a="http://schemas.openxmlformats.org/drawingml/2006/main">
            <a:off x="3026053" y="419541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24" name="data-point-624">
            <a:extLst xmlns:a="http://schemas.openxmlformats.org/drawingml/2006/main">
              <a:ext uri="{FF2B5EF4-FFF2-40B4-BE49-F238E27FC236}">
                <a16:creationId xmlns:a16="http://schemas.microsoft.com/office/drawing/2014/main" id="{B890E278-3E6A-4B6B-9921-58138BCD525C}"/>
              </a:ext>
            </a:extLst>
          </p:cNvPr>
          <p:cNvSpPr>
            <a:spLocks xmlns:a="http://schemas.openxmlformats.org/drawingml/2006/main" noGrp="1"/>
          </p:cNvSpPr>
          <p:nvPr/>
        </p:nvSpPr>
        <p:spPr>
          <a:xfrm xmlns:a="http://schemas.openxmlformats.org/drawingml/2006/main">
            <a:off x="3189389" y="42720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25" name="data-point-625">
            <a:extLst xmlns:a="http://schemas.openxmlformats.org/drawingml/2006/main">
              <a:ext uri="{FF2B5EF4-FFF2-40B4-BE49-F238E27FC236}">
                <a16:creationId xmlns:a16="http://schemas.microsoft.com/office/drawing/2014/main" id="{EDAD41ED-4067-4FF3-A357-81D9A7E05DBD}"/>
              </a:ext>
            </a:extLst>
          </p:cNvPr>
          <p:cNvSpPr>
            <a:spLocks xmlns:a="http://schemas.openxmlformats.org/drawingml/2006/main" noGrp="1"/>
          </p:cNvSpPr>
          <p:nvPr/>
        </p:nvSpPr>
        <p:spPr>
          <a:xfrm xmlns:a="http://schemas.openxmlformats.org/drawingml/2006/main">
            <a:off x="3532067" y="428551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26" name="data-point-626">
            <a:extLst xmlns:a="http://schemas.openxmlformats.org/drawingml/2006/main">
              <a:ext uri="{FF2B5EF4-FFF2-40B4-BE49-F238E27FC236}">
                <a16:creationId xmlns:a16="http://schemas.microsoft.com/office/drawing/2014/main" id="{314CDA8F-91E1-4E84-AF40-C5CEA8865F80}"/>
              </a:ext>
            </a:extLst>
          </p:cNvPr>
          <p:cNvSpPr>
            <a:spLocks xmlns:a="http://schemas.openxmlformats.org/drawingml/2006/main" noGrp="1"/>
          </p:cNvSpPr>
          <p:nvPr/>
        </p:nvSpPr>
        <p:spPr>
          <a:xfrm xmlns:a="http://schemas.openxmlformats.org/drawingml/2006/main">
            <a:off x="2724511" y="426274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27" name="data-point-627">
            <a:extLst xmlns:a="http://schemas.openxmlformats.org/drawingml/2006/main">
              <a:ext uri="{FF2B5EF4-FFF2-40B4-BE49-F238E27FC236}">
                <a16:creationId xmlns:a16="http://schemas.microsoft.com/office/drawing/2014/main" id="{584259BA-54EF-45B2-A962-C0CA4ADFEA09}"/>
              </a:ext>
            </a:extLst>
          </p:cNvPr>
          <p:cNvSpPr>
            <a:spLocks xmlns:a="http://schemas.openxmlformats.org/drawingml/2006/main" noGrp="1"/>
          </p:cNvSpPr>
          <p:nvPr/>
        </p:nvSpPr>
        <p:spPr>
          <a:xfrm xmlns:a="http://schemas.openxmlformats.org/drawingml/2006/main">
            <a:off x="3090667" y="419074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28" name="data-point-628">
            <a:extLst xmlns:a="http://schemas.openxmlformats.org/drawingml/2006/main">
              <a:ext uri="{FF2B5EF4-FFF2-40B4-BE49-F238E27FC236}">
                <a16:creationId xmlns:a16="http://schemas.microsoft.com/office/drawing/2014/main" id="{8FF182D5-DE45-4B51-8BF5-E7C07740A87A}"/>
              </a:ext>
            </a:extLst>
          </p:cNvPr>
          <p:cNvSpPr>
            <a:spLocks xmlns:a="http://schemas.openxmlformats.org/drawingml/2006/main" noGrp="1"/>
          </p:cNvSpPr>
          <p:nvPr/>
        </p:nvSpPr>
        <p:spPr>
          <a:xfrm xmlns:a="http://schemas.openxmlformats.org/drawingml/2006/main">
            <a:off x="3604121" y="390653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29" name="data-point-629">
            <a:extLst xmlns:a="http://schemas.openxmlformats.org/drawingml/2006/main">
              <a:ext uri="{FF2B5EF4-FFF2-40B4-BE49-F238E27FC236}">
                <a16:creationId xmlns:a16="http://schemas.microsoft.com/office/drawing/2014/main" id="{D2721DB8-25F6-43E2-AEDC-8266AE974AF8}"/>
              </a:ext>
            </a:extLst>
          </p:cNvPr>
          <p:cNvSpPr>
            <a:spLocks xmlns:a="http://schemas.openxmlformats.org/drawingml/2006/main" noGrp="1"/>
          </p:cNvSpPr>
          <p:nvPr/>
        </p:nvSpPr>
        <p:spPr>
          <a:xfrm xmlns:a="http://schemas.openxmlformats.org/drawingml/2006/main">
            <a:off x="3536173" y="387950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30" name="data-point-630">
            <a:extLst xmlns:a="http://schemas.openxmlformats.org/drawingml/2006/main">
              <a:ext uri="{FF2B5EF4-FFF2-40B4-BE49-F238E27FC236}">
                <a16:creationId xmlns:a16="http://schemas.microsoft.com/office/drawing/2014/main" id="{18C0BE1A-C892-45F1-902D-16A967D61BAE}"/>
              </a:ext>
            </a:extLst>
          </p:cNvPr>
          <p:cNvSpPr>
            <a:spLocks xmlns:a="http://schemas.openxmlformats.org/drawingml/2006/main" noGrp="1"/>
          </p:cNvSpPr>
          <p:nvPr/>
        </p:nvSpPr>
        <p:spPr>
          <a:xfrm xmlns:a="http://schemas.openxmlformats.org/drawingml/2006/main">
            <a:off x="3414094" y="408888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31" name="data-point-631">
            <a:extLst xmlns:a="http://schemas.openxmlformats.org/drawingml/2006/main">
              <a:ext uri="{FF2B5EF4-FFF2-40B4-BE49-F238E27FC236}">
                <a16:creationId xmlns:a16="http://schemas.microsoft.com/office/drawing/2014/main" id="{DEF60EC1-601F-4953-AC1A-5F55A4F268C9}"/>
              </a:ext>
            </a:extLst>
          </p:cNvPr>
          <p:cNvSpPr>
            <a:spLocks xmlns:a="http://schemas.openxmlformats.org/drawingml/2006/main" noGrp="1"/>
          </p:cNvSpPr>
          <p:nvPr/>
        </p:nvSpPr>
        <p:spPr>
          <a:xfrm xmlns:a="http://schemas.openxmlformats.org/drawingml/2006/main">
            <a:off x="3221288" y="399127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32" name="data-point-632">
            <a:extLst xmlns:a="http://schemas.openxmlformats.org/drawingml/2006/main">
              <a:ext uri="{FF2B5EF4-FFF2-40B4-BE49-F238E27FC236}">
                <a16:creationId xmlns:a16="http://schemas.microsoft.com/office/drawing/2014/main" id="{20BDA787-A89D-4262-A3EE-9EC6550FDFB8}"/>
              </a:ext>
            </a:extLst>
          </p:cNvPr>
          <p:cNvSpPr>
            <a:spLocks xmlns:a="http://schemas.openxmlformats.org/drawingml/2006/main" noGrp="1"/>
          </p:cNvSpPr>
          <p:nvPr/>
        </p:nvSpPr>
        <p:spPr>
          <a:xfrm xmlns:a="http://schemas.openxmlformats.org/drawingml/2006/main">
            <a:off x="3563043" y="401581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33" name="data-point-633">
            <a:extLst xmlns:a="http://schemas.openxmlformats.org/drawingml/2006/main">
              <a:ext uri="{FF2B5EF4-FFF2-40B4-BE49-F238E27FC236}">
                <a16:creationId xmlns:a16="http://schemas.microsoft.com/office/drawing/2014/main" id="{F2978BF6-EE29-432D-BCA2-B62F513326F6}"/>
              </a:ext>
            </a:extLst>
          </p:cNvPr>
          <p:cNvSpPr>
            <a:spLocks xmlns:a="http://schemas.openxmlformats.org/drawingml/2006/main" noGrp="1"/>
          </p:cNvSpPr>
          <p:nvPr/>
        </p:nvSpPr>
        <p:spPr>
          <a:xfrm xmlns:a="http://schemas.openxmlformats.org/drawingml/2006/main">
            <a:off x="3082865" y="386498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34" name="data-point-634">
            <a:extLst xmlns:a="http://schemas.openxmlformats.org/drawingml/2006/main">
              <a:ext uri="{FF2B5EF4-FFF2-40B4-BE49-F238E27FC236}">
                <a16:creationId xmlns:a16="http://schemas.microsoft.com/office/drawing/2014/main" id="{F8410A7A-8C7E-44EF-8CCD-A37BE3407722}"/>
              </a:ext>
            </a:extLst>
          </p:cNvPr>
          <p:cNvSpPr>
            <a:spLocks xmlns:a="http://schemas.openxmlformats.org/drawingml/2006/main" noGrp="1"/>
          </p:cNvSpPr>
          <p:nvPr/>
        </p:nvSpPr>
        <p:spPr>
          <a:xfrm xmlns:a="http://schemas.openxmlformats.org/drawingml/2006/main">
            <a:off x="3869716" y="379672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35" name="data-point-635">
            <a:extLst xmlns:a="http://schemas.openxmlformats.org/drawingml/2006/main">
              <a:ext uri="{FF2B5EF4-FFF2-40B4-BE49-F238E27FC236}">
                <a16:creationId xmlns:a16="http://schemas.microsoft.com/office/drawing/2014/main" id="{58257AAD-A806-4C7C-B306-3376464D3B33}"/>
              </a:ext>
            </a:extLst>
          </p:cNvPr>
          <p:cNvSpPr>
            <a:spLocks xmlns:a="http://schemas.openxmlformats.org/drawingml/2006/main" noGrp="1"/>
          </p:cNvSpPr>
          <p:nvPr/>
        </p:nvSpPr>
        <p:spPr>
          <a:xfrm xmlns:a="http://schemas.openxmlformats.org/drawingml/2006/main">
            <a:off x="3788372" y="415941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36" name="data-point-636">
            <a:extLst xmlns:a="http://schemas.openxmlformats.org/drawingml/2006/main">
              <a:ext uri="{FF2B5EF4-FFF2-40B4-BE49-F238E27FC236}">
                <a16:creationId xmlns:a16="http://schemas.microsoft.com/office/drawing/2014/main" id="{C3441839-3E99-450F-B643-C1B87BBEF78D}"/>
              </a:ext>
            </a:extLst>
          </p:cNvPr>
          <p:cNvSpPr>
            <a:spLocks xmlns:a="http://schemas.openxmlformats.org/drawingml/2006/main" noGrp="1"/>
          </p:cNvSpPr>
          <p:nvPr/>
        </p:nvSpPr>
        <p:spPr>
          <a:xfrm xmlns:a="http://schemas.openxmlformats.org/drawingml/2006/main">
            <a:off x="3411421" y="394118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37" name="data-point-637">
            <a:extLst xmlns:a="http://schemas.openxmlformats.org/drawingml/2006/main">
              <a:ext uri="{FF2B5EF4-FFF2-40B4-BE49-F238E27FC236}">
                <a16:creationId xmlns:a16="http://schemas.microsoft.com/office/drawing/2014/main" id="{FB30D0A1-F64D-4B11-9B33-D12EE3FC1EA0}"/>
              </a:ext>
            </a:extLst>
          </p:cNvPr>
          <p:cNvSpPr>
            <a:spLocks xmlns:a="http://schemas.openxmlformats.org/drawingml/2006/main" noGrp="1"/>
          </p:cNvSpPr>
          <p:nvPr/>
        </p:nvSpPr>
        <p:spPr>
          <a:xfrm xmlns:a="http://schemas.openxmlformats.org/drawingml/2006/main">
            <a:off x="3158439" y="419263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38" name="data-point-638">
            <a:extLst xmlns:a="http://schemas.openxmlformats.org/drawingml/2006/main">
              <a:ext uri="{FF2B5EF4-FFF2-40B4-BE49-F238E27FC236}">
                <a16:creationId xmlns:a16="http://schemas.microsoft.com/office/drawing/2014/main" id="{6584DB0B-2E5A-4ABD-884A-DB7D6F683402}"/>
              </a:ext>
            </a:extLst>
          </p:cNvPr>
          <p:cNvSpPr>
            <a:spLocks xmlns:a="http://schemas.openxmlformats.org/drawingml/2006/main" noGrp="1"/>
          </p:cNvSpPr>
          <p:nvPr/>
        </p:nvSpPr>
        <p:spPr>
          <a:xfrm xmlns:a="http://schemas.openxmlformats.org/drawingml/2006/main">
            <a:off x="3416183" y="397055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39" name="data-point-639">
            <a:extLst xmlns:a="http://schemas.openxmlformats.org/drawingml/2006/main">
              <a:ext uri="{FF2B5EF4-FFF2-40B4-BE49-F238E27FC236}">
                <a16:creationId xmlns:a16="http://schemas.microsoft.com/office/drawing/2014/main" id="{0AA4DED6-42EA-4217-8619-5D01CAAE3C06}"/>
              </a:ext>
            </a:extLst>
          </p:cNvPr>
          <p:cNvSpPr>
            <a:spLocks xmlns:a="http://schemas.openxmlformats.org/drawingml/2006/main" noGrp="1"/>
          </p:cNvSpPr>
          <p:nvPr/>
        </p:nvSpPr>
        <p:spPr>
          <a:xfrm xmlns:a="http://schemas.openxmlformats.org/drawingml/2006/main">
            <a:off x="3389681" y="396319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40" name="data-point-640">
            <a:extLst xmlns:a="http://schemas.openxmlformats.org/drawingml/2006/main">
              <a:ext uri="{FF2B5EF4-FFF2-40B4-BE49-F238E27FC236}">
                <a16:creationId xmlns:a16="http://schemas.microsoft.com/office/drawing/2014/main" id="{F7ABE715-9AEE-440F-B555-A4E2080E4C4F}"/>
              </a:ext>
            </a:extLst>
          </p:cNvPr>
          <p:cNvSpPr>
            <a:spLocks xmlns:a="http://schemas.openxmlformats.org/drawingml/2006/main" noGrp="1"/>
          </p:cNvSpPr>
          <p:nvPr/>
        </p:nvSpPr>
        <p:spPr>
          <a:xfrm xmlns:a="http://schemas.openxmlformats.org/drawingml/2006/main">
            <a:off x="3178781" y="402692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41" name="text-641">
            <a:extLst xmlns:a="http://schemas.openxmlformats.org/drawingml/2006/main">
              <a:ext uri="{FF2B5EF4-FFF2-40B4-BE49-F238E27FC236}">
                <a16:creationId xmlns:a16="http://schemas.microsoft.com/office/drawing/2014/main" id="{B44E59B0-B0EC-4ABA-949A-CB9843517913}"/>
              </a:ext>
            </a:extLst>
          </p:cNvPr>
          <p:cNvSpPr>
            <a:spLocks xmlns:a="http://schemas.openxmlformats.org/drawingml/2006/main" noGrp="1"/>
          </p:cNvSpPr>
          <p:nvPr/>
        </p:nvSpPr>
        <p:spPr>
          <a:xfrm xmlns:a="http://schemas.openxmlformats.org/drawingml/2006/main" rot="0">
            <a:off x="2583000" y="3249000"/>
            <a:ext cx="16785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R² 0.001    MAE 0.919</a:t>
            </a:r>
          </a:p>
        </p:txBody>
      </p:sp>
      <p:sp>
        <p:nvSpPr>
          <p:cNvPr id="642" name="text-642">
            <a:extLst xmlns:a="http://schemas.openxmlformats.org/drawingml/2006/main">
              <a:ext uri="{FF2B5EF4-FFF2-40B4-BE49-F238E27FC236}">
                <a16:creationId xmlns:a16="http://schemas.microsoft.com/office/drawing/2014/main" id="{A3B11B63-4250-4D6A-8286-0976DC768FE3}"/>
              </a:ext>
            </a:extLst>
          </p:cNvPr>
          <p:cNvSpPr>
            <a:spLocks xmlns:a="http://schemas.openxmlformats.org/drawingml/2006/main" noGrp="1"/>
          </p:cNvSpPr>
          <p:nvPr/>
        </p:nvSpPr>
        <p:spPr>
          <a:xfrm xmlns:a="http://schemas.openxmlformats.org/drawingml/2006/main" rot="0">
            <a:off x="2506500" y="5004000"/>
            <a:ext cx="1773000" cy="13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MAE CI 0.775–1.064</a:t>
            </a:r>
          </a:p>
        </p:txBody>
      </p:sp>
      <p:sp>
        <p:nvSpPr>
          <p:cNvPr id="643" name="text-643">
            <a:extLst xmlns:a="http://schemas.openxmlformats.org/drawingml/2006/main">
              <a:ext uri="{FF2B5EF4-FFF2-40B4-BE49-F238E27FC236}">
                <a16:creationId xmlns:a16="http://schemas.microsoft.com/office/drawing/2014/main" id="{F9A40B4C-1563-4226-9222-92066183E68B}"/>
              </a:ext>
            </a:extLst>
          </p:cNvPr>
          <p:cNvSpPr>
            <a:spLocks xmlns:a="http://schemas.openxmlformats.org/drawingml/2006/main" noGrp="1"/>
          </p:cNvSpPr>
          <p:nvPr/>
        </p:nvSpPr>
        <p:spPr>
          <a:xfrm xmlns:a="http://schemas.openxmlformats.org/drawingml/2006/main" rot="0">
            <a:off x="4401000" y="3019500"/>
            <a:ext cx="153000" cy="17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6" b="1">
                <a:solidFill>
                  <a:srgbClr val="000000"/>
                </a:solidFill>
                <a:latin typeface="Times New Roman"/>
                <a:ea typeface="Times New Roman"/>
                <a:cs typeface="Times New Roman"/>
              </a:defRPr>
            </a:pPr>
            <a:r>
              <a:rPr sz="1276" b="1">
                <a:solidFill>
                  <a:srgbClr val="000000"/>
                </a:solidFill>
                <a:latin typeface="Times New Roman"/>
                <a:ea typeface="Times New Roman"/>
                <a:cs typeface="Times New Roman"/>
              </a:rPr>
              <a:t>F</a:t>
            </a:r>
          </a:p>
        </p:txBody>
      </p:sp>
      <p:sp>
        <p:nvSpPr>
          <p:cNvPr id="644" name="text-644">
            <a:extLst xmlns:a="http://schemas.openxmlformats.org/drawingml/2006/main">
              <a:ext uri="{FF2B5EF4-FFF2-40B4-BE49-F238E27FC236}">
                <a16:creationId xmlns:a16="http://schemas.microsoft.com/office/drawing/2014/main" id="{952E75CA-7CB4-430E-B03C-7225C7A289B2}"/>
              </a:ext>
            </a:extLst>
          </p:cNvPr>
          <p:cNvSpPr>
            <a:spLocks xmlns:a="http://schemas.openxmlformats.org/drawingml/2006/main" noGrp="1"/>
          </p:cNvSpPr>
          <p:nvPr/>
        </p:nvSpPr>
        <p:spPr>
          <a:xfrm xmlns:a="http://schemas.openxmlformats.org/drawingml/2006/main" rot="0">
            <a:off x="4590000" y="3024000"/>
            <a:ext cx="1813500" cy="1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86" b="1">
                <a:solidFill>
                  <a:srgbClr val="000000"/>
                </a:solidFill>
                <a:latin typeface="Times New Roman"/>
                <a:ea typeface="Times New Roman"/>
                <a:cs typeface="Times New Roman"/>
              </a:defRPr>
            </a:pPr>
            <a:r>
              <a:rPr sz="886" b="1">
                <a:solidFill>
                  <a:srgbClr val="000000"/>
                </a:solidFill>
                <a:latin typeface="Times New Roman"/>
                <a:ea typeface="Times New Roman"/>
                <a:cs typeface="Times New Roman"/>
              </a:rPr>
              <a:t>Locked Ridge</a:t>
            </a:r>
          </a:p>
        </p:txBody>
      </p:sp>
      <p:sp>
        <p:nvSpPr>
          <p:cNvPr id="645" name="data-path-645">
            <a:extLst xmlns:a="http://schemas.openxmlformats.org/drawingml/2006/main">
              <a:ext uri="{FF2B5EF4-FFF2-40B4-BE49-F238E27FC236}">
                <a16:creationId xmlns:a16="http://schemas.microsoft.com/office/drawing/2014/main" id="{CEC9F024-6637-4C2A-82F2-07DB7E79FDA0}"/>
              </a:ext>
            </a:extLst>
          </p:cNvPr>
          <p:cNvSpPr>
            <a:spLocks xmlns:a="http://schemas.openxmlformats.org/drawingml/2006/main" noGrp="1"/>
          </p:cNvSpPr>
          <p:nvPr/>
        </p:nvSpPr>
        <p:spPr>
          <a:xfrm xmlns:a="http://schemas.openxmlformats.org/drawingml/2006/main">
            <a:off x="4765500" y="4608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646" name="data-path-646">
            <a:extLst xmlns:a="http://schemas.openxmlformats.org/drawingml/2006/main">
              <a:ext uri="{FF2B5EF4-FFF2-40B4-BE49-F238E27FC236}">
                <a16:creationId xmlns:a16="http://schemas.microsoft.com/office/drawing/2014/main" id="{5C1B081F-B16C-4580-A535-258DAFA2C075}"/>
              </a:ext>
            </a:extLst>
          </p:cNvPr>
          <p:cNvSpPr>
            <a:spLocks xmlns:a="http://schemas.openxmlformats.org/drawingml/2006/main" noGrp="1"/>
          </p:cNvSpPr>
          <p:nvPr/>
        </p:nvSpPr>
        <p:spPr>
          <a:xfrm xmlns:a="http://schemas.openxmlformats.org/drawingml/2006/main">
            <a:off x="4765500" y="432675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647" name="data-path-647">
            <a:extLst xmlns:a="http://schemas.openxmlformats.org/drawingml/2006/main">
              <a:ext uri="{FF2B5EF4-FFF2-40B4-BE49-F238E27FC236}">
                <a16:creationId xmlns:a16="http://schemas.microsoft.com/office/drawing/2014/main" id="{5109B448-E533-4096-BC9F-AA61354F5CDF}"/>
              </a:ext>
            </a:extLst>
          </p:cNvPr>
          <p:cNvSpPr>
            <a:spLocks xmlns:a="http://schemas.openxmlformats.org/drawingml/2006/main" noGrp="1"/>
          </p:cNvSpPr>
          <p:nvPr/>
        </p:nvSpPr>
        <p:spPr>
          <a:xfrm xmlns:a="http://schemas.openxmlformats.org/drawingml/2006/main">
            <a:off x="4765500" y="4045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648" name="data-path-648">
            <a:extLst xmlns:a="http://schemas.openxmlformats.org/drawingml/2006/main">
              <a:ext uri="{FF2B5EF4-FFF2-40B4-BE49-F238E27FC236}">
                <a16:creationId xmlns:a16="http://schemas.microsoft.com/office/drawing/2014/main" id="{167E8ED5-29F0-4029-9B74-0517CA461F9C}"/>
              </a:ext>
            </a:extLst>
          </p:cNvPr>
          <p:cNvSpPr>
            <a:spLocks xmlns:a="http://schemas.openxmlformats.org/drawingml/2006/main" noGrp="1"/>
          </p:cNvSpPr>
          <p:nvPr/>
        </p:nvSpPr>
        <p:spPr>
          <a:xfrm xmlns:a="http://schemas.openxmlformats.org/drawingml/2006/main">
            <a:off x="4765500" y="376425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649" name="data-path-649">
            <a:extLst xmlns:a="http://schemas.openxmlformats.org/drawingml/2006/main">
              <a:ext uri="{FF2B5EF4-FFF2-40B4-BE49-F238E27FC236}">
                <a16:creationId xmlns:a16="http://schemas.microsoft.com/office/drawing/2014/main" id="{0F57E840-235B-4535-B1AE-12AE7E037DAA}"/>
              </a:ext>
            </a:extLst>
          </p:cNvPr>
          <p:cNvSpPr>
            <a:spLocks xmlns:a="http://schemas.openxmlformats.org/drawingml/2006/main" noGrp="1"/>
          </p:cNvSpPr>
          <p:nvPr/>
        </p:nvSpPr>
        <p:spPr>
          <a:xfrm xmlns:a="http://schemas.openxmlformats.org/drawingml/2006/main">
            <a:off x="4765500" y="3483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650" name="data-path-650">
            <a:extLst xmlns:a="http://schemas.openxmlformats.org/drawingml/2006/main">
              <a:ext uri="{FF2B5EF4-FFF2-40B4-BE49-F238E27FC236}">
                <a16:creationId xmlns:a16="http://schemas.microsoft.com/office/drawing/2014/main" id="{9B70353F-A025-4BF8-A6DD-8C5FC8B34CBE}"/>
              </a:ext>
            </a:extLst>
          </p:cNvPr>
          <p:cNvSpPr>
            <a:spLocks xmlns:a="http://schemas.openxmlformats.org/drawingml/2006/main" noGrp="1"/>
          </p:cNvSpPr>
          <p:nvPr/>
        </p:nvSpPr>
        <p:spPr>
          <a:xfrm xmlns:a="http://schemas.openxmlformats.org/drawingml/2006/main">
            <a:off x="4765500" y="3483000"/>
            <a:ext cx="450" cy="1125000"/>
          </a:xfrm>
          <a:custGeom xmlns:a="http://schemas.openxmlformats.org/drawingml/2006/main">
            <a:pathLst>
              <a:path w="450" h="1125000">
                <a:moveTo>
                  <a:pt x="0" y="0"/>
                </a:moveTo>
                <a:lnTo>
                  <a:pt x="0" y="1125000"/>
                </a:lnTo>
              </a:path>
            </a:pathLst>
          </a:custGeom>
          <a:noFill xmlns:a="http://schemas.openxmlformats.org/drawingml/2006/main"/>
          <a:ln xmlns:a="http://schemas.openxmlformats.org/drawingml/2006/main" w="6750">
            <a:solidFill>
              <a:srgbClr val="34454D"/>
            </a:solidFill>
          </a:ln>
        </p:spPr>
      </p:sp>
      <p:sp>
        <p:nvSpPr>
          <p:cNvPr id="651" name="data-path-651">
            <a:extLst xmlns:a="http://schemas.openxmlformats.org/drawingml/2006/main">
              <a:ext uri="{FF2B5EF4-FFF2-40B4-BE49-F238E27FC236}">
                <a16:creationId xmlns:a16="http://schemas.microsoft.com/office/drawing/2014/main" id="{C411AA94-FCE6-4410-B51C-BE0146754B77}"/>
              </a:ext>
            </a:extLst>
          </p:cNvPr>
          <p:cNvSpPr>
            <a:spLocks xmlns:a="http://schemas.openxmlformats.org/drawingml/2006/main" noGrp="1"/>
          </p:cNvSpPr>
          <p:nvPr/>
        </p:nvSpPr>
        <p:spPr>
          <a:xfrm xmlns:a="http://schemas.openxmlformats.org/drawingml/2006/main">
            <a:off x="4765500" y="4608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6750">
            <a:solidFill>
              <a:srgbClr val="34454D"/>
            </a:solidFill>
          </a:ln>
        </p:spPr>
      </p:sp>
      <p:sp>
        <p:nvSpPr>
          <p:cNvPr id="652" name="data-path-652">
            <a:extLst xmlns:a="http://schemas.openxmlformats.org/drawingml/2006/main">
              <a:ext uri="{FF2B5EF4-FFF2-40B4-BE49-F238E27FC236}">
                <a16:creationId xmlns:a16="http://schemas.microsoft.com/office/drawing/2014/main" id="{37ABEEC7-43A5-4C2F-ABB3-DD31CA663040}"/>
              </a:ext>
            </a:extLst>
          </p:cNvPr>
          <p:cNvSpPr>
            <a:spLocks xmlns:a="http://schemas.openxmlformats.org/drawingml/2006/main" noGrp="1"/>
          </p:cNvSpPr>
          <p:nvPr/>
        </p:nvSpPr>
        <p:spPr>
          <a:xfrm xmlns:a="http://schemas.openxmlformats.org/drawingml/2006/main">
            <a:off x="4765500"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653" name="text-653">
            <a:extLst xmlns:a="http://schemas.openxmlformats.org/drawingml/2006/main">
              <a:ext uri="{FF2B5EF4-FFF2-40B4-BE49-F238E27FC236}">
                <a16:creationId xmlns:a16="http://schemas.microsoft.com/office/drawing/2014/main" id="{20CB367B-4980-4786-A9F4-56FCBF8CF10C}"/>
              </a:ext>
            </a:extLst>
          </p:cNvPr>
          <p:cNvSpPr>
            <a:spLocks xmlns:a="http://schemas.openxmlformats.org/drawingml/2006/main" noGrp="1"/>
          </p:cNvSpPr>
          <p:nvPr/>
        </p:nvSpPr>
        <p:spPr>
          <a:xfrm xmlns:a="http://schemas.openxmlformats.org/drawingml/2006/main" rot="0">
            <a:off x="4603500"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654" name="data-path-654">
            <a:extLst xmlns:a="http://schemas.openxmlformats.org/drawingml/2006/main">
              <a:ext uri="{FF2B5EF4-FFF2-40B4-BE49-F238E27FC236}">
                <a16:creationId xmlns:a16="http://schemas.microsoft.com/office/drawing/2014/main" id="{B94444A4-0CEB-4CE2-AE24-B2E01F9F6C2E}"/>
              </a:ext>
            </a:extLst>
          </p:cNvPr>
          <p:cNvSpPr>
            <a:spLocks xmlns:a="http://schemas.openxmlformats.org/drawingml/2006/main" noGrp="1"/>
          </p:cNvSpPr>
          <p:nvPr/>
        </p:nvSpPr>
        <p:spPr>
          <a:xfrm xmlns:a="http://schemas.openxmlformats.org/drawingml/2006/main">
            <a:off x="5149125"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655" name="text-655">
            <a:extLst xmlns:a="http://schemas.openxmlformats.org/drawingml/2006/main">
              <a:ext uri="{FF2B5EF4-FFF2-40B4-BE49-F238E27FC236}">
                <a16:creationId xmlns:a16="http://schemas.microsoft.com/office/drawing/2014/main" id="{F65DDA8F-CD80-43D0-8A13-3C7D44DA7528}"/>
              </a:ext>
            </a:extLst>
          </p:cNvPr>
          <p:cNvSpPr>
            <a:spLocks xmlns:a="http://schemas.openxmlformats.org/drawingml/2006/main" noGrp="1"/>
          </p:cNvSpPr>
          <p:nvPr/>
        </p:nvSpPr>
        <p:spPr>
          <a:xfrm xmlns:a="http://schemas.openxmlformats.org/drawingml/2006/main" rot="0">
            <a:off x="4987125"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656" name="data-path-656">
            <a:extLst xmlns:a="http://schemas.openxmlformats.org/drawingml/2006/main">
              <a:ext uri="{FF2B5EF4-FFF2-40B4-BE49-F238E27FC236}">
                <a16:creationId xmlns:a16="http://schemas.microsoft.com/office/drawing/2014/main" id="{248B4496-554A-4B59-B046-2294E7D57D19}"/>
              </a:ext>
            </a:extLst>
          </p:cNvPr>
          <p:cNvSpPr>
            <a:spLocks xmlns:a="http://schemas.openxmlformats.org/drawingml/2006/main" noGrp="1"/>
          </p:cNvSpPr>
          <p:nvPr/>
        </p:nvSpPr>
        <p:spPr>
          <a:xfrm xmlns:a="http://schemas.openxmlformats.org/drawingml/2006/main">
            <a:off x="5532750"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657" name="text-657">
            <a:extLst xmlns:a="http://schemas.openxmlformats.org/drawingml/2006/main">
              <a:ext uri="{FF2B5EF4-FFF2-40B4-BE49-F238E27FC236}">
                <a16:creationId xmlns:a16="http://schemas.microsoft.com/office/drawing/2014/main" id="{04F75A7F-1261-46B8-8A40-C69459891E05}"/>
              </a:ext>
            </a:extLst>
          </p:cNvPr>
          <p:cNvSpPr>
            <a:spLocks xmlns:a="http://schemas.openxmlformats.org/drawingml/2006/main" noGrp="1"/>
          </p:cNvSpPr>
          <p:nvPr/>
        </p:nvSpPr>
        <p:spPr>
          <a:xfrm xmlns:a="http://schemas.openxmlformats.org/drawingml/2006/main" rot="0">
            <a:off x="5370750"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658" name="data-path-658">
            <a:extLst xmlns:a="http://schemas.openxmlformats.org/drawingml/2006/main">
              <a:ext uri="{FF2B5EF4-FFF2-40B4-BE49-F238E27FC236}">
                <a16:creationId xmlns:a16="http://schemas.microsoft.com/office/drawing/2014/main" id="{A17D6569-4385-471D-97BB-8C76AE10CFFA}"/>
              </a:ext>
            </a:extLst>
          </p:cNvPr>
          <p:cNvSpPr>
            <a:spLocks xmlns:a="http://schemas.openxmlformats.org/drawingml/2006/main" noGrp="1"/>
          </p:cNvSpPr>
          <p:nvPr/>
        </p:nvSpPr>
        <p:spPr>
          <a:xfrm xmlns:a="http://schemas.openxmlformats.org/drawingml/2006/main">
            <a:off x="5916375"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659" name="text-659">
            <a:extLst xmlns:a="http://schemas.openxmlformats.org/drawingml/2006/main">
              <a:ext uri="{FF2B5EF4-FFF2-40B4-BE49-F238E27FC236}">
                <a16:creationId xmlns:a16="http://schemas.microsoft.com/office/drawing/2014/main" id="{D6F883A0-2656-4892-B63E-209623CC7430}"/>
              </a:ext>
            </a:extLst>
          </p:cNvPr>
          <p:cNvSpPr>
            <a:spLocks xmlns:a="http://schemas.openxmlformats.org/drawingml/2006/main" noGrp="1"/>
          </p:cNvSpPr>
          <p:nvPr/>
        </p:nvSpPr>
        <p:spPr>
          <a:xfrm xmlns:a="http://schemas.openxmlformats.org/drawingml/2006/main" rot="0">
            <a:off x="5754375"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660" name="data-path-660">
            <a:extLst xmlns:a="http://schemas.openxmlformats.org/drawingml/2006/main">
              <a:ext uri="{FF2B5EF4-FFF2-40B4-BE49-F238E27FC236}">
                <a16:creationId xmlns:a16="http://schemas.microsoft.com/office/drawing/2014/main" id="{525AAF0F-45FA-4A4A-A732-CFF5E3092616}"/>
              </a:ext>
            </a:extLst>
          </p:cNvPr>
          <p:cNvSpPr>
            <a:spLocks xmlns:a="http://schemas.openxmlformats.org/drawingml/2006/main" noGrp="1"/>
          </p:cNvSpPr>
          <p:nvPr/>
        </p:nvSpPr>
        <p:spPr>
          <a:xfrm xmlns:a="http://schemas.openxmlformats.org/drawingml/2006/main">
            <a:off x="6300000" y="46080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661" name="text-661">
            <a:extLst xmlns:a="http://schemas.openxmlformats.org/drawingml/2006/main">
              <a:ext uri="{FF2B5EF4-FFF2-40B4-BE49-F238E27FC236}">
                <a16:creationId xmlns:a16="http://schemas.microsoft.com/office/drawing/2014/main" id="{FA14D800-8557-4D8F-9764-86CD79ECFF69}"/>
              </a:ext>
            </a:extLst>
          </p:cNvPr>
          <p:cNvSpPr>
            <a:spLocks xmlns:a="http://schemas.openxmlformats.org/drawingml/2006/main" noGrp="1"/>
          </p:cNvSpPr>
          <p:nvPr/>
        </p:nvSpPr>
        <p:spPr>
          <a:xfrm xmlns:a="http://schemas.openxmlformats.org/drawingml/2006/main" rot="0">
            <a:off x="6138000" y="46485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662" name="data-path-662">
            <a:extLst xmlns:a="http://schemas.openxmlformats.org/drawingml/2006/main">
              <a:ext uri="{FF2B5EF4-FFF2-40B4-BE49-F238E27FC236}">
                <a16:creationId xmlns:a16="http://schemas.microsoft.com/office/drawing/2014/main" id="{380CFBFA-44C4-474B-8B1E-DF7FD0809166}"/>
              </a:ext>
            </a:extLst>
          </p:cNvPr>
          <p:cNvSpPr>
            <a:spLocks xmlns:a="http://schemas.openxmlformats.org/drawingml/2006/main" noGrp="1"/>
          </p:cNvSpPr>
          <p:nvPr/>
        </p:nvSpPr>
        <p:spPr>
          <a:xfrm xmlns:a="http://schemas.openxmlformats.org/drawingml/2006/main">
            <a:off x="4743000" y="4608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663" name="text-663">
            <a:extLst xmlns:a="http://schemas.openxmlformats.org/drawingml/2006/main">
              <a:ext uri="{FF2B5EF4-FFF2-40B4-BE49-F238E27FC236}">
                <a16:creationId xmlns:a16="http://schemas.microsoft.com/office/drawing/2014/main" id="{2FE686EC-F9A5-41C9-A91C-2A2753229185}"/>
              </a:ext>
            </a:extLst>
          </p:cNvPr>
          <p:cNvSpPr>
            <a:spLocks xmlns:a="http://schemas.openxmlformats.org/drawingml/2006/main" noGrp="1"/>
          </p:cNvSpPr>
          <p:nvPr/>
        </p:nvSpPr>
        <p:spPr>
          <a:xfrm xmlns:a="http://schemas.openxmlformats.org/drawingml/2006/main" rot="0">
            <a:off x="4513500" y="4549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664" name="data-path-664">
            <a:extLst xmlns:a="http://schemas.openxmlformats.org/drawingml/2006/main">
              <a:ext uri="{FF2B5EF4-FFF2-40B4-BE49-F238E27FC236}">
                <a16:creationId xmlns:a16="http://schemas.microsoft.com/office/drawing/2014/main" id="{C16006E2-20C5-40E1-87C9-0EA4343514E0}"/>
              </a:ext>
            </a:extLst>
          </p:cNvPr>
          <p:cNvSpPr>
            <a:spLocks xmlns:a="http://schemas.openxmlformats.org/drawingml/2006/main" noGrp="1"/>
          </p:cNvSpPr>
          <p:nvPr/>
        </p:nvSpPr>
        <p:spPr>
          <a:xfrm xmlns:a="http://schemas.openxmlformats.org/drawingml/2006/main">
            <a:off x="4743000" y="432675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665" name="text-665">
            <a:extLst xmlns:a="http://schemas.openxmlformats.org/drawingml/2006/main">
              <a:ext uri="{FF2B5EF4-FFF2-40B4-BE49-F238E27FC236}">
                <a16:creationId xmlns:a16="http://schemas.microsoft.com/office/drawing/2014/main" id="{1527B92B-29F0-4F98-A7BF-640A3B36B0B4}"/>
              </a:ext>
            </a:extLst>
          </p:cNvPr>
          <p:cNvSpPr>
            <a:spLocks xmlns:a="http://schemas.openxmlformats.org/drawingml/2006/main" noGrp="1"/>
          </p:cNvSpPr>
          <p:nvPr/>
        </p:nvSpPr>
        <p:spPr>
          <a:xfrm xmlns:a="http://schemas.openxmlformats.org/drawingml/2006/main" rot="0">
            <a:off x="4513500" y="426825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666" name="data-path-666">
            <a:extLst xmlns:a="http://schemas.openxmlformats.org/drawingml/2006/main">
              <a:ext uri="{FF2B5EF4-FFF2-40B4-BE49-F238E27FC236}">
                <a16:creationId xmlns:a16="http://schemas.microsoft.com/office/drawing/2014/main" id="{AF513FB8-1DFC-4CA5-8DA0-53353E25594D}"/>
              </a:ext>
            </a:extLst>
          </p:cNvPr>
          <p:cNvSpPr>
            <a:spLocks xmlns:a="http://schemas.openxmlformats.org/drawingml/2006/main" noGrp="1"/>
          </p:cNvSpPr>
          <p:nvPr/>
        </p:nvSpPr>
        <p:spPr>
          <a:xfrm xmlns:a="http://schemas.openxmlformats.org/drawingml/2006/main">
            <a:off x="4743000" y="40455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667" name="text-667">
            <a:extLst xmlns:a="http://schemas.openxmlformats.org/drawingml/2006/main">
              <a:ext uri="{FF2B5EF4-FFF2-40B4-BE49-F238E27FC236}">
                <a16:creationId xmlns:a16="http://schemas.microsoft.com/office/drawing/2014/main" id="{5000FB84-FDB0-4B86-B721-69D079B0246B}"/>
              </a:ext>
            </a:extLst>
          </p:cNvPr>
          <p:cNvSpPr>
            <a:spLocks xmlns:a="http://schemas.openxmlformats.org/drawingml/2006/main" noGrp="1"/>
          </p:cNvSpPr>
          <p:nvPr/>
        </p:nvSpPr>
        <p:spPr>
          <a:xfrm xmlns:a="http://schemas.openxmlformats.org/drawingml/2006/main" rot="0">
            <a:off x="4513500" y="39870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668" name="data-path-668">
            <a:extLst xmlns:a="http://schemas.openxmlformats.org/drawingml/2006/main">
              <a:ext uri="{FF2B5EF4-FFF2-40B4-BE49-F238E27FC236}">
                <a16:creationId xmlns:a16="http://schemas.microsoft.com/office/drawing/2014/main" id="{78FFBFC9-EF95-4D60-8470-AB89B6AAA91C}"/>
              </a:ext>
            </a:extLst>
          </p:cNvPr>
          <p:cNvSpPr>
            <a:spLocks xmlns:a="http://schemas.openxmlformats.org/drawingml/2006/main" noGrp="1"/>
          </p:cNvSpPr>
          <p:nvPr/>
        </p:nvSpPr>
        <p:spPr>
          <a:xfrm xmlns:a="http://schemas.openxmlformats.org/drawingml/2006/main">
            <a:off x="4743000" y="376425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669" name="text-669">
            <a:extLst xmlns:a="http://schemas.openxmlformats.org/drawingml/2006/main">
              <a:ext uri="{FF2B5EF4-FFF2-40B4-BE49-F238E27FC236}">
                <a16:creationId xmlns:a16="http://schemas.microsoft.com/office/drawing/2014/main" id="{B1B0CA6A-DC1F-464F-8ED9-0F751093DFB9}"/>
              </a:ext>
            </a:extLst>
          </p:cNvPr>
          <p:cNvSpPr>
            <a:spLocks xmlns:a="http://schemas.openxmlformats.org/drawingml/2006/main" noGrp="1"/>
          </p:cNvSpPr>
          <p:nvPr/>
        </p:nvSpPr>
        <p:spPr>
          <a:xfrm xmlns:a="http://schemas.openxmlformats.org/drawingml/2006/main" rot="0">
            <a:off x="4513500" y="370575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670" name="data-path-670">
            <a:extLst xmlns:a="http://schemas.openxmlformats.org/drawingml/2006/main">
              <a:ext uri="{FF2B5EF4-FFF2-40B4-BE49-F238E27FC236}">
                <a16:creationId xmlns:a16="http://schemas.microsoft.com/office/drawing/2014/main" id="{1AD81894-B75E-4BCE-8A21-DBA49115C07B}"/>
              </a:ext>
            </a:extLst>
          </p:cNvPr>
          <p:cNvSpPr>
            <a:spLocks xmlns:a="http://schemas.openxmlformats.org/drawingml/2006/main" noGrp="1"/>
          </p:cNvSpPr>
          <p:nvPr/>
        </p:nvSpPr>
        <p:spPr>
          <a:xfrm xmlns:a="http://schemas.openxmlformats.org/drawingml/2006/main">
            <a:off x="4743000" y="3483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671" name="text-671">
            <a:extLst xmlns:a="http://schemas.openxmlformats.org/drawingml/2006/main">
              <a:ext uri="{FF2B5EF4-FFF2-40B4-BE49-F238E27FC236}">
                <a16:creationId xmlns:a16="http://schemas.microsoft.com/office/drawing/2014/main" id="{53D01C82-4770-4686-9774-973AA2DCB079}"/>
              </a:ext>
            </a:extLst>
          </p:cNvPr>
          <p:cNvSpPr>
            <a:spLocks xmlns:a="http://schemas.openxmlformats.org/drawingml/2006/main" noGrp="1"/>
          </p:cNvSpPr>
          <p:nvPr/>
        </p:nvSpPr>
        <p:spPr>
          <a:xfrm xmlns:a="http://schemas.openxmlformats.org/drawingml/2006/main" rot="0">
            <a:off x="4513500" y="3424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672" name="text-672">
            <a:extLst xmlns:a="http://schemas.openxmlformats.org/drawingml/2006/main">
              <a:ext uri="{FF2B5EF4-FFF2-40B4-BE49-F238E27FC236}">
                <a16:creationId xmlns:a16="http://schemas.microsoft.com/office/drawing/2014/main" id="{F99CE919-0F54-4BE8-B615-7B0275186DE4}"/>
              </a:ext>
            </a:extLst>
          </p:cNvPr>
          <p:cNvSpPr>
            <a:spLocks xmlns:a="http://schemas.openxmlformats.org/drawingml/2006/main" noGrp="1"/>
          </p:cNvSpPr>
          <p:nvPr/>
        </p:nvSpPr>
        <p:spPr>
          <a:xfrm xmlns:a="http://schemas.openxmlformats.org/drawingml/2006/main" rot="0">
            <a:off x="4738500" y="4806000"/>
            <a:ext cx="15885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Predicted next-visit HI</a:t>
            </a:r>
          </a:p>
        </p:txBody>
      </p:sp>
      <p:sp>
        <p:nvSpPr>
          <p:cNvPr id="673" name="text-673">
            <a:extLst xmlns:a="http://schemas.openxmlformats.org/drawingml/2006/main">
              <a:ext uri="{FF2B5EF4-FFF2-40B4-BE49-F238E27FC236}">
                <a16:creationId xmlns:a16="http://schemas.microsoft.com/office/drawing/2014/main" id="{4631D6DC-F1B6-497E-A597-9E4AE71F785C}"/>
              </a:ext>
            </a:extLst>
          </p:cNvPr>
          <p:cNvSpPr>
            <a:spLocks xmlns:a="http://schemas.openxmlformats.org/drawingml/2006/main" noGrp="1"/>
          </p:cNvSpPr>
          <p:nvPr/>
        </p:nvSpPr>
        <p:spPr>
          <a:xfrm xmlns:a="http://schemas.openxmlformats.org/drawingml/2006/main" rot="16200000">
            <a:off x="4045500" y="3978000"/>
            <a:ext cx="6750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Observed next-visit HI</a:t>
            </a:r>
          </a:p>
        </p:txBody>
      </p:sp>
      <p:sp>
        <p:nvSpPr>
          <p:cNvPr id="674" name="data-path-674">
            <a:extLst xmlns:a="http://schemas.openxmlformats.org/drawingml/2006/main">
              <a:ext uri="{FF2B5EF4-FFF2-40B4-BE49-F238E27FC236}">
                <a16:creationId xmlns:a16="http://schemas.microsoft.com/office/drawing/2014/main" id="{70BF6EA6-A859-4754-BED5-A25F57B8D0C1}"/>
              </a:ext>
            </a:extLst>
          </p:cNvPr>
          <p:cNvSpPr>
            <a:spLocks xmlns:a="http://schemas.openxmlformats.org/drawingml/2006/main" noGrp="1"/>
          </p:cNvSpPr>
          <p:nvPr/>
        </p:nvSpPr>
        <p:spPr>
          <a:xfrm xmlns:a="http://schemas.openxmlformats.org/drawingml/2006/main">
            <a:off x="4765500" y="3483000"/>
            <a:ext cx="1534500" cy="1125000"/>
          </a:xfrm>
          <a:custGeom xmlns:a="http://schemas.openxmlformats.org/drawingml/2006/main">
            <a:pathLst>
              <a:path w="1534500" h="1125000">
                <a:moveTo>
                  <a:pt x="0" y="1125000"/>
                </a:moveTo>
                <a:lnTo>
                  <a:pt x="1534500" y="0"/>
                </a:lnTo>
              </a:path>
            </a:pathLst>
          </a:custGeom>
          <a:noFill xmlns:a="http://schemas.openxmlformats.org/drawingml/2006/main"/>
          <a:ln xmlns:a="http://schemas.openxmlformats.org/drawingml/2006/main" w="8100">
            <a:solidFill>
              <a:srgbClr val="87999E"/>
            </a:solidFill>
          </a:ln>
        </p:spPr>
      </p:sp>
      <p:sp>
        <p:nvSpPr>
          <p:cNvPr id="675" name="data-point-675">
            <a:extLst xmlns:a="http://schemas.openxmlformats.org/drawingml/2006/main">
              <a:ext uri="{FF2B5EF4-FFF2-40B4-BE49-F238E27FC236}">
                <a16:creationId xmlns:a16="http://schemas.microsoft.com/office/drawing/2014/main" id="{2A2174DB-D636-4D44-A46E-B6D1CDE92C1D}"/>
              </a:ext>
            </a:extLst>
          </p:cNvPr>
          <p:cNvSpPr>
            <a:spLocks xmlns:a="http://schemas.openxmlformats.org/drawingml/2006/main" noGrp="1"/>
          </p:cNvSpPr>
          <p:nvPr/>
        </p:nvSpPr>
        <p:spPr>
          <a:xfrm xmlns:a="http://schemas.openxmlformats.org/drawingml/2006/main">
            <a:off x="5443002" y="399638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76" name="data-point-676">
            <a:extLst xmlns:a="http://schemas.openxmlformats.org/drawingml/2006/main">
              <a:ext uri="{FF2B5EF4-FFF2-40B4-BE49-F238E27FC236}">
                <a16:creationId xmlns:a16="http://schemas.microsoft.com/office/drawing/2014/main" id="{F0D3213D-E325-4764-8771-241A1D082F74}"/>
              </a:ext>
            </a:extLst>
          </p:cNvPr>
          <p:cNvSpPr>
            <a:spLocks xmlns:a="http://schemas.openxmlformats.org/drawingml/2006/main" noGrp="1"/>
          </p:cNvSpPr>
          <p:nvPr/>
        </p:nvSpPr>
        <p:spPr>
          <a:xfrm xmlns:a="http://schemas.openxmlformats.org/drawingml/2006/main">
            <a:off x="5533219" y="409496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77" name="data-point-677">
            <a:extLst xmlns:a="http://schemas.openxmlformats.org/drawingml/2006/main">
              <a:ext uri="{FF2B5EF4-FFF2-40B4-BE49-F238E27FC236}">
                <a16:creationId xmlns:a16="http://schemas.microsoft.com/office/drawing/2014/main" id="{0766D404-B88B-4DD2-8870-B8EC14AA911D}"/>
              </a:ext>
            </a:extLst>
          </p:cNvPr>
          <p:cNvSpPr>
            <a:spLocks xmlns:a="http://schemas.openxmlformats.org/drawingml/2006/main" noGrp="1"/>
          </p:cNvSpPr>
          <p:nvPr/>
        </p:nvSpPr>
        <p:spPr>
          <a:xfrm xmlns:a="http://schemas.openxmlformats.org/drawingml/2006/main">
            <a:off x="5464625" y="408397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78" name="data-point-678">
            <a:extLst xmlns:a="http://schemas.openxmlformats.org/drawingml/2006/main">
              <a:ext uri="{FF2B5EF4-FFF2-40B4-BE49-F238E27FC236}">
                <a16:creationId xmlns:a16="http://schemas.microsoft.com/office/drawing/2014/main" id="{01FE5107-6E7D-44AB-BA33-F3E6E17C1088}"/>
              </a:ext>
            </a:extLst>
          </p:cNvPr>
          <p:cNvSpPr>
            <a:spLocks xmlns:a="http://schemas.openxmlformats.org/drawingml/2006/main" noGrp="1"/>
          </p:cNvSpPr>
          <p:nvPr/>
        </p:nvSpPr>
        <p:spPr>
          <a:xfrm xmlns:a="http://schemas.openxmlformats.org/drawingml/2006/main">
            <a:off x="5983324" y="366176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79" name="data-point-679">
            <a:extLst xmlns:a="http://schemas.openxmlformats.org/drawingml/2006/main">
              <a:ext uri="{FF2B5EF4-FFF2-40B4-BE49-F238E27FC236}">
                <a16:creationId xmlns:a16="http://schemas.microsoft.com/office/drawing/2014/main" id="{918A4434-1C05-45FE-8FB0-BCF0261270A7}"/>
              </a:ext>
            </a:extLst>
          </p:cNvPr>
          <p:cNvSpPr>
            <a:spLocks xmlns:a="http://schemas.openxmlformats.org/drawingml/2006/main" noGrp="1"/>
          </p:cNvSpPr>
          <p:nvPr/>
        </p:nvSpPr>
        <p:spPr>
          <a:xfrm xmlns:a="http://schemas.openxmlformats.org/drawingml/2006/main">
            <a:off x="5987233" y="369280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80" name="data-point-680">
            <a:extLst xmlns:a="http://schemas.openxmlformats.org/drawingml/2006/main">
              <a:ext uri="{FF2B5EF4-FFF2-40B4-BE49-F238E27FC236}">
                <a16:creationId xmlns:a16="http://schemas.microsoft.com/office/drawing/2014/main" id="{022FC32C-C0D0-42F3-80DD-AE38185A5BBD}"/>
              </a:ext>
            </a:extLst>
          </p:cNvPr>
          <p:cNvSpPr>
            <a:spLocks xmlns:a="http://schemas.openxmlformats.org/drawingml/2006/main" noGrp="1"/>
          </p:cNvSpPr>
          <p:nvPr/>
        </p:nvSpPr>
        <p:spPr>
          <a:xfrm xmlns:a="http://schemas.openxmlformats.org/drawingml/2006/main">
            <a:off x="5946547" y="368404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81" name="data-point-681">
            <a:extLst xmlns:a="http://schemas.openxmlformats.org/drawingml/2006/main">
              <a:ext uri="{FF2B5EF4-FFF2-40B4-BE49-F238E27FC236}">
                <a16:creationId xmlns:a16="http://schemas.microsoft.com/office/drawing/2014/main" id="{F44A74EC-C2D8-4CB3-A5FC-B7D0397EA5FD}"/>
              </a:ext>
            </a:extLst>
          </p:cNvPr>
          <p:cNvSpPr>
            <a:spLocks xmlns:a="http://schemas.openxmlformats.org/drawingml/2006/main" noGrp="1"/>
          </p:cNvSpPr>
          <p:nvPr/>
        </p:nvSpPr>
        <p:spPr>
          <a:xfrm xmlns:a="http://schemas.openxmlformats.org/drawingml/2006/main">
            <a:off x="5666335" y="392909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82" name="data-point-682">
            <a:extLst xmlns:a="http://schemas.openxmlformats.org/drawingml/2006/main">
              <a:ext uri="{FF2B5EF4-FFF2-40B4-BE49-F238E27FC236}">
                <a16:creationId xmlns:a16="http://schemas.microsoft.com/office/drawing/2014/main" id="{895D5259-4B8E-4EBA-9863-7690F5A9D6FC}"/>
              </a:ext>
            </a:extLst>
          </p:cNvPr>
          <p:cNvSpPr>
            <a:spLocks xmlns:a="http://schemas.openxmlformats.org/drawingml/2006/main" noGrp="1"/>
          </p:cNvSpPr>
          <p:nvPr/>
        </p:nvSpPr>
        <p:spPr>
          <a:xfrm xmlns:a="http://schemas.openxmlformats.org/drawingml/2006/main">
            <a:off x="5658313" y="37946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83" name="data-point-683">
            <a:extLst xmlns:a="http://schemas.openxmlformats.org/drawingml/2006/main">
              <a:ext uri="{FF2B5EF4-FFF2-40B4-BE49-F238E27FC236}">
                <a16:creationId xmlns:a16="http://schemas.microsoft.com/office/drawing/2014/main" id="{D1E23FB9-9B4D-4B0B-A51A-8986C09477AB}"/>
              </a:ext>
            </a:extLst>
          </p:cNvPr>
          <p:cNvSpPr>
            <a:spLocks xmlns:a="http://schemas.openxmlformats.org/drawingml/2006/main" noGrp="1"/>
          </p:cNvSpPr>
          <p:nvPr/>
        </p:nvSpPr>
        <p:spPr>
          <a:xfrm xmlns:a="http://schemas.openxmlformats.org/drawingml/2006/main">
            <a:off x="5756300" y="38263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84" name="data-point-684">
            <a:extLst xmlns:a="http://schemas.openxmlformats.org/drawingml/2006/main">
              <a:ext uri="{FF2B5EF4-FFF2-40B4-BE49-F238E27FC236}">
                <a16:creationId xmlns:a16="http://schemas.microsoft.com/office/drawing/2014/main" id="{E10C6562-31A7-4E86-BB82-00B81DC26E73}"/>
              </a:ext>
            </a:extLst>
          </p:cNvPr>
          <p:cNvSpPr>
            <a:spLocks xmlns:a="http://schemas.openxmlformats.org/drawingml/2006/main" noGrp="1"/>
          </p:cNvSpPr>
          <p:nvPr/>
        </p:nvSpPr>
        <p:spPr>
          <a:xfrm xmlns:a="http://schemas.openxmlformats.org/drawingml/2006/main">
            <a:off x="5543799" y="405168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85" name="data-point-685">
            <a:extLst xmlns:a="http://schemas.openxmlformats.org/drawingml/2006/main">
              <a:ext uri="{FF2B5EF4-FFF2-40B4-BE49-F238E27FC236}">
                <a16:creationId xmlns:a16="http://schemas.microsoft.com/office/drawing/2014/main" id="{4B3BFBF3-8EDF-4695-A6C1-ED72DDE7740B}"/>
              </a:ext>
            </a:extLst>
          </p:cNvPr>
          <p:cNvSpPr>
            <a:spLocks xmlns:a="http://schemas.openxmlformats.org/drawingml/2006/main" noGrp="1"/>
          </p:cNvSpPr>
          <p:nvPr/>
        </p:nvSpPr>
        <p:spPr>
          <a:xfrm xmlns:a="http://schemas.openxmlformats.org/drawingml/2006/main">
            <a:off x="5492367" y="386070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86" name="data-point-686">
            <a:extLst xmlns:a="http://schemas.openxmlformats.org/drawingml/2006/main">
              <a:ext uri="{FF2B5EF4-FFF2-40B4-BE49-F238E27FC236}">
                <a16:creationId xmlns:a16="http://schemas.microsoft.com/office/drawing/2014/main" id="{5A6A086B-138D-48A9-B032-FBAC2D81596E}"/>
              </a:ext>
            </a:extLst>
          </p:cNvPr>
          <p:cNvSpPr>
            <a:spLocks xmlns:a="http://schemas.openxmlformats.org/drawingml/2006/main" noGrp="1"/>
          </p:cNvSpPr>
          <p:nvPr/>
        </p:nvSpPr>
        <p:spPr>
          <a:xfrm xmlns:a="http://schemas.openxmlformats.org/drawingml/2006/main">
            <a:off x="5654714" y="399430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87" name="data-point-687">
            <a:extLst xmlns:a="http://schemas.openxmlformats.org/drawingml/2006/main">
              <a:ext uri="{FF2B5EF4-FFF2-40B4-BE49-F238E27FC236}">
                <a16:creationId xmlns:a16="http://schemas.microsoft.com/office/drawing/2014/main" id="{647DD2F4-F5FE-4449-B47D-A8166DC35068}"/>
              </a:ext>
            </a:extLst>
          </p:cNvPr>
          <p:cNvSpPr>
            <a:spLocks xmlns:a="http://schemas.openxmlformats.org/drawingml/2006/main" noGrp="1"/>
          </p:cNvSpPr>
          <p:nvPr/>
        </p:nvSpPr>
        <p:spPr>
          <a:xfrm xmlns:a="http://schemas.openxmlformats.org/drawingml/2006/main">
            <a:off x="5578480" y="398302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88" name="data-point-688">
            <a:extLst xmlns:a="http://schemas.openxmlformats.org/drawingml/2006/main">
              <a:ext uri="{FF2B5EF4-FFF2-40B4-BE49-F238E27FC236}">
                <a16:creationId xmlns:a16="http://schemas.microsoft.com/office/drawing/2014/main" id="{74373E71-933B-4348-86BC-9FF80E37DA75}"/>
              </a:ext>
            </a:extLst>
          </p:cNvPr>
          <p:cNvSpPr>
            <a:spLocks xmlns:a="http://schemas.openxmlformats.org/drawingml/2006/main" noGrp="1"/>
          </p:cNvSpPr>
          <p:nvPr/>
        </p:nvSpPr>
        <p:spPr>
          <a:xfrm xmlns:a="http://schemas.openxmlformats.org/drawingml/2006/main">
            <a:off x="5592625" y="398473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89" name="data-point-689">
            <a:extLst xmlns:a="http://schemas.openxmlformats.org/drawingml/2006/main">
              <a:ext uri="{FF2B5EF4-FFF2-40B4-BE49-F238E27FC236}">
                <a16:creationId xmlns:a16="http://schemas.microsoft.com/office/drawing/2014/main" id="{30BE2489-C5C3-4169-9DEF-0A9D7E018A4A}"/>
              </a:ext>
            </a:extLst>
          </p:cNvPr>
          <p:cNvSpPr>
            <a:spLocks xmlns:a="http://schemas.openxmlformats.org/drawingml/2006/main" noGrp="1"/>
          </p:cNvSpPr>
          <p:nvPr/>
        </p:nvSpPr>
        <p:spPr>
          <a:xfrm xmlns:a="http://schemas.openxmlformats.org/drawingml/2006/main">
            <a:off x="5572576" y="38929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90" name="data-point-690">
            <a:extLst xmlns:a="http://schemas.openxmlformats.org/drawingml/2006/main">
              <a:ext uri="{FF2B5EF4-FFF2-40B4-BE49-F238E27FC236}">
                <a16:creationId xmlns:a16="http://schemas.microsoft.com/office/drawing/2014/main" id="{95618B70-4446-4490-9F28-E07D2F8634DB}"/>
              </a:ext>
            </a:extLst>
          </p:cNvPr>
          <p:cNvSpPr>
            <a:spLocks xmlns:a="http://schemas.openxmlformats.org/drawingml/2006/main" noGrp="1"/>
          </p:cNvSpPr>
          <p:nvPr/>
        </p:nvSpPr>
        <p:spPr>
          <a:xfrm xmlns:a="http://schemas.openxmlformats.org/drawingml/2006/main">
            <a:off x="5624845" y="386819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91" name="data-point-691">
            <a:extLst xmlns:a="http://schemas.openxmlformats.org/drawingml/2006/main">
              <a:ext uri="{FF2B5EF4-FFF2-40B4-BE49-F238E27FC236}">
                <a16:creationId xmlns:a16="http://schemas.microsoft.com/office/drawing/2014/main" id="{97B99840-EEC3-4301-951E-643763C446E4}"/>
              </a:ext>
            </a:extLst>
          </p:cNvPr>
          <p:cNvSpPr>
            <a:spLocks xmlns:a="http://schemas.openxmlformats.org/drawingml/2006/main" noGrp="1"/>
          </p:cNvSpPr>
          <p:nvPr/>
        </p:nvSpPr>
        <p:spPr>
          <a:xfrm xmlns:a="http://schemas.openxmlformats.org/drawingml/2006/main">
            <a:off x="5695100" y="368430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92" name="data-point-692">
            <a:extLst xmlns:a="http://schemas.openxmlformats.org/drawingml/2006/main">
              <a:ext uri="{FF2B5EF4-FFF2-40B4-BE49-F238E27FC236}">
                <a16:creationId xmlns:a16="http://schemas.microsoft.com/office/drawing/2014/main" id="{7D5BB8B4-3F89-46D6-B7CE-0BC8247F9D39}"/>
              </a:ext>
            </a:extLst>
          </p:cNvPr>
          <p:cNvSpPr>
            <a:spLocks xmlns:a="http://schemas.openxmlformats.org/drawingml/2006/main" noGrp="1"/>
          </p:cNvSpPr>
          <p:nvPr/>
        </p:nvSpPr>
        <p:spPr>
          <a:xfrm xmlns:a="http://schemas.openxmlformats.org/drawingml/2006/main">
            <a:off x="5886053" y="378854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693" name="data-point-693">
            <a:extLst xmlns:a="http://schemas.openxmlformats.org/drawingml/2006/main">
              <a:ext uri="{FF2B5EF4-FFF2-40B4-BE49-F238E27FC236}">
                <a16:creationId xmlns:a16="http://schemas.microsoft.com/office/drawing/2014/main" id="{0DA4D2E8-E928-4A61-9A6F-17DE4E1A9B71}"/>
              </a:ext>
            </a:extLst>
          </p:cNvPr>
          <p:cNvSpPr>
            <a:spLocks xmlns:a="http://schemas.openxmlformats.org/drawingml/2006/main" noGrp="1"/>
          </p:cNvSpPr>
          <p:nvPr/>
        </p:nvSpPr>
        <p:spPr>
          <a:xfrm xmlns:a="http://schemas.openxmlformats.org/drawingml/2006/main">
            <a:off x="5544267" y="402499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94" name="data-point-694">
            <a:extLst xmlns:a="http://schemas.openxmlformats.org/drawingml/2006/main">
              <a:ext uri="{FF2B5EF4-FFF2-40B4-BE49-F238E27FC236}">
                <a16:creationId xmlns:a16="http://schemas.microsoft.com/office/drawing/2014/main" id="{6ACC4A3A-7932-4D3C-A329-1E4F3E04647F}"/>
              </a:ext>
            </a:extLst>
          </p:cNvPr>
          <p:cNvSpPr>
            <a:spLocks xmlns:a="http://schemas.openxmlformats.org/drawingml/2006/main" noGrp="1"/>
          </p:cNvSpPr>
          <p:nvPr/>
        </p:nvSpPr>
        <p:spPr>
          <a:xfrm xmlns:a="http://schemas.openxmlformats.org/drawingml/2006/main">
            <a:off x="5545125" y="401577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95" name="data-point-695">
            <a:extLst xmlns:a="http://schemas.openxmlformats.org/drawingml/2006/main">
              <a:ext uri="{FF2B5EF4-FFF2-40B4-BE49-F238E27FC236}">
                <a16:creationId xmlns:a16="http://schemas.microsoft.com/office/drawing/2014/main" id="{E0D7F847-AF42-4AC4-A504-22D8F24AE620}"/>
              </a:ext>
            </a:extLst>
          </p:cNvPr>
          <p:cNvSpPr>
            <a:spLocks xmlns:a="http://schemas.openxmlformats.org/drawingml/2006/main" noGrp="1"/>
          </p:cNvSpPr>
          <p:nvPr/>
        </p:nvSpPr>
        <p:spPr>
          <a:xfrm xmlns:a="http://schemas.openxmlformats.org/drawingml/2006/main">
            <a:off x="5404218" y="423593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96" name="data-point-696">
            <a:extLst xmlns:a="http://schemas.openxmlformats.org/drawingml/2006/main">
              <a:ext uri="{FF2B5EF4-FFF2-40B4-BE49-F238E27FC236}">
                <a16:creationId xmlns:a16="http://schemas.microsoft.com/office/drawing/2014/main" id="{A3CCFCAC-9B9D-4C6B-8055-5789CAE5BB04}"/>
              </a:ext>
            </a:extLst>
          </p:cNvPr>
          <p:cNvSpPr>
            <a:spLocks xmlns:a="http://schemas.openxmlformats.org/drawingml/2006/main" noGrp="1"/>
          </p:cNvSpPr>
          <p:nvPr/>
        </p:nvSpPr>
        <p:spPr>
          <a:xfrm xmlns:a="http://schemas.openxmlformats.org/drawingml/2006/main">
            <a:off x="5304775" y="422689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697" name="data-point-697">
            <a:extLst xmlns:a="http://schemas.openxmlformats.org/drawingml/2006/main">
              <a:ext uri="{FF2B5EF4-FFF2-40B4-BE49-F238E27FC236}">
                <a16:creationId xmlns:a16="http://schemas.microsoft.com/office/drawing/2014/main" id="{EFC0EB55-65AA-44EF-90C7-558205EC3981}"/>
              </a:ext>
            </a:extLst>
          </p:cNvPr>
          <p:cNvSpPr>
            <a:spLocks xmlns:a="http://schemas.openxmlformats.org/drawingml/2006/main" noGrp="1"/>
          </p:cNvSpPr>
          <p:nvPr/>
        </p:nvSpPr>
        <p:spPr>
          <a:xfrm xmlns:a="http://schemas.openxmlformats.org/drawingml/2006/main">
            <a:off x="5584188" y="3995431"/>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98" name="data-point-698">
            <a:extLst xmlns:a="http://schemas.openxmlformats.org/drawingml/2006/main">
              <a:ext uri="{FF2B5EF4-FFF2-40B4-BE49-F238E27FC236}">
                <a16:creationId xmlns:a16="http://schemas.microsoft.com/office/drawing/2014/main" id="{F9FF3FD1-3F42-43E4-9219-83184B7FE6D5}"/>
              </a:ext>
            </a:extLst>
          </p:cNvPr>
          <p:cNvSpPr>
            <a:spLocks xmlns:a="http://schemas.openxmlformats.org/drawingml/2006/main" noGrp="1"/>
          </p:cNvSpPr>
          <p:nvPr/>
        </p:nvSpPr>
        <p:spPr>
          <a:xfrm xmlns:a="http://schemas.openxmlformats.org/drawingml/2006/main">
            <a:off x="5568352" y="404920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699" name="data-point-699">
            <a:extLst xmlns:a="http://schemas.openxmlformats.org/drawingml/2006/main">
              <a:ext uri="{FF2B5EF4-FFF2-40B4-BE49-F238E27FC236}">
                <a16:creationId xmlns:a16="http://schemas.microsoft.com/office/drawing/2014/main" id="{1AD8A215-C2C5-48C1-91B0-386B6ECD2B2C}"/>
              </a:ext>
            </a:extLst>
          </p:cNvPr>
          <p:cNvSpPr>
            <a:spLocks xmlns:a="http://schemas.openxmlformats.org/drawingml/2006/main" noGrp="1"/>
          </p:cNvSpPr>
          <p:nvPr/>
        </p:nvSpPr>
        <p:spPr>
          <a:xfrm xmlns:a="http://schemas.openxmlformats.org/drawingml/2006/main">
            <a:off x="5619343" y="39524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00" name="data-point-700">
            <a:extLst xmlns:a="http://schemas.openxmlformats.org/drawingml/2006/main">
              <a:ext uri="{FF2B5EF4-FFF2-40B4-BE49-F238E27FC236}">
                <a16:creationId xmlns:a16="http://schemas.microsoft.com/office/drawing/2014/main" id="{3E1B50F2-763C-407F-BEB5-ADBBE63CF545}"/>
              </a:ext>
            </a:extLst>
          </p:cNvPr>
          <p:cNvSpPr>
            <a:spLocks xmlns:a="http://schemas.openxmlformats.org/drawingml/2006/main" noGrp="1"/>
          </p:cNvSpPr>
          <p:nvPr/>
        </p:nvSpPr>
        <p:spPr>
          <a:xfrm xmlns:a="http://schemas.openxmlformats.org/drawingml/2006/main">
            <a:off x="5617122" y="398090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01" name="data-point-701">
            <a:extLst xmlns:a="http://schemas.openxmlformats.org/drawingml/2006/main">
              <a:ext uri="{FF2B5EF4-FFF2-40B4-BE49-F238E27FC236}">
                <a16:creationId xmlns:a16="http://schemas.microsoft.com/office/drawing/2014/main" id="{E810061E-A4C1-488D-9E46-4F99576C63E7}"/>
              </a:ext>
            </a:extLst>
          </p:cNvPr>
          <p:cNvSpPr>
            <a:spLocks xmlns:a="http://schemas.openxmlformats.org/drawingml/2006/main" noGrp="1"/>
          </p:cNvSpPr>
          <p:nvPr/>
        </p:nvSpPr>
        <p:spPr>
          <a:xfrm xmlns:a="http://schemas.openxmlformats.org/drawingml/2006/main">
            <a:off x="5644748" y="398084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02" name="data-point-702">
            <a:extLst xmlns:a="http://schemas.openxmlformats.org/drawingml/2006/main">
              <a:ext uri="{FF2B5EF4-FFF2-40B4-BE49-F238E27FC236}">
                <a16:creationId xmlns:a16="http://schemas.microsoft.com/office/drawing/2014/main" id="{02506664-294E-47FF-A837-09BFC9AD2610}"/>
              </a:ext>
            </a:extLst>
          </p:cNvPr>
          <p:cNvSpPr>
            <a:spLocks xmlns:a="http://schemas.openxmlformats.org/drawingml/2006/main" noGrp="1"/>
          </p:cNvSpPr>
          <p:nvPr/>
        </p:nvSpPr>
        <p:spPr>
          <a:xfrm xmlns:a="http://schemas.openxmlformats.org/drawingml/2006/main">
            <a:off x="5619148" y="399985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03" name="data-point-703">
            <a:extLst xmlns:a="http://schemas.openxmlformats.org/drawingml/2006/main">
              <a:ext uri="{FF2B5EF4-FFF2-40B4-BE49-F238E27FC236}">
                <a16:creationId xmlns:a16="http://schemas.microsoft.com/office/drawing/2014/main" id="{72E5DB9C-FC13-46BF-B82E-9F5861A85A25}"/>
              </a:ext>
            </a:extLst>
          </p:cNvPr>
          <p:cNvSpPr>
            <a:spLocks xmlns:a="http://schemas.openxmlformats.org/drawingml/2006/main" noGrp="1"/>
          </p:cNvSpPr>
          <p:nvPr/>
        </p:nvSpPr>
        <p:spPr>
          <a:xfrm xmlns:a="http://schemas.openxmlformats.org/drawingml/2006/main">
            <a:off x="5454191" y="414360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04" name="data-point-704">
            <a:extLst xmlns:a="http://schemas.openxmlformats.org/drawingml/2006/main">
              <a:ext uri="{FF2B5EF4-FFF2-40B4-BE49-F238E27FC236}">
                <a16:creationId xmlns:a16="http://schemas.microsoft.com/office/drawing/2014/main" id="{2986F28B-BC7A-4A78-97E2-C2B4DD513167}"/>
              </a:ext>
            </a:extLst>
          </p:cNvPr>
          <p:cNvSpPr>
            <a:spLocks xmlns:a="http://schemas.openxmlformats.org/drawingml/2006/main" noGrp="1"/>
          </p:cNvSpPr>
          <p:nvPr/>
        </p:nvSpPr>
        <p:spPr>
          <a:xfrm xmlns:a="http://schemas.openxmlformats.org/drawingml/2006/main">
            <a:off x="5347406" y="406161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05" name="data-point-705">
            <a:extLst xmlns:a="http://schemas.openxmlformats.org/drawingml/2006/main">
              <a:ext uri="{FF2B5EF4-FFF2-40B4-BE49-F238E27FC236}">
                <a16:creationId xmlns:a16="http://schemas.microsoft.com/office/drawing/2014/main" id="{BC01F17C-300F-426A-8DAE-B3E9F51DCA94}"/>
              </a:ext>
            </a:extLst>
          </p:cNvPr>
          <p:cNvSpPr>
            <a:spLocks xmlns:a="http://schemas.openxmlformats.org/drawingml/2006/main" noGrp="1"/>
          </p:cNvSpPr>
          <p:nvPr/>
        </p:nvSpPr>
        <p:spPr>
          <a:xfrm xmlns:a="http://schemas.openxmlformats.org/drawingml/2006/main">
            <a:off x="5644529" y="40666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06" name="data-point-706">
            <a:extLst xmlns:a="http://schemas.openxmlformats.org/drawingml/2006/main">
              <a:ext uri="{FF2B5EF4-FFF2-40B4-BE49-F238E27FC236}">
                <a16:creationId xmlns:a16="http://schemas.microsoft.com/office/drawing/2014/main" id="{02DF0B81-D01A-46B2-A692-FEA4B878440C}"/>
              </a:ext>
            </a:extLst>
          </p:cNvPr>
          <p:cNvSpPr>
            <a:spLocks xmlns:a="http://schemas.openxmlformats.org/drawingml/2006/main" noGrp="1"/>
          </p:cNvSpPr>
          <p:nvPr/>
        </p:nvSpPr>
        <p:spPr>
          <a:xfrm xmlns:a="http://schemas.openxmlformats.org/drawingml/2006/main">
            <a:off x="5524711" y="383923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07" name="data-point-707">
            <a:extLst xmlns:a="http://schemas.openxmlformats.org/drawingml/2006/main">
              <a:ext uri="{FF2B5EF4-FFF2-40B4-BE49-F238E27FC236}">
                <a16:creationId xmlns:a16="http://schemas.microsoft.com/office/drawing/2014/main" id="{7513F8FE-AA37-4983-9050-9338ABDD1BD1}"/>
              </a:ext>
            </a:extLst>
          </p:cNvPr>
          <p:cNvSpPr>
            <a:spLocks xmlns:a="http://schemas.openxmlformats.org/drawingml/2006/main" noGrp="1"/>
          </p:cNvSpPr>
          <p:nvPr/>
        </p:nvSpPr>
        <p:spPr>
          <a:xfrm xmlns:a="http://schemas.openxmlformats.org/drawingml/2006/main">
            <a:off x="5661738" y="391165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08" name="data-point-708">
            <a:extLst xmlns:a="http://schemas.openxmlformats.org/drawingml/2006/main">
              <a:ext uri="{FF2B5EF4-FFF2-40B4-BE49-F238E27FC236}">
                <a16:creationId xmlns:a16="http://schemas.microsoft.com/office/drawing/2014/main" id="{EEDE92F0-F3D3-4944-80C2-98FA6DDED2CE}"/>
              </a:ext>
            </a:extLst>
          </p:cNvPr>
          <p:cNvSpPr>
            <a:spLocks xmlns:a="http://schemas.openxmlformats.org/drawingml/2006/main" noGrp="1"/>
          </p:cNvSpPr>
          <p:nvPr/>
        </p:nvSpPr>
        <p:spPr>
          <a:xfrm xmlns:a="http://schemas.openxmlformats.org/drawingml/2006/main">
            <a:off x="5584924" y="384393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09" name="data-point-709">
            <a:extLst xmlns:a="http://schemas.openxmlformats.org/drawingml/2006/main">
              <a:ext uri="{FF2B5EF4-FFF2-40B4-BE49-F238E27FC236}">
                <a16:creationId xmlns:a16="http://schemas.microsoft.com/office/drawing/2014/main" id="{071C7ADF-B841-4279-8301-83355B569375}"/>
              </a:ext>
            </a:extLst>
          </p:cNvPr>
          <p:cNvSpPr>
            <a:spLocks xmlns:a="http://schemas.openxmlformats.org/drawingml/2006/main" noGrp="1"/>
          </p:cNvSpPr>
          <p:nvPr/>
        </p:nvSpPr>
        <p:spPr>
          <a:xfrm xmlns:a="http://schemas.openxmlformats.org/drawingml/2006/main">
            <a:off x="5675715" y="383344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10" name="data-point-710">
            <a:extLst xmlns:a="http://schemas.openxmlformats.org/drawingml/2006/main">
              <a:ext uri="{FF2B5EF4-FFF2-40B4-BE49-F238E27FC236}">
                <a16:creationId xmlns:a16="http://schemas.microsoft.com/office/drawing/2014/main" id="{39D39162-205A-45C3-A47D-FA4298CF8A2C}"/>
              </a:ext>
            </a:extLst>
          </p:cNvPr>
          <p:cNvSpPr>
            <a:spLocks xmlns:a="http://schemas.openxmlformats.org/drawingml/2006/main" noGrp="1"/>
          </p:cNvSpPr>
          <p:nvPr/>
        </p:nvSpPr>
        <p:spPr>
          <a:xfrm xmlns:a="http://schemas.openxmlformats.org/drawingml/2006/main">
            <a:off x="5756237" y="406265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11" name="data-point-711">
            <a:extLst xmlns:a="http://schemas.openxmlformats.org/drawingml/2006/main">
              <a:ext uri="{FF2B5EF4-FFF2-40B4-BE49-F238E27FC236}">
                <a16:creationId xmlns:a16="http://schemas.microsoft.com/office/drawing/2014/main" id="{73DCC733-78E5-4635-B8A6-E62ED87329D4}"/>
              </a:ext>
            </a:extLst>
          </p:cNvPr>
          <p:cNvSpPr>
            <a:spLocks xmlns:a="http://schemas.openxmlformats.org/drawingml/2006/main" noGrp="1"/>
          </p:cNvSpPr>
          <p:nvPr/>
        </p:nvSpPr>
        <p:spPr>
          <a:xfrm xmlns:a="http://schemas.openxmlformats.org/drawingml/2006/main">
            <a:off x="5291723" y="426800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12" name="data-point-712">
            <a:extLst xmlns:a="http://schemas.openxmlformats.org/drawingml/2006/main">
              <a:ext uri="{FF2B5EF4-FFF2-40B4-BE49-F238E27FC236}">
                <a16:creationId xmlns:a16="http://schemas.microsoft.com/office/drawing/2014/main" id="{8379DFDE-462E-4ACD-8658-566C9899538D}"/>
              </a:ext>
            </a:extLst>
          </p:cNvPr>
          <p:cNvSpPr>
            <a:spLocks xmlns:a="http://schemas.openxmlformats.org/drawingml/2006/main" noGrp="1"/>
          </p:cNvSpPr>
          <p:nvPr/>
        </p:nvSpPr>
        <p:spPr>
          <a:xfrm xmlns:a="http://schemas.openxmlformats.org/drawingml/2006/main">
            <a:off x="5244048" y="419001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13" name="data-point-713">
            <a:extLst xmlns:a="http://schemas.openxmlformats.org/drawingml/2006/main">
              <a:ext uri="{FF2B5EF4-FFF2-40B4-BE49-F238E27FC236}">
                <a16:creationId xmlns:a16="http://schemas.microsoft.com/office/drawing/2014/main" id="{E4F27AD6-6FFD-4736-8F62-23237DBF22F1}"/>
              </a:ext>
            </a:extLst>
          </p:cNvPr>
          <p:cNvSpPr>
            <a:spLocks xmlns:a="http://schemas.openxmlformats.org/drawingml/2006/main" noGrp="1"/>
          </p:cNvSpPr>
          <p:nvPr/>
        </p:nvSpPr>
        <p:spPr>
          <a:xfrm xmlns:a="http://schemas.openxmlformats.org/drawingml/2006/main">
            <a:off x="5291971" y="422717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14" name="data-point-714">
            <a:extLst xmlns:a="http://schemas.openxmlformats.org/drawingml/2006/main">
              <a:ext uri="{FF2B5EF4-FFF2-40B4-BE49-F238E27FC236}">
                <a16:creationId xmlns:a16="http://schemas.microsoft.com/office/drawing/2014/main" id="{DB2F7CF5-E9CF-4FAB-90D1-DA0DF2E75011}"/>
              </a:ext>
            </a:extLst>
          </p:cNvPr>
          <p:cNvSpPr>
            <a:spLocks xmlns:a="http://schemas.openxmlformats.org/drawingml/2006/main" noGrp="1"/>
          </p:cNvSpPr>
          <p:nvPr/>
        </p:nvSpPr>
        <p:spPr>
          <a:xfrm xmlns:a="http://schemas.openxmlformats.org/drawingml/2006/main">
            <a:off x="5579250" y="406767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15" name="data-point-715">
            <a:extLst xmlns:a="http://schemas.openxmlformats.org/drawingml/2006/main">
              <a:ext uri="{FF2B5EF4-FFF2-40B4-BE49-F238E27FC236}">
                <a16:creationId xmlns:a16="http://schemas.microsoft.com/office/drawing/2014/main" id="{C3C1D6AE-B323-41C3-BCD2-47AEFDCCF83B}"/>
              </a:ext>
            </a:extLst>
          </p:cNvPr>
          <p:cNvSpPr>
            <a:spLocks xmlns:a="http://schemas.openxmlformats.org/drawingml/2006/main" noGrp="1"/>
          </p:cNvSpPr>
          <p:nvPr/>
        </p:nvSpPr>
        <p:spPr>
          <a:xfrm xmlns:a="http://schemas.openxmlformats.org/drawingml/2006/main">
            <a:off x="5486184" y="399523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16" name="data-point-716">
            <a:extLst xmlns:a="http://schemas.openxmlformats.org/drawingml/2006/main">
              <a:ext uri="{FF2B5EF4-FFF2-40B4-BE49-F238E27FC236}">
                <a16:creationId xmlns:a16="http://schemas.microsoft.com/office/drawing/2014/main" id="{021D97CC-2871-4CF5-995D-2A7675FAC4F9}"/>
              </a:ext>
            </a:extLst>
          </p:cNvPr>
          <p:cNvSpPr>
            <a:spLocks xmlns:a="http://schemas.openxmlformats.org/drawingml/2006/main" noGrp="1"/>
          </p:cNvSpPr>
          <p:nvPr/>
        </p:nvSpPr>
        <p:spPr>
          <a:xfrm xmlns:a="http://schemas.openxmlformats.org/drawingml/2006/main">
            <a:off x="5541962" y="403978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17" name="data-point-717">
            <a:extLst xmlns:a="http://schemas.openxmlformats.org/drawingml/2006/main">
              <a:ext uri="{FF2B5EF4-FFF2-40B4-BE49-F238E27FC236}">
                <a16:creationId xmlns:a16="http://schemas.microsoft.com/office/drawing/2014/main" id="{2168FD08-BA94-4A53-BD37-84795F1E892D}"/>
              </a:ext>
            </a:extLst>
          </p:cNvPr>
          <p:cNvSpPr>
            <a:spLocks xmlns:a="http://schemas.openxmlformats.org/drawingml/2006/main" noGrp="1"/>
          </p:cNvSpPr>
          <p:nvPr/>
        </p:nvSpPr>
        <p:spPr>
          <a:xfrm xmlns:a="http://schemas.openxmlformats.org/drawingml/2006/main">
            <a:off x="5443370" y="413691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18" name="data-point-718">
            <a:extLst xmlns:a="http://schemas.openxmlformats.org/drawingml/2006/main">
              <a:ext uri="{FF2B5EF4-FFF2-40B4-BE49-F238E27FC236}">
                <a16:creationId xmlns:a16="http://schemas.microsoft.com/office/drawing/2014/main" id="{F40C2320-0698-4C22-B9FC-16F85B711A93}"/>
              </a:ext>
            </a:extLst>
          </p:cNvPr>
          <p:cNvSpPr>
            <a:spLocks xmlns:a="http://schemas.openxmlformats.org/drawingml/2006/main" noGrp="1"/>
          </p:cNvSpPr>
          <p:nvPr/>
        </p:nvSpPr>
        <p:spPr>
          <a:xfrm xmlns:a="http://schemas.openxmlformats.org/drawingml/2006/main">
            <a:off x="5404094" y="401744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19" name="data-point-719">
            <a:extLst xmlns:a="http://schemas.openxmlformats.org/drawingml/2006/main">
              <a:ext uri="{FF2B5EF4-FFF2-40B4-BE49-F238E27FC236}">
                <a16:creationId xmlns:a16="http://schemas.microsoft.com/office/drawing/2014/main" id="{176CDE1A-18FD-48F5-82A9-F93118685FDE}"/>
              </a:ext>
            </a:extLst>
          </p:cNvPr>
          <p:cNvSpPr>
            <a:spLocks xmlns:a="http://schemas.openxmlformats.org/drawingml/2006/main" noGrp="1"/>
          </p:cNvSpPr>
          <p:nvPr/>
        </p:nvSpPr>
        <p:spPr>
          <a:xfrm xmlns:a="http://schemas.openxmlformats.org/drawingml/2006/main">
            <a:off x="5350666" y="426676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20" name="data-point-720">
            <a:extLst xmlns:a="http://schemas.openxmlformats.org/drawingml/2006/main">
              <a:ext uri="{FF2B5EF4-FFF2-40B4-BE49-F238E27FC236}">
                <a16:creationId xmlns:a16="http://schemas.microsoft.com/office/drawing/2014/main" id="{C0278BC6-1340-46E4-80B7-28F7D7001671}"/>
              </a:ext>
            </a:extLst>
          </p:cNvPr>
          <p:cNvSpPr>
            <a:spLocks xmlns:a="http://schemas.openxmlformats.org/drawingml/2006/main" noGrp="1"/>
          </p:cNvSpPr>
          <p:nvPr/>
        </p:nvSpPr>
        <p:spPr>
          <a:xfrm xmlns:a="http://schemas.openxmlformats.org/drawingml/2006/main">
            <a:off x="5273291" y="42411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21" name="data-point-721">
            <a:extLst xmlns:a="http://schemas.openxmlformats.org/drawingml/2006/main">
              <a:ext uri="{FF2B5EF4-FFF2-40B4-BE49-F238E27FC236}">
                <a16:creationId xmlns:a16="http://schemas.microsoft.com/office/drawing/2014/main" id="{8ED99B91-0A9B-4EAE-BA24-E4B23FA18F51}"/>
              </a:ext>
            </a:extLst>
          </p:cNvPr>
          <p:cNvSpPr>
            <a:spLocks xmlns:a="http://schemas.openxmlformats.org/drawingml/2006/main" noGrp="1"/>
          </p:cNvSpPr>
          <p:nvPr/>
        </p:nvSpPr>
        <p:spPr>
          <a:xfrm xmlns:a="http://schemas.openxmlformats.org/drawingml/2006/main">
            <a:off x="5253496" y="419602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22" name="data-point-722">
            <a:extLst xmlns:a="http://schemas.openxmlformats.org/drawingml/2006/main">
              <a:ext uri="{FF2B5EF4-FFF2-40B4-BE49-F238E27FC236}">
                <a16:creationId xmlns:a16="http://schemas.microsoft.com/office/drawing/2014/main" id="{FBE965D5-283B-4C9A-84F2-6BF359945EFB}"/>
              </a:ext>
            </a:extLst>
          </p:cNvPr>
          <p:cNvSpPr>
            <a:spLocks xmlns:a="http://schemas.openxmlformats.org/drawingml/2006/main" noGrp="1"/>
          </p:cNvSpPr>
          <p:nvPr/>
        </p:nvSpPr>
        <p:spPr>
          <a:xfrm xmlns:a="http://schemas.openxmlformats.org/drawingml/2006/main">
            <a:off x="5809519" y="374669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23" name="data-point-723">
            <a:extLst xmlns:a="http://schemas.openxmlformats.org/drawingml/2006/main">
              <a:ext uri="{FF2B5EF4-FFF2-40B4-BE49-F238E27FC236}">
                <a16:creationId xmlns:a16="http://schemas.microsoft.com/office/drawing/2014/main" id="{3879707B-39BD-4C4A-909F-A8D36D70CC74}"/>
              </a:ext>
            </a:extLst>
          </p:cNvPr>
          <p:cNvSpPr>
            <a:spLocks xmlns:a="http://schemas.openxmlformats.org/drawingml/2006/main" noGrp="1"/>
          </p:cNvSpPr>
          <p:nvPr/>
        </p:nvSpPr>
        <p:spPr>
          <a:xfrm xmlns:a="http://schemas.openxmlformats.org/drawingml/2006/main">
            <a:off x="5861990" y="384019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24" name="data-point-724">
            <a:extLst xmlns:a="http://schemas.openxmlformats.org/drawingml/2006/main">
              <a:ext uri="{FF2B5EF4-FFF2-40B4-BE49-F238E27FC236}">
                <a16:creationId xmlns:a16="http://schemas.microsoft.com/office/drawing/2014/main" id="{7089BB06-E49B-4A2D-ADD6-E4EA79A6635A}"/>
              </a:ext>
            </a:extLst>
          </p:cNvPr>
          <p:cNvSpPr>
            <a:spLocks xmlns:a="http://schemas.openxmlformats.org/drawingml/2006/main" noGrp="1"/>
          </p:cNvSpPr>
          <p:nvPr/>
        </p:nvSpPr>
        <p:spPr>
          <a:xfrm xmlns:a="http://schemas.openxmlformats.org/drawingml/2006/main">
            <a:off x="5775903" y="38215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25" name="data-point-725">
            <a:extLst xmlns:a="http://schemas.openxmlformats.org/drawingml/2006/main">
              <a:ext uri="{FF2B5EF4-FFF2-40B4-BE49-F238E27FC236}">
                <a16:creationId xmlns:a16="http://schemas.microsoft.com/office/drawing/2014/main" id="{F34BE0D1-3AE5-456D-9658-63D390FE050B}"/>
              </a:ext>
            </a:extLst>
          </p:cNvPr>
          <p:cNvSpPr>
            <a:spLocks xmlns:a="http://schemas.openxmlformats.org/drawingml/2006/main" noGrp="1"/>
          </p:cNvSpPr>
          <p:nvPr/>
        </p:nvSpPr>
        <p:spPr>
          <a:xfrm xmlns:a="http://schemas.openxmlformats.org/drawingml/2006/main">
            <a:off x="5774813" y="383288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26" name="data-point-726">
            <a:extLst xmlns:a="http://schemas.openxmlformats.org/drawingml/2006/main">
              <a:ext uri="{FF2B5EF4-FFF2-40B4-BE49-F238E27FC236}">
                <a16:creationId xmlns:a16="http://schemas.microsoft.com/office/drawing/2014/main" id="{12A9F811-D877-4F94-AE59-A19155CF5FA1}"/>
              </a:ext>
            </a:extLst>
          </p:cNvPr>
          <p:cNvSpPr>
            <a:spLocks xmlns:a="http://schemas.openxmlformats.org/drawingml/2006/main" noGrp="1"/>
          </p:cNvSpPr>
          <p:nvPr/>
        </p:nvSpPr>
        <p:spPr>
          <a:xfrm xmlns:a="http://schemas.openxmlformats.org/drawingml/2006/main">
            <a:off x="5783020" y="382198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27" name="data-point-727">
            <a:extLst xmlns:a="http://schemas.openxmlformats.org/drawingml/2006/main">
              <a:ext uri="{FF2B5EF4-FFF2-40B4-BE49-F238E27FC236}">
                <a16:creationId xmlns:a16="http://schemas.microsoft.com/office/drawing/2014/main" id="{D7DC3DF6-4340-49F5-9FBD-4762A2E902F6}"/>
              </a:ext>
            </a:extLst>
          </p:cNvPr>
          <p:cNvSpPr>
            <a:spLocks xmlns:a="http://schemas.openxmlformats.org/drawingml/2006/main" noGrp="1"/>
          </p:cNvSpPr>
          <p:nvPr/>
        </p:nvSpPr>
        <p:spPr>
          <a:xfrm xmlns:a="http://schemas.openxmlformats.org/drawingml/2006/main">
            <a:off x="5313402" y="418629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28" name="data-point-728">
            <a:extLst xmlns:a="http://schemas.openxmlformats.org/drawingml/2006/main">
              <a:ext uri="{FF2B5EF4-FFF2-40B4-BE49-F238E27FC236}">
                <a16:creationId xmlns:a16="http://schemas.microsoft.com/office/drawing/2014/main" id="{15FE8E76-47B2-45A2-9540-B92FF3085FE7}"/>
              </a:ext>
            </a:extLst>
          </p:cNvPr>
          <p:cNvSpPr>
            <a:spLocks xmlns:a="http://schemas.openxmlformats.org/drawingml/2006/main" noGrp="1"/>
          </p:cNvSpPr>
          <p:nvPr/>
        </p:nvSpPr>
        <p:spPr>
          <a:xfrm xmlns:a="http://schemas.openxmlformats.org/drawingml/2006/main">
            <a:off x="5326824" y="422448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29" name="data-point-729">
            <a:extLst xmlns:a="http://schemas.openxmlformats.org/drawingml/2006/main">
              <a:ext uri="{FF2B5EF4-FFF2-40B4-BE49-F238E27FC236}">
                <a16:creationId xmlns:a16="http://schemas.microsoft.com/office/drawing/2014/main" id="{BB454944-6B48-4A0A-A7F7-EEE0841BD006}"/>
              </a:ext>
            </a:extLst>
          </p:cNvPr>
          <p:cNvSpPr>
            <a:spLocks xmlns:a="http://schemas.openxmlformats.org/drawingml/2006/main" noGrp="1"/>
          </p:cNvSpPr>
          <p:nvPr/>
        </p:nvSpPr>
        <p:spPr>
          <a:xfrm xmlns:a="http://schemas.openxmlformats.org/drawingml/2006/main">
            <a:off x="5376139" y="409553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30" name="data-point-730">
            <a:extLst xmlns:a="http://schemas.openxmlformats.org/drawingml/2006/main">
              <a:ext uri="{FF2B5EF4-FFF2-40B4-BE49-F238E27FC236}">
                <a16:creationId xmlns:a16="http://schemas.microsoft.com/office/drawing/2014/main" id="{F50EA1E9-BD86-4DAB-8845-A02BBF73B88A}"/>
              </a:ext>
            </a:extLst>
          </p:cNvPr>
          <p:cNvSpPr>
            <a:spLocks xmlns:a="http://schemas.openxmlformats.org/drawingml/2006/main" noGrp="1"/>
          </p:cNvSpPr>
          <p:nvPr/>
        </p:nvSpPr>
        <p:spPr>
          <a:xfrm xmlns:a="http://schemas.openxmlformats.org/drawingml/2006/main">
            <a:off x="5422380" y="416898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31" name="data-point-731">
            <a:extLst xmlns:a="http://schemas.openxmlformats.org/drawingml/2006/main">
              <a:ext uri="{FF2B5EF4-FFF2-40B4-BE49-F238E27FC236}">
                <a16:creationId xmlns:a16="http://schemas.microsoft.com/office/drawing/2014/main" id="{FEE83E05-D866-4B54-AD67-5C0045455D22}"/>
              </a:ext>
            </a:extLst>
          </p:cNvPr>
          <p:cNvSpPr>
            <a:spLocks xmlns:a="http://schemas.openxmlformats.org/drawingml/2006/main" noGrp="1"/>
          </p:cNvSpPr>
          <p:nvPr/>
        </p:nvSpPr>
        <p:spPr>
          <a:xfrm xmlns:a="http://schemas.openxmlformats.org/drawingml/2006/main">
            <a:off x="5441416" y="408145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32" name="data-point-732">
            <a:extLst xmlns:a="http://schemas.openxmlformats.org/drawingml/2006/main">
              <a:ext uri="{FF2B5EF4-FFF2-40B4-BE49-F238E27FC236}">
                <a16:creationId xmlns:a16="http://schemas.microsoft.com/office/drawing/2014/main" id="{A9BEABDC-D0F3-42E1-BEB4-98983B9662A1}"/>
              </a:ext>
            </a:extLst>
          </p:cNvPr>
          <p:cNvSpPr>
            <a:spLocks xmlns:a="http://schemas.openxmlformats.org/drawingml/2006/main" noGrp="1"/>
          </p:cNvSpPr>
          <p:nvPr/>
        </p:nvSpPr>
        <p:spPr>
          <a:xfrm xmlns:a="http://schemas.openxmlformats.org/drawingml/2006/main">
            <a:off x="5462912" y="417541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33" name="data-point-733">
            <a:extLst xmlns:a="http://schemas.openxmlformats.org/drawingml/2006/main">
              <a:ext uri="{FF2B5EF4-FFF2-40B4-BE49-F238E27FC236}">
                <a16:creationId xmlns:a16="http://schemas.microsoft.com/office/drawing/2014/main" id="{297A94BA-F840-4287-BB83-502818A8A29D}"/>
              </a:ext>
            </a:extLst>
          </p:cNvPr>
          <p:cNvSpPr>
            <a:spLocks xmlns:a="http://schemas.openxmlformats.org/drawingml/2006/main" noGrp="1"/>
          </p:cNvSpPr>
          <p:nvPr/>
        </p:nvSpPr>
        <p:spPr>
          <a:xfrm xmlns:a="http://schemas.openxmlformats.org/drawingml/2006/main">
            <a:off x="5385450" y="409508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34" name="data-point-734">
            <a:extLst xmlns:a="http://schemas.openxmlformats.org/drawingml/2006/main">
              <a:ext uri="{FF2B5EF4-FFF2-40B4-BE49-F238E27FC236}">
                <a16:creationId xmlns:a16="http://schemas.microsoft.com/office/drawing/2014/main" id="{9B19DAC0-3AEB-44F5-B572-44A5E4CBA996}"/>
              </a:ext>
            </a:extLst>
          </p:cNvPr>
          <p:cNvSpPr>
            <a:spLocks xmlns:a="http://schemas.openxmlformats.org/drawingml/2006/main" noGrp="1"/>
          </p:cNvSpPr>
          <p:nvPr/>
        </p:nvSpPr>
        <p:spPr>
          <a:xfrm xmlns:a="http://schemas.openxmlformats.org/drawingml/2006/main">
            <a:off x="5415021" y="413174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35" name="data-point-735">
            <a:extLst xmlns:a="http://schemas.openxmlformats.org/drawingml/2006/main">
              <a:ext uri="{FF2B5EF4-FFF2-40B4-BE49-F238E27FC236}">
                <a16:creationId xmlns:a16="http://schemas.microsoft.com/office/drawing/2014/main" id="{79065EFB-A703-4E5B-9114-D26CC918EBF9}"/>
              </a:ext>
            </a:extLst>
          </p:cNvPr>
          <p:cNvSpPr>
            <a:spLocks xmlns:a="http://schemas.openxmlformats.org/drawingml/2006/main" noGrp="1"/>
          </p:cNvSpPr>
          <p:nvPr/>
        </p:nvSpPr>
        <p:spPr>
          <a:xfrm xmlns:a="http://schemas.openxmlformats.org/drawingml/2006/main">
            <a:off x="5532920" y="410434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36" name="data-point-736">
            <a:extLst xmlns:a="http://schemas.openxmlformats.org/drawingml/2006/main">
              <a:ext uri="{FF2B5EF4-FFF2-40B4-BE49-F238E27FC236}">
                <a16:creationId xmlns:a16="http://schemas.microsoft.com/office/drawing/2014/main" id="{1FF13A8A-485A-4BF8-8C94-C69CBA24EE20}"/>
              </a:ext>
            </a:extLst>
          </p:cNvPr>
          <p:cNvSpPr>
            <a:spLocks xmlns:a="http://schemas.openxmlformats.org/drawingml/2006/main" noGrp="1"/>
          </p:cNvSpPr>
          <p:nvPr/>
        </p:nvSpPr>
        <p:spPr>
          <a:xfrm xmlns:a="http://schemas.openxmlformats.org/drawingml/2006/main">
            <a:off x="5462019" y="404556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37" name="data-point-737">
            <a:extLst xmlns:a="http://schemas.openxmlformats.org/drawingml/2006/main">
              <a:ext uri="{FF2B5EF4-FFF2-40B4-BE49-F238E27FC236}">
                <a16:creationId xmlns:a16="http://schemas.microsoft.com/office/drawing/2014/main" id="{FE82B1EE-0F85-4D02-8E85-D98257688506}"/>
              </a:ext>
            </a:extLst>
          </p:cNvPr>
          <p:cNvSpPr>
            <a:spLocks xmlns:a="http://schemas.openxmlformats.org/drawingml/2006/main" noGrp="1"/>
          </p:cNvSpPr>
          <p:nvPr/>
        </p:nvSpPr>
        <p:spPr>
          <a:xfrm xmlns:a="http://schemas.openxmlformats.org/drawingml/2006/main">
            <a:off x="5483771" y="407675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38" name="data-point-738">
            <a:extLst xmlns:a="http://schemas.openxmlformats.org/drawingml/2006/main">
              <a:ext uri="{FF2B5EF4-FFF2-40B4-BE49-F238E27FC236}">
                <a16:creationId xmlns:a16="http://schemas.microsoft.com/office/drawing/2014/main" id="{591A0169-E5F5-4360-BB4E-B56F39D3E9A3}"/>
              </a:ext>
            </a:extLst>
          </p:cNvPr>
          <p:cNvSpPr>
            <a:spLocks xmlns:a="http://schemas.openxmlformats.org/drawingml/2006/main" noGrp="1"/>
          </p:cNvSpPr>
          <p:nvPr/>
        </p:nvSpPr>
        <p:spPr>
          <a:xfrm xmlns:a="http://schemas.openxmlformats.org/drawingml/2006/main">
            <a:off x="5475213" y="410491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39" name="data-point-739">
            <a:extLst xmlns:a="http://schemas.openxmlformats.org/drawingml/2006/main">
              <a:ext uri="{FF2B5EF4-FFF2-40B4-BE49-F238E27FC236}">
                <a16:creationId xmlns:a16="http://schemas.microsoft.com/office/drawing/2014/main" id="{CDF7F752-B88B-4AA7-BAA7-5ADD8D8782F3}"/>
              </a:ext>
            </a:extLst>
          </p:cNvPr>
          <p:cNvSpPr>
            <a:spLocks xmlns:a="http://schemas.openxmlformats.org/drawingml/2006/main" noGrp="1"/>
          </p:cNvSpPr>
          <p:nvPr/>
        </p:nvSpPr>
        <p:spPr>
          <a:xfrm xmlns:a="http://schemas.openxmlformats.org/drawingml/2006/main">
            <a:off x="5552101" y="39317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40" name="data-point-740">
            <a:extLst xmlns:a="http://schemas.openxmlformats.org/drawingml/2006/main">
              <a:ext uri="{FF2B5EF4-FFF2-40B4-BE49-F238E27FC236}">
                <a16:creationId xmlns:a16="http://schemas.microsoft.com/office/drawing/2014/main" id="{4AFB3736-A610-44C6-834B-45FC766D80C7}"/>
              </a:ext>
            </a:extLst>
          </p:cNvPr>
          <p:cNvSpPr>
            <a:spLocks xmlns:a="http://schemas.openxmlformats.org/drawingml/2006/main" noGrp="1"/>
          </p:cNvSpPr>
          <p:nvPr/>
        </p:nvSpPr>
        <p:spPr>
          <a:xfrm xmlns:a="http://schemas.openxmlformats.org/drawingml/2006/main">
            <a:off x="5584770" y="4064811"/>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41" name="data-point-741">
            <a:extLst xmlns:a="http://schemas.openxmlformats.org/drawingml/2006/main">
              <a:ext uri="{FF2B5EF4-FFF2-40B4-BE49-F238E27FC236}">
                <a16:creationId xmlns:a16="http://schemas.microsoft.com/office/drawing/2014/main" id="{F6743F2D-E6B5-4CC0-AD7E-DC310DC3079C}"/>
              </a:ext>
            </a:extLst>
          </p:cNvPr>
          <p:cNvSpPr>
            <a:spLocks xmlns:a="http://schemas.openxmlformats.org/drawingml/2006/main" noGrp="1"/>
          </p:cNvSpPr>
          <p:nvPr/>
        </p:nvSpPr>
        <p:spPr>
          <a:xfrm xmlns:a="http://schemas.openxmlformats.org/drawingml/2006/main">
            <a:off x="5531941" y="416202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42" name="data-point-742">
            <a:extLst xmlns:a="http://schemas.openxmlformats.org/drawingml/2006/main">
              <a:ext uri="{FF2B5EF4-FFF2-40B4-BE49-F238E27FC236}">
                <a16:creationId xmlns:a16="http://schemas.microsoft.com/office/drawing/2014/main" id="{3F7FF301-9C53-4F5B-B237-9568AA393AA5}"/>
              </a:ext>
            </a:extLst>
          </p:cNvPr>
          <p:cNvSpPr>
            <a:spLocks xmlns:a="http://schemas.openxmlformats.org/drawingml/2006/main" noGrp="1"/>
          </p:cNvSpPr>
          <p:nvPr/>
        </p:nvSpPr>
        <p:spPr>
          <a:xfrm xmlns:a="http://schemas.openxmlformats.org/drawingml/2006/main">
            <a:off x="5823402" y="384945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43" name="data-point-743">
            <a:extLst xmlns:a="http://schemas.openxmlformats.org/drawingml/2006/main">
              <a:ext uri="{FF2B5EF4-FFF2-40B4-BE49-F238E27FC236}">
                <a16:creationId xmlns:a16="http://schemas.microsoft.com/office/drawing/2014/main" id="{F3F1691A-14D3-4AC2-BB6F-643897314254}"/>
              </a:ext>
            </a:extLst>
          </p:cNvPr>
          <p:cNvSpPr>
            <a:spLocks xmlns:a="http://schemas.openxmlformats.org/drawingml/2006/main" noGrp="1"/>
          </p:cNvSpPr>
          <p:nvPr/>
        </p:nvSpPr>
        <p:spPr>
          <a:xfrm xmlns:a="http://schemas.openxmlformats.org/drawingml/2006/main">
            <a:off x="5311702" y="420949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44" name="data-point-744">
            <a:extLst xmlns:a="http://schemas.openxmlformats.org/drawingml/2006/main">
              <a:ext uri="{FF2B5EF4-FFF2-40B4-BE49-F238E27FC236}">
                <a16:creationId xmlns:a16="http://schemas.microsoft.com/office/drawing/2014/main" id="{A32CFE22-356F-43A1-95AB-520190CFD7F1}"/>
              </a:ext>
            </a:extLst>
          </p:cNvPr>
          <p:cNvSpPr>
            <a:spLocks xmlns:a="http://schemas.openxmlformats.org/drawingml/2006/main" noGrp="1"/>
          </p:cNvSpPr>
          <p:nvPr/>
        </p:nvSpPr>
        <p:spPr>
          <a:xfrm xmlns:a="http://schemas.openxmlformats.org/drawingml/2006/main">
            <a:off x="5294217" y="429268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45" name="data-point-745">
            <a:extLst xmlns:a="http://schemas.openxmlformats.org/drawingml/2006/main">
              <a:ext uri="{FF2B5EF4-FFF2-40B4-BE49-F238E27FC236}">
                <a16:creationId xmlns:a16="http://schemas.microsoft.com/office/drawing/2014/main" id="{5EF6676F-6DF8-4EF4-8482-B9B197346E52}"/>
              </a:ext>
            </a:extLst>
          </p:cNvPr>
          <p:cNvSpPr>
            <a:spLocks xmlns:a="http://schemas.openxmlformats.org/drawingml/2006/main" noGrp="1"/>
          </p:cNvSpPr>
          <p:nvPr/>
        </p:nvSpPr>
        <p:spPr>
          <a:xfrm xmlns:a="http://schemas.openxmlformats.org/drawingml/2006/main">
            <a:off x="5220198" y="420225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46" name="data-point-746">
            <a:extLst xmlns:a="http://schemas.openxmlformats.org/drawingml/2006/main">
              <a:ext uri="{FF2B5EF4-FFF2-40B4-BE49-F238E27FC236}">
                <a16:creationId xmlns:a16="http://schemas.microsoft.com/office/drawing/2014/main" id="{B8152FE3-CFA6-4269-B7E4-E03A56F287BE}"/>
              </a:ext>
            </a:extLst>
          </p:cNvPr>
          <p:cNvSpPr>
            <a:spLocks xmlns:a="http://schemas.openxmlformats.org/drawingml/2006/main" noGrp="1"/>
          </p:cNvSpPr>
          <p:nvPr/>
        </p:nvSpPr>
        <p:spPr>
          <a:xfrm xmlns:a="http://schemas.openxmlformats.org/drawingml/2006/main">
            <a:off x="5241627" y="430211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47" name="data-point-747">
            <a:extLst xmlns:a="http://schemas.openxmlformats.org/drawingml/2006/main">
              <a:ext uri="{FF2B5EF4-FFF2-40B4-BE49-F238E27FC236}">
                <a16:creationId xmlns:a16="http://schemas.microsoft.com/office/drawing/2014/main" id="{C7428411-F876-44D9-9FC9-1FCF9250BE22}"/>
              </a:ext>
            </a:extLst>
          </p:cNvPr>
          <p:cNvSpPr>
            <a:spLocks xmlns:a="http://schemas.openxmlformats.org/drawingml/2006/main" noGrp="1"/>
          </p:cNvSpPr>
          <p:nvPr/>
        </p:nvSpPr>
        <p:spPr>
          <a:xfrm xmlns:a="http://schemas.openxmlformats.org/drawingml/2006/main">
            <a:off x="5212905" y="422891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48" name="data-point-748">
            <a:extLst xmlns:a="http://schemas.openxmlformats.org/drawingml/2006/main">
              <a:ext uri="{FF2B5EF4-FFF2-40B4-BE49-F238E27FC236}">
                <a16:creationId xmlns:a16="http://schemas.microsoft.com/office/drawing/2014/main" id="{CC43139B-0077-4C55-BEB4-4AABA87194D3}"/>
              </a:ext>
            </a:extLst>
          </p:cNvPr>
          <p:cNvSpPr>
            <a:spLocks xmlns:a="http://schemas.openxmlformats.org/drawingml/2006/main" noGrp="1"/>
          </p:cNvSpPr>
          <p:nvPr/>
        </p:nvSpPr>
        <p:spPr>
          <a:xfrm xmlns:a="http://schemas.openxmlformats.org/drawingml/2006/main">
            <a:off x="5243287" y="424079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49" name="data-point-749">
            <a:extLst xmlns:a="http://schemas.openxmlformats.org/drawingml/2006/main">
              <a:ext uri="{FF2B5EF4-FFF2-40B4-BE49-F238E27FC236}">
                <a16:creationId xmlns:a16="http://schemas.microsoft.com/office/drawing/2014/main" id="{5D60CE08-4DF0-4ECC-87D0-6FD022E7E205}"/>
              </a:ext>
            </a:extLst>
          </p:cNvPr>
          <p:cNvSpPr>
            <a:spLocks xmlns:a="http://schemas.openxmlformats.org/drawingml/2006/main" noGrp="1"/>
          </p:cNvSpPr>
          <p:nvPr/>
        </p:nvSpPr>
        <p:spPr>
          <a:xfrm xmlns:a="http://schemas.openxmlformats.org/drawingml/2006/main">
            <a:off x="5605920" y="407292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50" name="data-point-750">
            <a:extLst xmlns:a="http://schemas.openxmlformats.org/drawingml/2006/main">
              <a:ext uri="{FF2B5EF4-FFF2-40B4-BE49-F238E27FC236}">
                <a16:creationId xmlns:a16="http://schemas.microsoft.com/office/drawing/2014/main" id="{12F50BB6-2652-4908-BE92-0E3071AD0AEA}"/>
              </a:ext>
            </a:extLst>
          </p:cNvPr>
          <p:cNvSpPr>
            <a:spLocks xmlns:a="http://schemas.openxmlformats.org/drawingml/2006/main" noGrp="1"/>
          </p:cNvSpPr>
          <p:nvPr/>
        </p:nvSpPr>
        <p:spPr>
          <a:xfrm xmlns:a="http://schemas.openxmlformats.org/drawingml/2006/main">
            <a:off x="5510213" y="384502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51" name="data-point-751">
            <a:extLst xmlns:a="http://schemas.openxmlformats.org/drawingml/2006/main">
              <a:ext uri="{FF2B5EF4-FFF2-40B4-BE49-F238E27FC236}">
                <a16:creationId xmlns:a16="http://schemas.microsoft.com/office/drawing/2014/main" id="{E2720FED-6F5A-4258-A404-76845D91024C}"/>
              </a:ext>
            </a:extLst>
          </p:cNvPr>
          <p:cNvSpPr>
            <a:spLocks xmlns:a="http://schemas.openxmlformats.org/drawingml/2006/main" noGrp="1"/>
          </p:cNvSpPr>
          <p:nvPr/>
        </p:nvSpPr>
        <p:spPr>
          <a:xfrm xmlns:a="http://schemas.openxmlformats.org/drawingml/2006/main">
            <a:off x="5672094" y="407919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52" name="data-point-752">
            <a:extLst xmlns:a="http://schemas.openxmlformats.org/drawingml/2006/main">
              <a:ext uri="{FF2B5EF4-FFF2-40B4-BE49-F238E27FC236}">
                <a16:creationId xmlns:a16="http://schemas.microsoft.com/office/drawing/2014/main" id="{9ACF12D1-F015-4FAF-89BB-6ECD6275FC2E}"/>
              </a:ext>
            </a:extLst>
          </p:cNvPr>
          <p:cNvSpPr>
            <a:spLocks xmlns:a="http://schemas.openxmlformats.org/drawingml/2006/main" noGrp="1"/>
          </p:cNvSpPr>
          <p:nvPr/>
        </p:nvSpPr>
        <p:spPr>
          <a:xfrm xmlns:a="http://schemas.openxmlformats.org/drawingml/2006/main">
            <a:off x="5498179" y="415015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53" name="data-point-753">
            <a:extLst xmlns:a="http://schemas.openxmlformats.org/drawingml/2006/main">
              <a:ext uri="{FF2B5EF4-FFF2-40B4-BE49-F238E27FC236}">
                <a16:creationId xmlns:a16="http://schemas.microsoft.com/office/drawing/2014/main" id="{4A5587CF-52B4-40C1-A16F-E6EF4D4BDFEB}"/>
              </a:ext>
            </a:extLst>
          </p:cNvPr>
          <p:cNvSpPr>
            <a:spLocks xmlns:a="http://schemas.openxmlformats.org/drawingml/2006/main" noGrp="1"/>
          </p:cNvSpPr>
          <p:nvPr/>
        </p:nvSpPr>
        <p:spPr>
          <a:xfrm xmlns:a="http://schemas.openxmlformats.org/drawingml/2006/main">
            <a:off x="5417360" y="417664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54" name="data-point-754">
            <a:extLst xmlns:a="http://schemas.openxmlformats.org/drawingml/2006/main">
              <a:ext uri="{FF2B5EF4-FFF2-40B4-BE49-F238E27FC236}">
                <a16:creationId xmlns:a16="http://schemas.microsoft.com/office/drawing/2014/main" id="{6E3A6241-1E8C-4817-B03A-7FBE303A8FF4}"/>
              </a:ext>
            </a:extLst>
          </p:cNvPr>
          <p:cNvSpPr>
            <a:spLocks xmlns:a="http://schemas.openxmlformats.org/drawingml/2006/main" noGrp="1"/>
          </p:cNvSpPr>
          <p:nvPr/>
        </p:nvSpPr>
        <p:spPr>
          <a:xfrm xmlns:a="http://schemas.openxmlformats.org/drawingml/2006/main">
            <a:off x="5350882" y="407423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55" name="data-point-755">
            <a:extLst xmlns:a="http://schemas.openxmlformats.org/drawingml/2006/main">
              <a:ext uri="{FF2B5EF4-FFF2-40B4-BE49-F238E27FC236}">
                <a16:creationId xmlns:a16="http://schemas.microsoft.com/office/drawing/2014/main" id="{25A88EA3-D4E7-4FE0-AA42-E1ABB88D6806}"/>
              </a:ext>
            </a:extLst>
          </p:cNvPr>
          <p:cNvSpPr>
            <a:spLocks xmlns:a="http://schemas.openxmlformats.org/drawingml/2006/main" noGrp="1"/>
          </p:cNvSpPr>
          <p:nvPr/>
        </p:nvSpPr>
        <p:spPr>
          <a:xfrm xmlns:a="http://schemas.openxmlformats.org/drawingml/2006/main">
            <a:off x="5504761" y="394989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56" name="data-point-756">
            <a:extLst xmlns:a="http://schemas.openxmlformats.org/drawingml/2006/main">
              <a:ext uri="{FF2B5EF4-FFF2-40B4-BE49-F238E27FC236}">
                <a16:creationId xmlns:a16="http://schemas.microsoft.com/office/drawing/2014/main" id="{913B8472-8865-47CC-A1C0-1BF09AF15075}"/>
              </a:ext>
            </a:extLst>
          </p:cNvPr>
          <p:cNvSpPr>
            <a:spLocks xmlns:a="http://schemas.openxmlformats.org/drawingml/2006/main" noGrp="1"/>
          </p:cNvSpPr>
          <p:nvPr/>
        </p:nvSpPr>
        <p:spPr>
          <a:xfrm xmlns:a="http://schemas.openxmlformats.org/drawingml/2006/main">
            <a:off x="5596250" y="39195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57" name="data-point-757">
            <a:extLst xmlns:a="http://schemas.openxmlformats.org/drawingml/2006/main">
              <a:ext uri="{FF2B5EF4-FFF2-40B4-BE49-F238E27FC236}">
                <a16:creationId xmlns:a16="http://schemas.microsoft.com/office/drawing/2014/main" id="{FFE287B8-DAC0-40BE-A59D-69D781D059A0}"/>
              </a:ext>
            </a:extLst>
          </p:cNvPr>
          <p:cNvSpPr>
            <a:spLocks xmlns:a="http://schemas.openxmlformats.org/drawingml/2006/main" noGrp="1"/>
          </p:cNvSpPr>
          <p:nvPr/>
        </p:nvSpPr>
        <p:spPr>
          <a:xfrm xmlns:a="http://schemas.openxmlformats.org/drawingml/2006/main">
            <a:off x="5643948" y="390511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58" name="data-point-758">
            <a:extLst xmlns:a="http://schemas.openxmlformats.org/drawingml/2006/main">
              <a:ext uri="{FF2B5EF4-FFF2-40B4-BE49-F238E27FC236}">
                <a16:creationId xmlns:a16="http://schemas.microsoft.com/office/drawing/2014/main" id="{E8855943-0BD4-4951-ABB9-48D785B703DA}"/>
              </a:ext>
            </a:extLst>
          </p:cNvPr>
          <p:cNvSpPr>
            <a:spLocks xmlns:a="http://schemas.openxmlformats.org/drawingml/2006/main" noGrp="1"/>
          </p:cNvSpPr>
          <p:nvPr/>
        </p:nvSpPr>
        <p:spPr>
          <a:xfrm xmlns:a="http://schemas.openxmlformats.org/drawingml/2006/main">
            <a:off x="5600464" y="401759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59" name="data-point-759">
            <a:extLst xmlns:a="http://schemas.openxmlformats.org/drawingml/2006/main">
              <a:ext uri="{FF2B5EF4-FFF2-40B4-BE49-F238E27FC236}">
                <a16:creationId xmlns:a16="http://schemas.microsoft.com/office/drawing/2014/main" id="{CDD0E5BE-35E3-4CB9-B313-0EFA0756DA2D}"/>
              </a:ext>
            </a:extLst>
          </p:cNvPr>
          <p:cNvSpPr>
            <a:spLocks xmlns:a="http://schemas.openxmlformats.org/drawingml/2006/main" noGrp="1"/>
          </p:cNvSpPr>
          <p:nvPr/>
        </p:nvSpPr>
        <p:spPr>
          <a:xfrm xmlns:a="http://schemas.openxmlformats.org/drawingml/2006/main">
            <a:off x="5544004" y="399404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60" name="data-point-760">
            <a:extLst xmlns:a="http://schemas.openxmlformats.org/drawingml/2006/main">
              <a:ext uri="{FF2B5EF4-FFF2-40B4-BE49-F238E27FC236}">
                <a16:creationId xmlns:a16="http://schemas.microsoft.com/office/drawing/2014/main" id="{602E86A6-EE03-467B-B74E-6C4C51BB325B}"/>
              </a:ext>
            </a:extLst>
          </p:cNvPr>
          <p:cNvSpPr>
            <a:spLocks xmlns:a="http://schemas.openxmlformats.org/drawingml/2006/main" noGrp="1"/>
          </p:cNvSpPr>
          <p:nvPr/>
        </p:nvSpPr>
        <p:spPr>
          <a:xfrm xmlns:a="http://schemas.openxmlformats.org/drawingml/2006/main">
            <a:off x="5522946" y="403552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61" name="data-point-761">
            <a:extLst xmlns:a="http://schemas.openxmlformats.org/drawingml/2006/main">
              <a:ext uri="{FF2B5EF4-FFF2-40B4-BE49-F238E27FC236}">
                <a16:creationId xmlns:a16="http://schemas.microsoft.com/office/drawing/2014/main" id="{F9D73037-CBCF-4220-A16B-8489EE662D0D}"/>
              </a:ext>
            </a:extLst>
          </p:cNvPr>
          <p:cNvSpPr>
            <a:spLocks xmlns:a="http://schemas.openxmlformats.org/drawingml/2006/main" noGrp="1"/>
          </p:cNvSpPr>
          <p:nvPr/>
        </p:nvSpPr>
        <p:spPr>
          <a:xfrm xmlns:a="http://schemas.openxmlformats.org/drawingml/2006/main">
            <a:off x="5494847" y="405961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62" name="data-point-762">
            <a:extLst xmlns:a="http://schemas.openxmlformats.org/drawingml/2006/main">
              <a:ext uri="{FF2B5EF4-FFF2-40B4-BE49-F238E27FC236}">
                <a16:creationId xmlns:a16="http://schemas.microsoft.com/office/drawing/2014/main" id="{9C01087D-5702-4FB3-A7E8-961BAEF19107}"/>
              </a:ext>
            </a:extLst>
          </p:cNvPr>
          <p:cNvSpPr>
            <a:spLocks xmlns:a="http://schemas.openxmlformats.org/drawingml/2006/main" noGrp="1"/>
          </p:cNvSpPr>
          <p:nvPr/>
        </p:nvSpPr>
        <p:spPr>
          <a:xfrm xmlns:a="http://schemas.openxmlformats.org/drawingml/2006/main">
            <a:off x="5561009" y="402400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63" name="data-point-763">
            <a:extLst xmlns:a="http://schemas.openxmlformats.org/drawingml/2006/main">
              <a:ext uri="{FF2B5EF4-FFF2-40B4-BE49-F238E27FC236}">
                <a16:creationId xmlns:a16="http://schemas.microsoft.com/office/drawing/2014/main" id="{E8B03CF2-150B-425A-8AAC-FFFC39C908DD}"/>
              </a:ext>
            </a:extLst>
          </p:cNvPr>
          <p:cNvSpPr>
            <a:spLocks xmlns:a="http://schemas.openxmlformats.org/drawingml/2006/main" noGrp="1"/>
          </p:cNvSpPr>
          <p:nvPr/>
        </p:nvSpPr>
        <p:spPr>
          <a:xfrm xmlns:a="http://schemas.openxmlformats.org/drawingml/2006/main">
            <a:off x="5539670" y="40347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64" name="data-point-764">
            <a:extLst xmlns:a="http://schemas.openxmlformats.org/drawingml/2006/main">
              <a:ext uri="{FF2B5EF4-FFF2-40B4-BE49-F238E27FC236}">
                <a16:creationId xmlns:a16="http://schemas.microsoft.com/office/drawing/2014/main" id="{685A2A2F-CEF0-4A19-8952-8416A0A8BDBB}"/>
              </a:ext>
            </a:extLst>
          </p:cNvPr>
          <p:cNvSpPr>
            <a:spLocks xmlns:a="http://schemas.openxmlformats.org/drawingml/2006/main" noGrp="1"/>
          </p:cNvSpPr>
          <p:nvPr/>
        </p:nvSpPr>
        <p:spPr>
          <a:xfrm xmlns:a="http://schemas.openxmlformats.org/drawingml/2006/main">
            <a:off x="5567107" y="379191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65" name="data-point-765">
            <a:extLst xmlns:a="http://schemas.openxmlformats.org/drawingml/2006/main">
              <a:ext uri="{FF2B5EF4-FFF2-40B4-BE49-F238E27FC236}">
                <a16:creationId xmlns:a16="http://schemas.microsoft.com/office/drawing/2014/main" id="{4D1C07B2-8173-4D30-AA57-A8A6E8B2D6CE}"/>
              </a:ext>
            </a:extLst>
          </p:cNvPr>
          <p:cNvSpPr>
            <a:spLocks xmlns:a="http://schemas.openxmlformats.org/drawingml/2006/main" noGrp="1"/>
          </p:cNvSpPr>
          <p:nvPr/>
        </p:nvSpPr>
        <p:spPr>
          <a:xfrm xmlns:a="http://schemas.openxmlformats.org/drawingml/2006/main">
            <a:off x="5720759" y="382350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66" name="data-point-766">
            <a:extLst xmlns:a="http://schemas.openxmlformats.org/drawingml/2006/main">
              <a:ext uri="{FF2B5EF4-FFF2-40B4-BE49-F238E27FC236}">
                <a16:creationId xmlns:a16="http://schemas.microsoft.com/office/drawing/2014/main" id="{45CFDEF1-9755-4FFF-8DD0-DE953C6EC059}"/>
              </a:ext>
            </a:extLst>
          </p:cNvPr>
          <p:cNvSpPr>
            <a:spLocks xmlns:a="http://schemas.openxmlformats.org/drawingml/2006/main" noGrp="1"/>
          </p:cNvSpPr>
          <p:nvPr/>
        </p:nvSpPr>
        <p:spPr>
          <a:xfrm xmlns:a="http://schemas.openxmlformats.org/drawingml/2006/main">
            <a:off x="5785973" y="389989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67" name="data-point-767">
            <a:extLst xmlns:a="http://schemas.openxmlformats.org/drawingml/2006/main">
              <a:ext uri="{FF2B5EF4-FFF2-40B4-BE49-F238E27FC236}">
                <a16:creationId xmlns:a16="http://schemas.microsoft.com/office/drawing/2014/main" id="{331D0C0C-6754-49C2-B9DB-835BBC0864AA}"/>
              </a:ext>
            </a:extLst>
          </p:cNvPr>
          <p:cNvSpPr>
            <a:spLocks xmlns:a="http://schemas.openxmlformats.org/drawingml/2006/main" noGrp="1"/>
          </p:cNvSpPr>
          <p:nvPr/>
        </p:nvSpPr>
        <p:spPr>
          <a:xfrm xmlns:a="http://schemas.openxmlformats.org/drawingml/2006/main">
            <a:off x="5225085" y="436366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68" name="data-point-768">
            <a:extLst xmlns:a="http://schemas.openxmlformats.org/drawingml/2006/main">
              <a:ext uri="{FF2B5EF4-FFF2-40B4-BE49-F238E27FC236}">
                <a16:creationId xmlns:a16="http://schemas.microsoft.com/office/drawing/2014/main" id="{76B4072A-2E9F-4D6C-AF30-A5FBCF25F15B}"/>
              </a:ext>
            </a:extLst>
          </p:cNvPr>
          <p:cNvSpPr>
            <a:spLocks xmlns:a="http://schemas.openxmlformats.org/drawingml/2006/main" noGrp="1"/>
          </p:cNvSpPr>
          <p:nvPr/>
        </p:nvSpPr>
        <p:spPr>
          <a:xfrm xmlns:a="http://schemas.openxmlformats.org/drawingml/2006/main">
            <a:off x="5121801" y="431398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69" name="data-point-769">
            <a:extLst xmlns:a="http://schemas.openxmlformats.org/drawingml/2006/main">
              <a:ext uri="{FF2B5EF4-FFF2-40B4-BE49-F238E27FC236}">
                <a16:creationId xmlns:a16="http://schemas.microsoft.com/office/drawing/2014/main" id="{F80E4F76-DE06-4669-8813-BA66EB2D73CD}"/>
              </a:ext>
            </a:extLst>
          </p:cNvPr>
          <p:cNvSpPr>
            <a:spLocks xmlns:a="http://schemas.openxmlformats.org/drawingml/2006/main" noGrp="1"/>
          </p:cNvSpPr>
          <p:nvPr/>
        </p:nvSpPr>
        <p:spPr>
          <a:xfrm xmlns:a="http://schemas.openxmlformats.org/drawingml/2006/main">
            <a:off x="5149858" y="430101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70" name="data-point-770">
            <a:extLst xmlns:a="http://schemas.openxmlformats.org/drawingml/2006/main">
              <a:ext uri="{FF2B5EF4-FFF2-40B4-BE49-F238E27FC236}">
                <a16:creationId xmlns:a16="http://schemas.microsoft.com/office/drawing/2014/main" id="{570756DF-FA00-4081-B94A-32E565A1AE63}"/>
              </a:ext>
            </a:extLst>
          </p:cNvPr>
          <p:cNvSpPr>
            <a:spLocks xmlns:a="http://schemas.openxmlformats.org/drawingml/2006/main" noGrp="1"/>
          </p:cNvSpPr>
          <p:nvPr/>
        </p:nvSpPr>
        <p:spPr>
          <a:xfrm xmlns:a="http://schemas.openxmlformats.org/drawingml/2006/main">
            <a:off x="5468568" y="415009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71" name="data-point-771">
            <a:extLst xmlns:a="http://schemas.openxmlformats.org/drawingml/2006/main">
              <a:ext uri="{FF2B5EF4-FFF2-40B4-BE49-F238E27FC236}">
                <a16:creationId xmlns:a16="http://schemas.microsoft.com/office/drawing/2014/main" id="{AD3AD5B7-352C-4AF2-8990-6A1E01EE169F}"/>
              </a:ext>
            </a:extLst>
          </p:cNvPr>
          <p:cNvSpPr>
            <a:spLocks xmlns:a="http://schemas.openxmlformats.org/drawingml/2006/main" noGrp="1"/>
          </p:cNvSpPr>
          <p:nvPr/>
        </p:nvSpPr>
        <p:spPr>
          <a:xfrm xmlns:a="http://schemas.openxmlformats.org/drawingml/2006/main">
            <a:off x="5410641" y="412510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72" name="data-point-772">
            <a:extLst xmlns:a="http://schemas.openxmlformats.org/drawingml/2006/main">
              <a:ext uri="{FF2B5EF4-FFF2-40B4-BE49-F238E27FC236}">
                <a16:creationId xmlns:a16="http://schemas.microsoft.com/office/drawing/2014/main" id="{229133E7-C9BD-401F-BD0D-73608863A9E4}"/>
              </a:ext>
            </a:extLst>
          </p:cNvPr>
          <p:cNvSpPr>
            <a:spLocks xmlns:a="http://schemas.openxmlformats.org/drawingml/2006/main" noGrp="1"/>
          </p:cNvSpPr>
          <p:nvPr/>
        </p:nvSpPr>
        <p:spPr>
          <a:xfrm xmlns:a="http://schemas.openxmlformats.org/drawingml/2006/main">
            <a:off x="5395603" y="421682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73" name="data-point-773">
            <a:extLst xmlns:a="http://schemas.openxmlformats.org/drawingml/2006/main">
              <a:ext uri="{FF2B5EF4-FFF2-40B4-BE49-F238E27FC236}">
                <a16:creationId xmlns:a16="http://schemas.microsoft.com/office/drawing/2014/main" id="{E33DF5DD-50F4-4B03-AB76-6213CAFF7F91}"/>
              </a:ext>
            </a:extLst>
          </p:cNvPr>
          <p:cNvSpPr>
            <a:spLocks xmlns:a="http://schemas.openxmlformats.org/drawingml/2006/main" noGrp="1"/>
          </p:cNvSpPr>
          <p:nvPr/>
        </p:nvSpPr>
        <p:spPr>
          <a:xfrm xmlns:a="http://schemas.openxmlformats.org/drawingml/2006/main">
            <a:off x="5235189" y="420443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74" name="data-point-774">
            <a:extLst xmlns:a="http://schemas.openxmlformats.org/drawingml/2006/main">
              <a:ext uri="{FF2B5EF4-FFF2-40B4-BE49-F238E27FC236}">
                <a16:creationId xmlns:a16="http://schemas.microsoft.com/office/drawing/2014/main" id="{A51FDDDB-A845-4EDF-8E0E-D1440435FE71}"/>
              </a:ext>
            </a:extLst>
          </p:cNvPr>
          <p:cNvSpPr>
            <a:spLocks xmlns:a="http://schemas.openxmlformats.org/drawingml/2006/main" noGrp="1"/>
          </p:cNvSpPr>
          <p:nvPr/>
        </p:nvSpPr>
        <p:spPr>
          <a:xfrm xmlns:a="http://schemas.openxmlformats.org/drawingml/2006/main">
            <a:off x="5759354" y="390912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75" name="data-point-775">
            <a:extLst xmlns:a="http://schemas.openxmlformats.org/drawingml/2006/main">
              <a:ext uri="{FF2B5EF4-FFF2-40B4-BE49-F238E27FC236}">
                <a16:creationId xmlns:a16="http://schemas.microsoft.com/office/drawing/2014/main" id="{F646933A-444B-4601-ADB5-E934FE4EE40F}"/>
              </a:ext>
            </a:extLst>
          </p:cNvPr>
          <p:cNvSpPr>
            <a:spLocks xmlns:a="http://schemas.openxmlformats.org/drawingml/2006/main" noGrp="1"/>
          </p:cNvSpPr>
          <p:nvPr/>
        </p:nvSpPr>
        <p:spPr>
          <a:xfrm xmlns:a="http://schemas.openxmlformats.org/drawingml/2006/main">
            <a:off x="5689284" y="376384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76" name="data-point-776">
            <a:extLst xmlns:a="http://schemas.openxmlformats.org/drawingml/2006/main">
              <a:ext uri="{FF2B5EF4-FFF2-40B4-BE49-F238E27FC236}">
                <a16:creationId xmlns:a16="http://schemas.microsoft.com/office/drawing/2014/main" id="{8898A7A0-A2AC-425E-9CC3-DB2DB1146929}"/>
              </a:ext>
            </a:extLst>
          </p:cNvPr>
          <p:cNvSpPr>
            <a:spLocks xmlns:a="http://schemas.openxmlformats.org/drawingml/2006/main" noGrp="1"/>
          </p:cNvSpPr>
          <p:nvPr/>
        </p:nvSpPr>
        <p:spPr>
          <a:xfrm xmlns:a="http://schemas.openxmlformats.org/drawingml/2006/main">
            <a:off x="5299124" y="418164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77" name="data-point-777">
            <a:extLst xmlns:a="http://schemas.openxmlformats.org/drawingml/2006/main">
              <a:ext uri="{FF2B5EF4-FFF2-40B4-BE49-F238E27FC236}">
                <a16:creationId xmlns:a16="http://schemas.microsoft.com/office/drawing/2014/main" id="{FD72C437-2934-44E7-B35E-E0C5A57B3868}"/>
              </a:ext>
            </a:extLst>
          </p:cNvPr>
          <p:cNvSpPr>
            <a:spLocks xmlns:a="http://schemas.openxmlformats.org/drawingml/2006/main" noGrp="1"/>
          </p:cNvSpPr>
          <p:nvPr/>
        </p:nvSpPr>
        <p:spPr>
          <a:xfrm xmlns:a="http://schemas.openxmlformats.org/drawingml/2006/main">
            <a:off x="5826914" y="39785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78" name="data-point-778">
            <a:extLst xmlns:a="http://schemas.openxmlformats.org/drawingml/2006/main">
              <a:ext uri="{FF2B5EF4-FFF2-40B4-BE49-F238E27FC236}">
                <a16:creationId xmlns:a16="http://schemas.microsoft.com/office/drawing/2014/main" id="{F06D3FF8-86C5-47E9-A305-E98BB6C8EFFC}"/>
              </a:ext>
            </a:extLst>
          </p:cNvPr>
          <p:cNvSpPr>
            <a:spLocks xmlns:a="http://schemas.openxmlformats.org/drawingml/2006/main" noGrp="1"/>
          </p:cNvSpPr>
          <p:nvPr/>
        </p:nvSpPr>
        <p:spPr>
          <a:xfrm xmlns:a="http://schemas.openxmlformats.org/drawingml/2006/main">
            <a:off x="5668528" y="380308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79" name="data-point-779">
            <a:extLst xmlns:a="http://schemas.openxmlformats.org/drawingml/2006/main">
              <a:ext uri="{FF2B5EF4-FFF2-40B4-BE49-F238E27FC236}">
                <a16:creationId xmlns:a16="http://schemas.microsoft.com/office/drawing/2014/main" id="{9B17C405-3D12-4A80-9D5A-243628A5E140}"/>
              </a:ext>
            </a:extLst>
          </p:cNvPr>
          <p:cNvSpPr>
            <a:spLocks xmlns:a="http://schemas.openxmlformats.org/drawingml/2006/main" noGrp="1"/>
          </p:cNvSpPr>
          <p:nvPr/>
        </p:nvSpPr>
        <p:spPr>
          <a:xfrm xmlns:a="http://schemas.openxmlformats.org/drawingml/2006/main">
            <a:off x="5733158" y="38214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80" name="data-point-780">
            <a:extLst xmlns:a="http://schemas.openxmlformats.org/drawingml/2006/main">
              <a:ext uri="{FF2B5EF4-FFF2-40B4-BE49-F238E27FC236}">
                <a16:creationId xmlns:a16="http://schemas.microsoft.com/office/drawing/2014/main" id="{09A98A92-2CA1-42B9-A8B9-ECE683756614}"/>
              </a:ext>
            </a:extLst>
          </p:cNvPr>
          <p:cNvSpPr>
            <a:spLocks xmlns:a="http://schemas.openxmlformats.org/drawingml/2006/main" noGrp="1"/>
          </p:cNvSpPr>
          <p:nvPr/>
        </p:nvSpPr>
        <p:spPr>
          <a:xfrm xmlns:a="http://schemas.openxmlformats.org/drawingml/2006/main">
            <a:off x="5697767" y="386155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81" name="data-point-781">
            <a:extLst xmlns:a="http://schemas.openxmlformats.org/drawingml/2006/main">
              <a:ext uri="{FF2B5EF4-FFF2-40B4-BE49-F238E27FC236}">
                <a16:creationId xmlns:a16="http://schemas.microsoft.com/office/drawing/2014/main" id="{610F59FD-03BF-401B-A93B-8314A808ECAF}"/>
              </a:ext>
            </a:extLst>
          </p:cNvPr>
          <p:cNvSpPr>
            <a:spLocks xmlns:a="http://schemas.openxmlformats.org/drawingml/2006/main" noGrp="1"/>
          </p:cNvSpPr>
          <p:nvPr/>
        </p:nvSpPr>
        <p:spPr>
          <a:xfrm xmlns:a="http://schemas.openxmlformats.org/drawingml/2006/main">
            <a:off x="5719292" y="389474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82" name="data-point-782">
            <a:extLst xmlns:a="http://schemas.openxmlformats.org/drawingml/2006/main">
              <a:ext uri="{FF2B5EF4-FFF2-40B4-BE49-F238E27FC236}">
                <a16:creationId xmlns:a16="http://schemas.microsoft.com/office/drawing/2014/main" id="{59A28836-D4E0-4239-A290-1251A4F5E67C}"/>
              </a:ext>
            </a:extLst>
          </p:cNvPr>
          <p:cNvSpPr>
            <a:spLocks xmlns:a="http://schemas.openxmlformats.org/drawingml/2006/main" noGrp="1"/>
          </p:cNvSpPr>
          <p:nvPr/>
        </p:nvSpPr>
        <p:spPr>
          <a:xfrm xmlns:a="http://schemas.openxmlformats.org/drawingml/2006/main">
            <a:off x="5713325" y="384148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83" name="data-point-783">
            <a:extLst xmlns:a="http://schemas.openxmlformats.org/drawingml/2006/main">
              <a:ext uri="{FF2B5EF4-FFF2-40B4-BE49-F238E27FC236}">
                <a16:creationId xmlns:a16="http://schemas.microsoft.com/office/drawing/2014/main" id="{7E5A40A3-0CF2-4200-A5CF-6ABD243DE0C3}"/>
              </a:ext>
            </a:extLst>
          </p:cNvPr>
          <p:cNvSpPr>
            <a:spLocks xmlns:a="http://schemas.openxmlformats.org/drawingml/2006/main" noGrp="1"/>
          </p:cNvSpPr>
          <p:nvPr/>
        </p:nvSpPr>
        <p:spPr>
          <a:xfrm xmlns:a="http://schemas.openxmlformats.org/drawingml/2006/main">
            <a:off x="5637201" y="379011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84" name="data-point-784">
            <a:extLst xmlns:a="http://schemas.openxmlformats.org/drawingml/2006/main">
              <a:ext uri="{FF2B5EF4-FFF2-40B4-BE49-F238E27FC236}">
                <a16:creationId xmlns:a16="http://schemas.microsoft.com/office/drawing/2014/main" id="{B861D907-FE1D-43D6-87AB-1342408E1B73}"/>
              </a:ext>
            </a:extLst>
          </p:cNvPr>
          <p:cNvSpPr>
            <a:spLocks xmlns:a="http://schemas.openxmlformats.org/drawingml/2006/main" noGrp="1"/>
          </p:cNvSpPr>
          <p:nvPr/>
        </p:nvSpPr>
        <p:spPr>
          <a:xfrm xmlns:a="http://schemas.openxmlformats.org/drawingml/2006/main">
            <a:off x="5757892" y="392233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85" name="data-point-785">
            <a:extLst xmlns:a="http://schemas.openxmlformats.org/drawingml/2006/main">
              <a:ext uri="{FF2B5EF4-FFF2-40B4-BE49-F238E27FC236}">
                <a16:creationId xmlns:a16="http://schemas.microsoft.com/office/drawing/2014/main" id="{90DD90E8-A952-4897-A71D-E9B440EC33D4}"/>
              </a:ext>
            </a:extLst>
          </p:cNvPr>
          <p:cNvSpPr>
            <a:spLocks xmlns:a="http://schemas.openxmlformats.org/drawingml/2006/main" noGrp="1"/>
          </p:cNvSpPr>
          <p:nvPr/>
        </p:nvSpPr>
        <p:spPr>
          <a:xfrm xmlns:a="http://schemas.openxmlformats.org/drawingml/2006/main">
            <a:off x="5707035" y="379072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86" name="data-point-786">
            <a:extLst xmlns:a="http://schemas.openxmlformats.org/drawingml/2006/main">
              <a:ext uri="{FF2B5EF4-FFF2-40B4-BE49-F238E27FC236}">
                <a16:creationId xmlns:a16="http://schemas.microsoft.com/office/drawing/2014/main" id="{93C9313B-DD8A-4FDF-8B9A-70BF34EF465F}"/>
              </a:ext>
            </a:extLst>
          </p:cNvPr>
          <p:cNvSpPr>
            <a:spLocks xmlns:a="http://schemas.openxmlformats.org/drawingml/2006/main" noGrp="1"/>
          </p:cNvSpPr>
          <p:nvPr/>
        </p:nvSpPr>
        <p:spPr>
          <a:xfrm xmlns:a="http://schemas.openxmlformats.org/drawingml/2006/main">
            <a:off x="5763976" y="379544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87" name="data-point-787">
            <a:extLst xmlns:a="http://schemas.openxmlformats.org/drawingml/2006/main">
              <a:ext uri="{FF2B5EF4-FFF2-40B4-BE49-F238E27FC236}">
                <a16:creationId xmlns:a16="http://schemas.microsoft.com/office/drawing/2014/main" id="{50633A0C-E749-4EA7-B8C6-C2E5D3F33154}"/>
              </a:ext>
            </a:extLst>
          </p:cNvPr>
          <p:cNvSpPr>
            <a:spLocks xmlns:a="http://schemas.openxmlformats.org/drawingml/2006/main" noGrp="1"/>
          </p:cNvSpPr>
          <p:nvPr/>
        </p:nvSpPr>
        <p:spPr>
          <a:xfrm xmlns:a="http://schemas.openxmlformats.org/drawingml/2006/main">
            <a:off x="5245725" y="429897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88" name="data-point-788">
            <a:extLst xmlns:a="http://schemas.openxmlformats.org/drawingml/2006/main">
              <a:ext uri="{FF2B5EF4-FFF2-40B4-BE49-F238E27FC236}">
                <a16:creationId xmlns:a16="http://schemas.microsoft.com/office/drawing/2014/main" id="{35ACC5CA-B510-4FB5-8BF1-5BFD39BED9DD}"/>
              </a:ext>
            </a:extLst>
          </p:cNvPr>
          <p:cNvSpPr>
            <a:spLocks xmlns:a="http://schemas.openxmlformats.org/drawingml/2006/main" noGrp="1"/>
          </p:cNvSpPr>
          <p:nvPr/>
        </p:nvSpPr>
        <p:spPr>
          <a:xfrm xmlns:a="http://schemas.openxmlformats.org/drawingml/2006/main">
            <a:off x="5205110" y="424333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89" name="data-point-789">
            <a:extLst xmlns:a="http://schemas.openxmlformats.org/drawingml/2006/main">
              <a:ext uri="{FF2B5EF4-FFF2-40B4-BE49-F238E27FC236}">
                <a16:creationId xmlns:a16="http://schemas.microsoft.com/office/drawing/2014/main" id="{932BFCBB-CAF5-42A9-9474-E62ADB122D3D}"/>
              </a:ext>
            </a:extLst>
          </p:cNvPr>
          <p:cNvSpPr>
            <a:spLocks xmlns:a="http://schemas.openxmlformats.org/drawingml/2006/main" noGrp="1"/>
          </p:cNvSpPr>
          <p:nvPr/>
        </p:nvSpPr>
        <p:spPr>
          <a:xfrm xmlns:a="http://schemas.openxmlformats.org/drawingml/2006/main">
            <a:off x="5221978" y="417396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90" name="data-point-790">
            <a:extLst xmlns:a="http://schemas.openxmlformats.org/drawingml/2006/main">
              <a:ext uri="{FF2B5EF4-FFF2-40B4-BE49-F238E27FC236}">
                <a16:creationId xmlns:a16="http://schemas.microsoft.com/office/drawing/2014/main" id="{D43B57ED-D94E-40EF-8A40-DCAC0E1801D0}"/>
              </a:ext>
            </a:extLst>
          </p:cNvPr>
          <p:cNvSpPr>
            <a:spLocks xmlns:a="http://schemas.openxmlformats.org/drawingml/2006/main" noGrp="1"/>
          </p:cNvSpPr>
          <p:nvPr/>
        </p:nvSpPr>
        <p:spPr>
          <a:xfrm xmlns:a="http://schemas.openxmlformats.org/drawingml/2006/main">
            <a:off x="5627216" y="396287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791" name="data-point-791">
            <a:extLst xmlns:a="http://schemas.openxmlformats.org/drawingml/2006/main">
              <a:ext uri="{FF2B5EF4-FFF2-40B4-BE49-F238E27FC236}">
                <a16:creationId xmlns:a16="http://schemas.microsoft.com/office/drawing/2014/main" id="{6CDE5DB3-1D38-4BF3-A199-48715DF2B616}"/>
              </a:ext>
            </a:extLst>
          </p:cNvPr>
          <p:cNvSpPr>
            <a:spLocks xmlns:a="http://schemas.openxmlformats.org/drawingml/2006/main" noGrp="1"/>
          </p:cNvSpPr>
          <p:nvPr/>
        </p:nvSpPr>
        <p:spPr>
          <a:xfrm xmlns:a="http://schemas.openxmlformats.org/drawingml/2006/main">
            <a:off x="5424858" y="414935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92" name="data-point-792">
            <a:extLst xmlns:a="http://schemas.openxmlformats.org/drawingml/2006/main">
              <a:ext uri="{FF2B5EF4-FFF2-40B4-BE49-F238E27FC236}">
                <a16:creationId xmlns:a16="http://schemas.microsoft.com/office/drawing/2014/main" id="{57ED7427-507A-40BD-97B4-B9B47CEDCCC4}"/>
              </a:ext>
            </a:extLst>
          </p:cNvPr>
          <p:cNvSpPr>
            <a:spLocks xmlns:a="http://schemas.openxmlformats.org/drawingml/2006/main" noGrp="1"/>
          </p:cNvSpPr>
          <p:nvPr/>
        </p:nvSpPr>
        <p:spPr>
          <a:xfrm xmlns:a="http://schemas.openxmlformats.org/drawingml/2006/main">
            <a:off x="5389641" y="412105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93" name="data-point-793">
            <a:extLst xmlns:a="http://schemas.openxmlformats.org/drawingml/2006/main">
              <a:ext uri="{FF2B5EF4-FFF2-40B4-BE49-F238E27FC236}">
                <a16:creationId xmlns:a16="http://schemas.microsoft.com/office/drawing/2014/main" id="{8CD48E4D-6F05-44D5-A83E-3137E3FD5D62}"/>
              </a:ext>
            </a:extLst>
          </p:cNvPr>
          <p:cNvSpPr>
            <a:spLocks xmlns:a="http://schemas.openxmlformats.org/drawingml/2006/main" noGrp="1"/>
          </p:cNvSpPr>
          <p:nvPr/>
        </p:nvSpPr>
        <p:spPr>
          <a:xfrm xmlns:a="http://schemas.openxmlformats.org/drawingml/2006/main">
            <a:off x="5439914" y="401930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94" name="data-point-794">
            <a:extLst xmlns:a="http://schemas.openxmlformats.org/drawingml/2006/main">
              <a:ext uri="{FF2B5EF4-FFF2-40B4-BE49-F238E27FC236}">
                <a16:creationId xmlns:a16="http://schemas.microsoft.com/office/drawing/2014/main" id="{7DE0F398-5E6E-479C-BB7C-C223531660CF}"/>
              </a:ext>
            </a:extLst>
          </p:cNvPr>
          <p:cNvSpPr>
            <a:spLocks xmlns:a="http://schemas.openxmlformats.org/drawingml/2006/main" noGrp="1"/>
          </p:cNvSpPr>
          <p:nvPr/>
        </p:nvSpPr>
        <p:spPr>
          <a:xfrm xmlns:a="http://schemas.openxmlformats.org/drawingml/2006/main">
            <a:off x="5594750" y="413804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95" name="data-point-795">
            <a:extLst xmlns:a="http://schemas.openxmlformats.org/drawingml/2006/main">
              <a:ext uri="{FF2B5EF4-FFF2-40B4-BE49-F238E27FC236}">
                <a16:creationId xmlns:a16="http://schemas.microsoft.com/office/drawing/2014/main" id="{6D191641-1A96-43C1-BE81-450BB6A6AEB8}"/>
              </a:ext>
            </a:extLst>
          </p:cNvPr>
          <p:cNvSpPr>
            <a:spLocks xmlns:a="http://schemas.openxmlformats.org/drawingml/2006/main" noGrp="1"/>
          </p:cNvSpPr>
          <p:nvPr/>
        </p:nvSpPr>
        <p:spPr>
          <a:xfrm xmlns:a="http://schemas.openxmlformats.org/drawingml/2006/main">
            <a:off x="5458650" y="416976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96" name="data-point-796">
            <a:extLst xmlns:a="http://schemas.openxmlformats.org/drawingml/2006/main">
              <a:ext uri="{FF2B5EF4-FFF2-40B4-BE49-F238E27FC236}">
                <a16:creationId xmlns:a16="http://schemas.microsoft.com/office/drawing/2014/main" id="{DE2B5B47-5465-4D47-82FA-DA548D1CF293}"/>
              </a:ext>
            </a:extLst>
          </p:cNvPr>
          <p:cNvSpPr>
            <a:spLocks xmlns:a="http://schemas.openxmlformats.org/drawingml/2006/main" noGrp="1"/>
          </p:cNvSpPr>
          <p:nvPr/>
        </p:nvSpPr>
        <p:spPr>
          <a:xfrm xmlns:a="http://schemas.openxmlformats.org/drawingml/2006/main">
            <a:off x="5103422" y="430019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97" name="data-point-797">
            <a:extLst xmlns:a="http://schemas.openxmlformats.org/drawingml/2006/main">
              <a:ext uri="{FF2B5EF4-FFF2-40B4-BE49-F238E27FC236}">
                <a16:creationId xmlns:a16="http://schemas.microsoft.com/office/drawing/2014/main" id="{74ECA2E5-4499-44AF-B433-766807DB012D}"/>
              </a:ext>
            </a:extLst>
          </p:cNvPr>
          <p:cNvSpPr>
            <a:spLocks xmlns:a="http://schemas.openxmlformats.org/drawingml/2006/main" noGrp="1"/>
          </p:cNvSpPr>
          <p:nvPr/>
        </p:nvSpPr>
        <p:spPr>
          <a:xfrm xmlns:a="http://schemas.openxmlformats.org/drawingml/2006/main">
            <a:off x="5175992" y="43724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798" name="data-point-798">
            <a:extLst xmlns:a="http://schemas.openxmlformats.org/drawingml/2006/main">
              <a:ext uri="{FF2B5EF4-FFF2-40B4-BE49-F238E27FC236}">
                <a16:creationId xmlns:a16="http://schemas.microsoft.com/office/drawing/2014/main" id="{A83AB877-F9C4-4898-AF19-F588260C454A}"/>
              </a:ext>
            </a:extLst>
          </p:cNvPr>
          <p:cNvSpPr>
            <a:spLocks xmlns:a="http://schemas.openxmlformats.org/drawingml/2006/main" noGrp="1"/>
          </p:cNvSpPr>
          <p:nvPr/>
        </p:nvSpPr>
        <p:spPr>
          <a:xfrm xmlns:a="http://schemas.openxmlformats.org/drawingml/2006/main">
            <a:off x="5457332" y="407419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799" name="data-point-799">
            <a:extLst xmlns:a="http://schemas.openxmlformats.org/drawingml/2006/main">
              <a:ext uri="{FF2B5EF4-FFF2-40B4-BE49-F238E27FC236}">
                <a16:creationId xmlns:a16="http://schemas.microsoft.com/office/drawing/2014/main" id="{571E6204-BD38-4A78-B3E1-D96BCFF0F21C}"/>
              </a:ext>
            </a:extLst>
          </p:cNvPr>
          <p:cNvSpPr>
            <a:spLocks xmlns:a="http://schemas.openxmlformats.org/drawingml/2006/main" noGrp="1"/>
          </p:cNvSpPr>
          <p:nvPr/>
        </p:nvSpPr>
        <p:spPr>
          <a:xfrm xmlns:a="http://schemas.openxmlformats.org/drawingml/2006/main">
            <a:off x="5211282" y="428075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00" name="data-point-800">
            <a:extLst xmlns:a="http://schemas.openxmlformats.org/drawingml/2006/main">
              <a:ext uri="{FF2B5EF4-FFF2-40B4-BE49-F238E27FC236}">
                <a16:creationId xmlns:a16="http://schemas.microsoft.com/office/drawing/2014/main" id="{82AA5120-556D-4349-80D6-B22B7A493A71}"/>
              </a:ext>
            </a:extLst>
          </p:cNvPr>
          <p:cNvSpPr>
            <a:spLocks xmlns:a="http://schemas.openxmlformats.org/drawingml/2006/main" noGrp="1"/>
          </p:cNvSpPr>
          <p:nvPr/>
        </p:nvSpPr>
        <p:spPr>
          <a:xfrm xmlns:a="http://schemas.openxmlformats.org/drawingml/2006/main">
            <a:off x="5508911" y="39244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01" name="data-point-801">
            <a:extLst xmlns:a="http://schemas.openxmlformats.org/drawingml/2006/main">
              <a:ext uri="{FF2B5EF4-FFF2-40B4-BE49-F238E27FC236}">
                <a16:creationId xmlns:a16="http://schemas.microsoft.com/office/drawing/2014/main" id="{9EF0E405-1E08-4039-ABDC-6EDEDC08AAA1}"/>
              </a:ext>
            </a:extLst>
          </p:cNvPr>
          <p:cNvSpPr>
            <a:spLocks xmlns:a="http://schemas.openxmlformats.org/drawingml/2006/main" noGrp="1"/>
          </p:cNvSpPr>
          <p:nvPr/>
        </p:nvSpPr>
        <p:spPr>
          <a:xfrm xmlns:a="http://schemas.openxmlformats.org/drawingml/2006/main">
            <a:off x="5591853" y="416992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02" name="data-point-802">
            <a:extLst xmlns:a="http://schemas.openxmlformats.org/drawingml/2006/main">
              <a:ext uri="{FF2B5EF4-FFF2-40B4-BE49-F238E27FC236}">
                <a16:creationId xmlns:a16="http://schemas.microsoft.com/office/drawing/2014/main" id="{B8961C0D-701B-481E-9CC2-F04B6348EE78}"/>
              </a:ext>
            </a:extLst>
          </p:cNvPr>
          <p:cNvSpPr>
            <a:spLocks xmlns:a="http://schemas.openxmlformats.org/drawingml/2006/main" noGrp="1"/>
          </p:cNvSpPr>
          <p:nvPr/>
        </p:nvSpPr>
        <p:spPr>
          <a:xfrm xmlns:a="http://schemas.openxmlformats.org/drawingml/2006/main">
            <a:off x="5675721" y="396808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03" name="data-point-803">
            <a:extLst xmlns:a="http://schemas.openxmlformats.org/drawingml/2006/main">
              <a:ext uri="{FF2B5EF4-FFF2-40B4-BE49-F238E27FC236}">
                <a16:creationId xmlns:a16="http://schemas.microsoft.com/office/drawing/2014/main" id="{91F3A11F-A995-489F-BEAB-4DA85F78C70C}"/>
              </a:ext>
            </a:extLst>
          </p:cNvPr>
          <p:cNvSpPr>
            <a:spLocks xmlns:a="http://schemas.openxmlformats.org/drawingml/2006/main" noGrp="1"/>
          </p:cNvSpPr>
          <p:nvPr/>
        </p:nvSpPr>
        <p:spPr>
          <a:xfrm xmlns:a="http://schemas.openxmlformats.org/drawingml/2006/main">
            <a:off x="5452960" y="401388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04" name="data-point-804">
            <a:extLst xmlns:a="http://schemas.openxmlformats.org/drawingml/2006/main">
              <a:ext uri="{FF2B5EF4-FFF2-40B4-BE49-F238E27FC236}">
                <a16:creationId xmlns:a16="http://schemas.microsoft.com/office/drawing/2014/main" id="{8EF9BD34-EB19-47A4-AFC8-70DA9E5CF3A5}"/>
              </a:ext>
            </a:extLst>
          </p:cNvPr>
          <p:cNvSpPr>
            <a:spLocks xmlns:a="http://schemas.openxmlformats.org/drawingml/2006/main" noGrp="1"/>
          </p:cNvSpPr>
          <p:nvPr/>
        </p:nvSpPr>
        <p:spPr>
          <a:xfrm xmlns:a="http://schemas.openxmlformats.org/drawingml/2006/main">
            <a:off x="5348494" y="423196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05" name="data-point-805">
            <a:extLst xmlns:a="http://schemas.openxmlformats.org/drawingml/2006/main">
              <a:ext uri="{FF2B5EF4-FFF2-40B4-BE49-F238E27FC236}">
                <a16:creationId xmlns:a16="http://schemas.microsoft.com/office/drawing/2014/main" id="{4EA2C67A-E602-46C0-AA7F-704135C0B2BA}"/>
              </a:ext>
            </a:extLst>
          </p:cNvPr>
          <p:cNvSpPr>
            <a:spLocks xmlns:a="http://schemas.openxmlformats.org/drawingml/2006/main" noGrp="1"/>
          </p:cNvSpPr>
          <p:nvPr/>
        </p:nvSpPr>
        <p:spPr>
          <a:xfrm xmlns:a="http://schemas.openxmlformats.org/drawingml/2006/main">
            <a:off x="5292424" y="408183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06" name="data-point-806">
            <a:extLst xmlns:a="http://schemas.openxmlformats.org/drawingml/2006/main">
              <a:ext uri="{FF2B5EF4-FFF2-40B4-BE49-F238E27FC236}">
                <a16:creationId xmlns:a16="http://schemas.microsoft.com/office/drawing/2014/main" id="{55B6121B-C6F8-48BD-9AA1-7E97E8CF2DF9}"/>
              </a:ext>
            </a:extLst>
          </p:cNvPr>
          <p:cNvSpPr>
            <a:spLocks xmlns:a="http://schemas.openxmlformats.org/drawingml/2006/main" noGrp="1"/>
          </p:cNvSpPr>
          <p:nvPr/>
        </p:nvSpPr>
        <p:spPr>
          <a:xfrm xmlns:a="http://schemas.openxmlformats.org/drawingml/2006/main">
            <a:off x="5397561" y="407539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07" name="data-point-807">
            <a:extLst xmlns:a="http://schemas.openxmlformats.org/drawingml/2006/main">
              <a:ext uri="{FF2B5EF4-FFF2-40B4-BE49-F238E27FC236}">
                <a16:creationId xmlns:a16="http://schemas.microsoft.com/office/drawing/2014/main" id="{B81DC5F3-E6AA-4BF6-95BF-85A1C602A444}"/>
              </a:ext>
            </a:extLst>
          </p:cNvPr>
          <p:cNvSpPr>
            <a:spLocks xmlns:a="http://schemas.openxmlformats.org/drawingml/2006/main" noGrp="1"/>
          </p:cNvSpPr>
          <p:nvPr/>
        </p:nvSpPr>
        <p:spPr>
          <a:xfrm xmlns:a="http://schemas.openxmlformats.org/drawingml/2006/main">
            <a:off x="5285930" y="425311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08" name="data-point-808">
            <a:extLst xmlns:a="http://schemas.openxmlformats.org/drawingml/2006/main">
              <a:ext uri="{FF2B5EF4-FFF2-40B4-BE49-F238E27FC236}">
                <a16:creationId xmlns:a16="http://schemas.microsoft.com/office/drawing/2014/main" id="{DD4C63E6-EDC7-4B54-9615-ACB4C384336C}"/>
              </a:ext>
            </a:extLst>
          </p:cNvPr>
          <p:cNvSpPr>
            <a:spLocks xmlns:a="http://schemas.openxmlformats.org/drawingml/2006/main" noGrp="1"/>
          </p:cNvSpPr>
          <p:nvPr/>
        </p:nvSpPr>
        <p:spPr>
          <a:xfrm xmlns:a="http://schemas.openxmlformats.org/drawingml/2006/main">
            <a:off x="5261143" y="426518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09" name="data-point-809">
            <a:extLst xmlns:a="http://schemas.openxmlformats.org/drawingml/2006/main">
              <a:ext uri="{FF2B5EF4-FFF2-40B4-BE49-F238E27FC236}">
                <a16:creationId xmlns:a16="http://schemas.microsoft.com/office/drawing/2014/main" id="{29912B7E-4DE5-46B2-A813-EED87397A6B9}"/>
              </a:ext>
            </a:extLst>
          </p:cNvPr>
          <p:cNvSpPr>
            <a:spLocks xmlns:a="http://schemas.openxmlformats.org/drawingml/2006/main" noGrp="1"/>
          </p:cNvSpPr>
          <p:nvPr/>
        </p:nvSpPr>
        <p:spPr>
          <a:xfrm xmlns:a="http://schemas.openxmlformats.org/drawingml/2006/main">
            <a:off x="5305453" y="419541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10" name="data-point-810">
            <a:extLst xmlns:a="http://schemas.openxmlformats.org/drawingml/2006/main">
              <a:ext uri="{FF2B5EF4-FFF2-40B4-BE49-F238E27FC236}">
                <a16:creationId xmlns:a16="http://schemas.microsoft.com/office/drawing/2014/main" id="{3AF6890F-E7B4-4619-B9C3-4B235AC66563}"/>
              </a:ext>
            </a:extLst>
          </p:cNvPr>
          <p:cNvSpPr>
            <a:spLocks xmlns:a="http://schemas.openxmlformats.org/drawingml/2006/main" noGrp="1"/>
          </p:cNvSpPr>
          <p:nvPr/>
        </p:nvSpPr>
        <p:spPr>
          <a:xfrm xmlns:a="http://schemas.openxmlformats.org/drawingml/2006/main">
            <a:off x="5303428" y="42720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11" name="data-point-811">
            <a:extLst xmlns:a="http://schemas.openxmlformats.org/drawingml/2006/main">
              <a:ext uri="{FF2B5EF4-FFF2-40B4-BE49-F238E27FC236}">
                <a16:creationId xmlns:a16="http://schemas.microsoft.com/office/drawing/2014/main" id="{C541EC1C-2187-419D-9E09-4FF03E0152C4}"/>
              </a:ext>
            </a:extLst>
          </p:cNvPr>
          <p:cNvSpPr>
            <a:spLocks xmlns:a="http://schemas.openxmlformats.org/drawingml/2006/main" noGrp="1"/>
          </p:cNvSpPr>
          <p:nvPr/>
        </p:nvSpPr>
        <p:spPr>
          <a:xfrm xmlns:a="http://schemas.openxmlformats.org/drawingml/2006/main">
            <a:off x="5437762" y="428551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12" name="data-point-812">
            <a:extLst xmlns:a="http://schemas.openxmlformats.org/drawingml/2006/main">
              <a:ext uri="{FF2B5EF4-FFF2-40B4-BE49-F238E27FC236}">
                <a16:creationId xmlns:a16="http://schemas.microsoft.com/office/drawing/2014/main" id="{555C91B1-1791-40D0-B906-3EB2AFE4F198}"/>
              </a:ext>
            </a:extLst>
          </p:cNvPr>
          <p:cNvSpPr>
            <a:spLocks xmlns:a="http://schemas.openxmlformats.org/drawingml/2006/main" noGrp="1"/>
          </p:cNvSpPr>
          <p:nvPr/>
        </p:nvSpPr>
        <p:spPr>
          <a:xfrm xmlns:a="http://schemas.openxmlformats.org/drawingml/2006/main">
            <a:off x="5254536" y="426274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13" name="data-point-813">
            <a:extLst xmlns:a="http://schemas.openxmlformats.org/drawingml/2006/main">
              <a:ext uri="{FF2B5EF4-FFF2-40B4-BE49-F238E27FC236}">
                <a16:creationId xmlns:a16="http://schemas.microsoft.com/office/drawing/2014/main" id="{53F38AF0-5044-4BDC-B876-E52EC19C1E78}"/>
              </a:ext>
            </a:extLst>
          </p:cNvPr>
          <p:cNvSpPr>
            <a:spLocks xmlns:a="http://schemas.openxmlformats.org/drawingml/2006/main" noGrp="1"/>
          </p:cNvSpPr>
          <p:nvPr/>
        </p:nvSpPr>
        <p:spPr>
          <a:xfrm xmlns:a="http://schemas.openxmlformats.org/drawingml/2006/main">
            <a:off x="5223785" y="419074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14" name="data-point-814">
            <a:extLst xmlns:a="http://schemas.openxmlformats.org/drawingml/2006/main">
              <a:ext uri="{FF2B5EF4-FFF2-40B4-BE49-F238E27FC236}">
                <a16:creationId xmlns:a16="http://schemas.microsoft.com/office/drawing/2014/main" id="{AFE1AA47-5965-452B-8EF6-F4AD55ECADDB}"/>
              </a:ext>
            </a:extLst>
          </p:cNvPr>
          <p:cNvSpPr>
            <a:spLocks xmlns:a="http://schemas.openxmlformats.org/drawingml/2006/main" noGrp="1"/>
          </p:cNvSpPr>
          <p:nvPr/>
        </p:nvSpPr>
        <p:spPr>
          <a:xfrm xmlns:a="http://schemas.openxmlformats.org/drawingml/2006/main">
            <a:off x="5672222" y="390653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15" name="data-point-815">
            <a:extLst xmlns:a="http://schemas.openxmlformats.org/drawingml/2006/main">
              <a:ext uri="{FF2B5EF4-FFF2-40B4-BE49-F238E27FC236}">
                <a16:creationId xmlns:a16="http://schemas.microsoft.com/office/drawing/2014/main" id="{6CA731FF-CD0F-487D-9D5E-8AA2DD3A6EA5}"/>
              </a:ext>
            </a:extLst>
          </p:cNvPr>
          <p:cNvSpPr>
            <a:spLocks xmlns:a="http://schemas.openxmlformats.org/drawingml/2006/main" noGrp="1"/>
          </p:cNvSpPr>
          <p:nvPr/>
        </p:nvSpPr>
        <p:spPr>
          <a:xfrm xmlns:a="http://schemas.openxmlformats.org/drawingml/2006/main">
            <a:off x="5681048" y="387950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16" name="data-point-816">
            <a:extLst xmlns:a="http://schemas.openxmlformats.org/drawingml/2006/main">
              <a:ext uri="{FF2B5EF4-FFF2-40B4-BE49-F238E27FC236}">
                <a16:creationId xmlns:a16="http://schemas.microsoft.com/office/drawing/2014/main" id="{BA981FBA-3785-4B01-9A79-33F766A8918A}"/>
              </a:ext>
            </a:extLst>
          </p:cNvPr>
          <p:cNvSpPr>
            <a:spLocks xmlns:a="http://schemas.openxmlformats.org/drawingml/2006/main" noGrp="1"/>
          </p:cNvSpPr>
          <p:nvPr/>
        </p:nvSpPr>
        <p:spPr>
          <a:xfrm xmlns:a="http://schemas.openxmlformats.org/drawingml/2006/main">
            <a:off x="5514003" y="408888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17" name="data-point-817">
            <a:extLst xmlns:a="http://schemas.openxmlformats.org/drawingml/2006/main">
              <a:ext uri="{FF2B5EF4-FFF2-40B4-BE49-F238E27FC236}">
                <a16:creationId xmlns:a16="http://schemas.microsoft.com/office/drawing/2014/main" id="{083C4C0C-EFAC-41C6-BD03-6DF017C77F51}"/>
              </a:ext>
            </a:extLst>
          </p:cNvPr>
          <p:cNvSpPr>
            <a:spLocks xmlns:a="http://schemas.openxmlformats.org/drawingml/2006/main" noGrp="1"/>
          </p:cNvSpPr>
          <p:nvPr/>
        </p:nvSpPr>
        <p:spPr>
          <a:xfrm xmlns:a="http://schemas.openxmlformats.org/drawingml/2006/main">
            <a:off x="5442170" y="399127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18" name="data-point-818">
            <a:extLst xmlns:a="http://schemas.openxmlformats.org/drawingml/2006/main">
              <a:ext uri="{FF2B5EF4-FFF2-40B4-BE49-F238E27FC236}">
                <a16:creationId xmlns:a16="http://schemas.microsoft.com/office/drawing/2014/main" id="{7C03EB7E-1C20-4508-9C6A-7B65E9C8E8D1}"/>
              </a:ext>
            </a:extLst>
          </p:cNvPr>
          <p:cNvSpPr>
            <a:spLocks xmlns:a="http://schemas.openxmlformats.org/drawingml/2006/main" noGrp="1"/>
          </p:cNvSpPr>
          <p:nvPr/>
        </p:nvSpPr>
        <p:spPr>
          <a:xfrm xmlns:a="http://schemas.openxmlformats.org/drawingml/2006/main">
            <a:off x="5532804" y="401581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19" name="data-point-819">
            <a:extLst xmlns:a="http://schemas.openxmlformats.org/drawingml/2006/main">
              <a:ext uri="{FF2B5EF4-FFF2-40B4-BE49-F238E27FC236}">
                <a16:creationId xmlns:a16="http://schemas.microsoft.com/office/drawing/2014/main" id="{4C3B12AA-A58B-4151-A43B-724BFF18CFA5}"/>
              </a:ext>
            </a:extLst>
          </p:cNvPr>
          <p:cNvSpPr>
            <a:spLocks xmlns:a="http://schemas.openxmlformats.org/drawingml/2006/main" noGrp="1"/>
          </p:cNvSpPr>
          <p:nvPr/>
        </p:nvSpPr>
        <p:spPr>
          <a:xfrm xmlns:a="http://schemas.openxmlformats.org/drawingml/2006/main">
            <a:off x="5566649" y="386498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20" name="data-point-820">
            <a:extLst xmlns:a="http://schemas.openxmlformats.org/drawingml/2006/main">
              <a:ext uri="{FF2B5EF4-FFF2-40B4-BE49-F238E27FC236}">
                <a16:creationId xmlns:a16="http://schemas.microsoft.com/office/drawing/2014/main" id="{E6AA844A-0986-466E-A184-E8A87C172707}"/>
              </a:ext>
            </a:extLst>
          </p:cNvPr>
          <p:cNvSpPr>
            <a:spLocks xmlns:a="http://schemas.openxmlformats.org/drawingml/2006/main" noGrp="1"/>
          </p:cNvSpPr>
          <p:nvPr/>
        </p:nvSpPr>
        <p:spPr>
          <a:xfrm xmlns:a="http://schemas.openxmlformats.org/drawingml/2006/main">
            <a:off x="5630471" y="379672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21" name="data-point-821">
            <a:extLst xmlns:a="http://schemas.openxmlformats.org/drawingml/2006/main">
              <a:ext uri="{FF2B5EF4-FFF2-40B4-BE49-F238E27FC236}">
                <a16:creationId xmlns:a16="http://schemas.microsoft.com/office/drawing/2014/main" id="{EE087EC5-3E70-41FB-AC92-04AFBD70F593}"/>
              </a:ext>
            </a:extLst>
          </p:cNvPr>
          <p:cNvSpPr>
            <a:spLocks xmlns:a="http://schemas.openxmlformats.org/drawingml/2006/main" noGrp="1"/>
          </p:cNvSpPr>
          <p:nvPr/>
        </p:nvSpPr>
        <p:spPr>
          <a:xfrm xmlns:a="http://schemas.openxmlformats.org/drawingml/2006/main">
            <a:off x="5767445" y="415941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22" name="data-point-822">
            <a:extLst xmlns:a="http://schemas.openxmlformats.org/drawingml/2006/main">
              <a:ext uri="{FF2B5EF4-FFF2-40B4-BE49-F238E27FC236}">
                <a16:creationId xmlns:a16="http://schemas.microsoft.com/office/drawing/2014/main" id="{BD759FEC-BACB-4C41-AED6-E1F685B7C801}"/>
              </a:ext>
            </a:extLst>
          </p:cNvPr>
          <p:cNvSpPr>
            <a:spLocks xmlns:a="http://schemas.openxmlformats.org/drawingml/2006/main" noGrp="1"/>
          </p:cNvSpPr>
          <p:nvPr/>
        </p:nvSpPr>
        <p:spPr>
          <a:xfrm xmlns:a="http://schemas.openxmlformats.org/drawingml/2006/main">
            <a:off x="5714040" y="394118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23" name="data-point-823">
            <a:extLst xmlns:a="http://schemas.openxmlformats.org/drawingml/2006/main">
              <a:ext uri="{FF2B5EF4-FFF2-40B4-BE49-F238E27FC236}">
                <a16:creationId xmlns:a16="http://schemas.microsoft.com/office/drawing/2014/main" id="{902B31E5-8E0E-4297-8262-4D87185912E4}"/>
              </a:ext>
            </a:extLst>
          </p:cNvPr>
          <p:cNvSpPr>
            <a:spLocks xmlns:a="http://schemas.openxmlformats.org/drawingml/2006/main" noGrp="1"/>
          </p:cNvSpPr>
          <p:nvPr/>
        </p:nvSpPr>
        <p:spPr>
          <a:xfrm xmlns:a="http://schemas.openxmlformats.org/drawingml/2006/main">
            <a:off x="5427871" y="419263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24" name="data-point-824">
            <a:extLst xmlns:a="http://schemas.openxmlformats.org/drawingml/2006/main">
              <a:ext uri="{FF2B5EF4-FFF2-40B4-BE49-F238E27FC236}">
                <a16:creationId xmlns:a16="http://schemas.microsoft.com/office/drawing/2014/main" id="{98079192-0044-4697-8B3E-DB84A5F7B41E}"/>
              </a:ext>
            </a:extLst>
          </p:cNvPr>
          <p:cNvSpPr>
            <a:spLocks xmlns:a="http://schemas.openxmlformats.org/drawingml/2006/main" noGrp="1"/>
          </p:cNvSpPr>
          <p:nvPr/>
        </p:nvSpPr>
        <p:spPr>
          <a:xfrm xmlns:a="http://schemas.openxmlformats.org/drawingml/2006/main">
            <a:off x="5680443" y="397055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25" name="data-point-825">
            <a:extLst xmlns:a="http://schemas.openxmlformats.org/drawingml/2006/main">
              <a:ext uri="{FF2B5EF4-FFF2-40B4-BE49-F238E27FC236}">
                <a16:creationId xmlns:a16="http://schemas.microsoft.com/office/drawing/2014/main" id="{82058F15-7D17-411E-B17F-9685CDCC388D}"/>
              </a:ext>
            </a:extLst>
          </p:cNvPr>
          <p:cNvSpPr>
            <a:spLocks xmlns:a="http://schemas.openxmlformats.org/drawingml/2006/main" noGrp="1"/>
          </p:cNvSpPr>
          <p:nvPr/>
        </p:nvSpPr>
        <p:spPr>
          <a:xfrm xmlns:a="http://schemas.openxmlformats.org/drawingml/2006/main">
            <a:off x="5610937" y="396319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26" name="data-point-826">
            <a:extLst xmlns:a="http://schemas.openxmlformats.org/drawingml/2006/main">
              <a:ext uri="{FF2B5EF4-FFF2-40B4-BE49-F238E27FC236}">
                <a16:creationId xmlns:a16="http://schemas.microsoft.com/office/drawing/2014/main" id="{139830AD-597C-4DD5-B148-43BB2CF0731A}"/>
              </a:ext>
            </a:extLst>
          </p:cNvPr>
          <p:cNvSpPr>
            <a:spLocks xmlns:a="http://schemas.openxmlformats.org/drawingml/2006/main" noGrp="1"/>
          </p:cNvSpPr>
          <p:nvPr/>
        </p:nvSpPr>
        <p:spPr>
          <a:xfrm xmlns:a="http://schemas.openxmlformats.org/drawingml/2006/main">
            <a:off x="5527164" y="402692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27" name="text-827">
            <a:extLst xmlns:a="http://schemas.openxmlformats.org/drawingml/2006/main">
              <a:ext uri="{FF2B5EF4-FFF2-40B4-BE49-F238E27FC236}">
                <a16:creationId xmlns:a16="http://schemas.microsoft.com/office/drawing/2014/main" id="{E639CBA6-484D-47BC-A033-ED4BCD66C364}"/>
              </a:ext>
            </a:extLst>
          </p:cNvPr>
          <p:cNvSpPr>
            <a:spLocks xmlns:a="http://schemas.openxmlformats.org/drawingml/2006/main" noGrp="1"/>
          </p:cNvSpPr>
          <p:nvPr/>
        </p:nvSpPr>
        <p:spPr>
          <a:xfrm xmlns:a="http://schemas.openxmlformats.org/drawingml/2006/main" rot="0">
            <a:off x="4729500" y="3249000"/>
            <a:ext cx="16785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R² 0.729    MAE 0.462</a:t>
            </a:r>
          </a:p>
        </p:txBody>
      </p:sp>
      <p:sp>
        <p:nvSpPr>
          <p:cNvPr id="828" name="text-828">
            <a:extLst xmlns:a="http://schemas.openxmlformats.org/drawingml/2006/main">
              <a:ext uri="{FF2B5EF4-FFF2-40B4-BE49-F238E27FC236}">
                <a16:creationId xmlns:a16="http://schemas.microsoft.com/office/drawing/2014/main" id="{669746B5-42B2-4CC1-B83C-C3D4F3784AE4}"/>
              </a:ext>
            </a:extLst>
          </p:cNvPr>
          <p:cNvSpPr>
            <a:spLocks xmlns:a="http://schemas.openxmlformats.org/drawingml/2006/main" noGrp="1"/>
          </p:cNvSpPr>
          <p:nvPr/>
        </p:nvSpPr>
        <p:spPr>
          <a:xfrm xmlns:a="http://schemas.openxmlformats.org/drawingml/2006/main" rot="0">
            <a:off x="4653000" y="5004000"/>
            <a:ext cx="1773000" cy="13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MAE CI 0.386–0.538</a:t>
            </a:r>
          </a:p>
        </p:txBody>
      </p:sp>
      <p:sp>
        <p:nvSpPr>
          <p:cNvPr id="829" name="text-829">
            <a:extLst xmlns:a="http://schemas.openxmlformats.org/drawingml/2006/main">
              <a:ext uri="{FF2B5EF4-FFF2-40B4-BE49-F238E27FC236}">
                <a16:creationId xmlns:a16="http://schemas.microsoft.com/office/drawing/2014/main" id="{9594A849-D45A-4458-8101-DA0FF94A6106}"/>
              </a:ext>
            </a:extLst>
          </p:cNvPr>
          <p:cNvSpPr>
            <a:spLocks xmlns:a="http://schemas.openxmlformats.org/drawingml/2006/main" noGrp="1"/>
          </p:cNvSpPr>
          <p:nvPr/>
        </p:nvSpPr>
        <p:spPr>
          <a:xfrm xmlns:a="http://schemas.openxmlformats.org/drawingml/2006/main" rot="0">
            <a:off x="108000" y="5238000"/>
            <a:ext cx="153000" cy="17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6" b="1">
                <a:solidFill>
                  <a:srgbClr val="000000"/>
                </a:solidFill>
                <a:latin typeface="Times New Roman"/>
                <a:ea typeface="Times New Roman"/>
                <a:cs typeface="Times New Roman"/>
              </a:defRPr>
            </a:pPr>
            <a:r>
              <a:rPr sz="1276" b="1">
                <a:solidFill>
                  <a:srgbClr val="000000"/>
                </a:solidFill>
                <a:latin typeface="Times New Roman"/>
                <a:ea typeface="Times New Roman"/>
                <a:cs typeface="Times New Roman"/>
              </a:rPr>
              <a:t>G</a:t>
            </a:r>
          </a:p>
        </p:txBody>
      </p:sp>
      <p:sp>
        <p:nvSpPr>
          <p:cNvPr id="830" name="text-830">
            <a:extLst xmlns:a="http://schemas.openxmlformats.org/drawingml/2006/main">
              <a:ext uri="{FF2B5EF4-FFF2-40B4-BE49-F238E27FC236}">
                <a16:creationId xmlns:a16="http://schemas.microsoft.com/office/drawing/2014/main" id="{9B0B80E1-04E0-4946-B148-7264EEF13DF1}"/>
              </a:ext>
            </a:extLst>
          </p:cNvPr>
          <p:cNvSpPr>
            <a:spLocks xmlns:a="http://schemas.openxmlformats.org/drawingml/2006/main" noGrp="1"/>
          </p:cNvSpPr>
          <p:nvPr/>
        </p:nvSpPr>
        <p:spPr>
          <a:xfrm xmlns:a="http://schemas.openxmlformats.org/drawingml/2006/main" rot="0">
            <a:off x="297000" y="5242500"/>
            <a:ext cx="1813500" cy="1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86" b="1">
                <a:solidFill>
                  <a:srgbClr val="000000"/>
                </a:solidFill>
                <a:latin typeface="Times New Roman"/>
                <a:ea typeface="Times New Roman"/>
                <a:cs typeface="Times New Roman"/>
              </a:defRPr>
            </a:pPr>
            <a:r>
              <a:rPr sz="886" b="1">
                <a:solidFill>
                  <a:srgbClr val="000000"/>
                </a:solidFill>
                <a:latin typeface="Times New Roman"/>
                <a:ea typeface="Times New Roman"/>
                <a:cs typeface="Times New Roman"/>
              </a:rPr>
              <a:t>Ridge + MBX modules</a:t>
            </a:r>
          </a:p>
        </p:txBody>
      </p:sp>
      <p:sp>
        <p:nvSpPr>
          <p:cNvPr id="831" name="data-path-831">
            <a:extLst xmlns:a="http://schemas.openxmlformats.org/drawingml/2006/main">
              <a:ext uri="{FF2B5EF4-FFF2-40B4-BE49-F238E27FC236}">
                <a16:creationId xmlns:a16="http://schemas.microsoft.com/office/drawing/2014/main" id="{8C3C51E6-5D82-418A-A648-E669C152D374}"/>
              </a:ext>
            </a:extLst>
          </p:cNvPr>
          <p:cNvSpPr>
            <a:spLocks xmlns:a="http://schemas.openxmlformats.org/drawingml/2006/main" noGrp="1"/>
          </p:cNvSpPr>
          <p:nvPr/>
        </p:nvSpPr>
        <p:spPr>
          <a:xfrm xmlns:a="http://schemas.openxmlformats.org/drawingml/2006/main">
            <a:off x="472500" y="6826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832" name="data-path-832">
            <a:extLst xmlns:a="http://schemas.openxmlformats.org/drawingml/2006/main">
              <a:ext uri="{FF2B5EF4-FFF2-40B4-BE49-F238E27FC236}">
                <a16:creationId xmlns:a16="http://schemas.microsoft.com/office/drawing/2014/main" id="{2F71FBB7-EFC1-4EB9-BA38-7789709D4EFF}"/>
              </a:ext>
            </a:extLst>
          </p:cNvPr>
          <p:cNvSpPr>
            <a:spLocks xmlns:a="http://schemas.openxmlformats.org/drawingml/2006/main" noGrp="1"/>
          </p:cNvSpPr>
          <p:nvPr/>
        </p:nvSpPr>
        <p:spPr>
          <a:xfrm xmlns:a="http://schemas.openxmlformats.org/drawingml/2006/main">
            <a:off x="472500" y="654525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833" name="data-path-833">
            <a:extLst xmlns:a="http://schemas.openxmlformats.org/drawingml/2006/main">
              <a:ext uri="{FF2B5EF4-FFF2-40B4-BE49-F238E27FC236}">
                <a16:creationId xmlns:a16="http://schemas.microsoft.com/office/drawing/2014/main" id="{33B55A9B-F2A7-49BD-A396-9E0F0E32767E}"/>
              </a:ext>
            </a:extLst>
          </p:cNvPr>
          <p:cNvSpPr>
            <a:spLocks xmlns:a="http://schemas.openxmlformats.org/drawingml/2006/main" noGrp="1"/>
          </p:cNvSpPr>
          <p:nvPr/>
        </p:nvSpPr>
        <p:spPr>
          <a:xfrm xmlns:a="http://schemas.openxmlformats.org/drawingml/2006/main">
            <a:off x="472500" y="6264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834" name="data-path-834">
            <a:extLst xmlns:a="http://schemas.openxmlformats.org/drawingml/2006/main">
              <a:ext uri="{FF2B5EF4-FFF2-40B4-BE49-F238E27FC236}">
                <a16:creationId xmlns:a16="http://schemas.microsoft.com/office/drawing/2014/main" id="{6A301470-45C8-484D-BD83-A369D807DBE7}"/>
              </a:ext>
            </a:extLst>
          </p:cNvPr>
          <p:cNvSpPr>
            <a:spLocks xmlns:a="http://schemas.openxmlformats.org/drawingml/2006/main" noGrp="1"/>
          </p:cNvSpPr>
          <p:nvPr/>
        </p:nvSpPr>
        <p:spPr>
          <a:xfrm xmlns:a="http://schemas.openxmlformats.org/drawingml/2006/main">
            <a:off x="472500" y="598275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835" name="data-path-835">
            <a:extLst xmlns:a="http://schemas.openxmlformats.org/drawingml/2006/main">
              <a:ext uri="{FF2B5EF4-FFF2-40B4-BE49-F238E27FC236}">
                <a16:creationId xmlns:a16="http://schemas.microsoft.com/office/drawing/2014/main" id="{96450E14-C55A-4311-87C8-8B665B5082CD}"/>
              </a:ext>
            </a:extLst>
          </p:cNvPr>
          <p:cNvSpPr>
            <a:spLocks xmlns:a="http://schemas.openxmlformats.org/drawingml/2006/main" noGrp="1"/>
          </p:cNvSpPr>
          <p:nvPr/>
        </p:nvSpPr>
        <p:spPr>
          <a:xfrm xmlns:a="http://schemas.openxmlformats.org/drawingml/2006/main">
            <a:off x="472500" y="5701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836" name="data-path-836">
            <a:extLst xmlns:a="http://schemas.openxmlformats.org/drawingml/2006/main">
              <a:ext uri="{FF2B5EF4-FFF2-40B4-BE49-F238E27FC236}">
                <a16:creationId xmlns:a16="http://schemas.microsoft.com/office/drawing/2014/main" id="{2E20B8FB-F79C-48AC-9C2A-4B758540C7B2}"/>
              </a:ext>
            </a:extLst>
          </p:cNvPr>
          <p:cNvSpPr>
            <a:spLocks xmlns:a="http://schemas.openxmlformats.org/drawingml/2006/main" noGrp="1"/>
          </p:cNvSpPr>
          <p:nvPr/>
        </p:nvSpPr>
        <p:spPr>
          <a:xfrm xmlns:a="http://schemas.openxmlformats.org/drawingml/2006/main">
            <a:off x="472500" y="5701500"/>
            <a:ext cx="450" cy="1125000"/>
          </a:xfrm>
          <a:custGeom xmlns:a="http://schemas.openxmlformats.org/drawingml/2006/main">
            <a:pathLst>
              <a:path w="450" h="1125000">
                <a:moveTo>
                  <a:pt x="0" y="0"/>
                </a:moveTo>
                <a:lnTo>
                  <a:pt x="0" y="1125000"/>
                </a:lnTo>
              </a:path>
            </a:pathLst>
          </a:custGeom>
          <a:noFill xmlns:a="http://schemas.openxmlformats.org/drawingml/2006/main"/>
          <a:ln xmlns:a="http://schemas.openxmlformats.org/drawingml/2006/main" w="6750">
            <a:solidFill>
              <a:srgbClr val="34454D"/>
            </a:solidFill>
          </a:ln>
        </p:spPr>
      </p:sp>
      <p:sp>
        <p:nvSpPr>
          <p:cNvPr id="837" name="data-path-837">
            <a:extLst xmlns:a="http://schemas.openxmlformats.org/drawingml/2006/main">
              <a:ext uri="{FF2B5EF4-FFF2-40B4-BE49-F238E27FC236}">
                <a16:creationId xmlns:a16="http://schemas.microsoft.com/office/drawing/2014/main" id="{24D28702-DA23-4A14-B51F-0D02DFB3E593}"/>
              </a:ext>
            </a:extLst>
          </p:cNvPr>
          <p:cNvSpPr>
            <a:spLocks xmlns:a="http://schemas.openxmlformats.org/drawingml/2006/main" noGrp="1"/>
          </p:cNvSpPr>
          <p:nvPr/>
        </p:nvSpPr>
        <p:spPr>
          <a:xfrm xmlns:a="http://schemas.openxmlformats.org/drawingml/2006/main">
            <a:off x="472500" y="6826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6750">
            <a:solidFill>
              <a:srgbClr val="34454D"/>
            </a:solidFill>
          </a:ln>
        </p:spPr>
      </p:sp>
      <p:sp>
        <p:nvSpPr>
          <p:cNvPr id="838" name="data-path-838">
            <a:extLst xmlns:a="http://schemas.openxmlformats.org/drawingml/2006/main">
              <a:ext uri="{FF2B5EF4-FFF2-40B4-BE49-F238E27FC236}">
                <a16:creationId xmlns:a16="http://schemas.microsoft.com/office/drawing/2014/main" id="{F6AB47FD-44D7-464E-B1AF-57C6ECB2CD3E}"/>
              </a:ext>
            </a:extLst>
          </p:cNvPr>
          <p:cNvSpPr>
            <a:spLocks xmlns:a="http://schemas.openxmlformats.org/drawingml/2006/main" noGrp="1"/>
          </p:cNvSpPr>
          <p:nvPr/>
        </p:nvSpPr>
        <p:spPr>
          <a:xfrm xmlns:a="http://schemas.openxmlformats.org/drawingml/2006/main">
            <a:off x="472500"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839" name="text-839">
            <a:extLst xmlns:a="http://schemas.openxmlformats.org/drawingml/2006/main">
              <a:ext uri="{FF2B5EF4-FFF2-40B4-BE49-F238E27FC236}">
                <a16:creationId xmlns:a16="http://schemas.microsoft.com/office/drawing/2014/main" id="{8428BB1C-4894-4039-99E6-2A260A67870E}"/>
              </a:ext>
            </a:extLst>
          </p:cNvPr>
          <p:cNvSpPr>
            <a:spLocks xmlns:a="http://schemas.openxmlformats.org/drawingml/2006/main" noGrp="1"/>
          </p:cNvSpPr>
          <p:nvPr/>
        </p:nvSpPr>
        <p:spPr>
          <a:xfrm xmlns:a="http://schemas.openxmlformats.org/drawingml/2006/main" rot="0">
            <a:off x="310500"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840" name="data-path-840">
            <a:extLst xmlns:a="http://schemas.openxmlformats.org/drawingml/2006/main">
              <a:ext uri="{FF2B5EF4-FFF2-40B4-BE49-F238E27FC236}">
                <a16:creationId xmlns:a16="http://schemas.microsoft.com/office/drawing/2014/main" id="{4A5E37E3-5ABA-47AF-9870-FA33D94A266F}"/>
              </a:ext>
            </a:extLst>
          </p:cNvPr>
          <p:cNvSpPr>
            <a:spLocks xmlns:a="http://schemas.openxmlformats.org/drawingml/2006/main" noGrp="1"/>
          </p:cNvSpPr>
          <p:nvPr/>
        </p:nvSpPr>
        <p:spPr>
          <a:xfrm xmlns:a="http://schemas.openxmlformats.org/drawingml/2006/main">
            <a:off x="856125"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841" name="text-841">
            <a:extLst xmlns:a="http://schemas.openxmlformats.org/drawingml/2006/main">
              <a:ext uri="{FF2B5EF4-FFF2-40B4-BE49-F238E27FC236}">
                <a16:creationId xmlns:a16="http://schemas.microsoft.com/office/drawing/2014/main" id="{071314DC-F1C8-4BB2-8744-3A30A87A62D1}"/>
              </a:ext>
            </a:extLst>
          </p:cNvPr>
          <p:cNvSpPr>
            <a:spLocks xmlns:a="http://schemas.openxmlformats.org/drawingml/2006/main" noGrp="1"/>
          </p:cNvSpPr>
          <p:nvPr/>
        </p:nvSpPr>
        <p:spPr>
          <a:xfrm xmlns:a="http://schemas.openxmlformats.org/drawingml/2006/main" rot="0">
            <a:off x="694125"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842" name="data-path-842">
            <a:extLst xmlns:a="http://schemas.openxmlformats.org/drawingml/2006/main">
              <a:ext uri="{FF2B5EF4-FFF2-40B4-BE49-F238E27FC236}">
                <a16:creationId xmlns:a16="http://schemas.microsoft.com/office/drawing/2014/main" id="{55E2598F-26AC-4778-8198-90BC6C82C0ED}"/>
              </a:ext>
            </a:extLst>
          </p:cNvPr>
          <p:cNvSpPr>
            <a:spLocks xmlns:a="http://schemas.openxmlformats.org/drawingml/2006/main" noGrp="1"/>
          </p:cNvSpPr>
          <p:nvPr/>
        </p:nvSpPr>
        <p:spPr>
          <a:xfrm xmlns:a="http://schemas.openxmlformats.org/drawingml/2006/main">
            <a:off x="1239750"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843" name="text-843">
            <a:extLst xmlns:a="http://schemas.openxmlformats.org/drawingml/2006/main">
              <a:ext uri="{FF2B5EF4-FFF2-40B4-BE49-F238E27FC236}">
                <a16:creationId xmlns:a16="http://schemas.microsoft.com/office/drawing/2014/main" id="{B7EC5AC7-1A46-4E75-BBE3-3CFF7A0243C9}"/>
              </a:ext>
            </a:extLst>
          </p:cNvPr>
          <p:cNvSpPr>
            <a:spLocks xmlns:a="http://schemas.openxmlformats.org/drawingml/2006/main" noGrp="1"/>
          </p:cNvSpPr>
          <p:nvPr/>
        </p:nvSpPr>
        <p:spPr>
          <a:xfrm xmlns:a="http://schemas.openxmlformats.org/drawingml/2006/main" rot="0">
            <a:off x="1077750"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844" name="data-path-844">
            <a:extLst xmlns:a="http://schemas.openxmlformats.org/drawingml/2006/main">
              <a:ext uri="{FF2B5EF4-FFF2-40B4-BE49-F238E27FC236}">
                <a16:creationId xmlns:a16="http://schemas.microsoft.com/office/drawing/2014/main" id="{0B9EA70E-F608-4EB8-A76B-20A693E5E41F}"/>
              </a:ext>
            </a:extLst>
          </p:cNvPr>
          <p:cNvSpPr>
            <a:spLocks xmlns:a="http://schemas.openxmlformats.org/drawingml/2006/main" noGrp="1"/>
          </p:cNvSpPr>
          <p:nvPr/>
        </p:nvSpPr>
        <p:spPr>
          <a:xfrm xmlns:a="http://schemas.openxmlformats.org/drawingml/2006/main">
            <a:off x="1623375"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845" name="text-845">
            <a:extLst xmlns:a="http://schemas.openxmlformats.org/drawingml/2006/main">
              <a:ext uri="{FF2B5EF4-FFF2-40B4-BE49-F238E27FC236}">
                <a16:creationId xmlns:a16="http://schemas.microsoft.com/office/drawing/2014/main" id="{D64E8B57-0CBE-4679-AE72-73B5A84504B0}"/>
              </a:ext>
            </a:extLst>
          </p:cNvPr>
          <p:cNvSpPr>
            <a:spLocks xmlns:a="http://schemas.openxmlformats.org/drawingml/2006/main" noGrp="1"/>
          </p:cNvSpPr>
          <p:nvPr/>
        </p:nvSpPr>
        <p:spPr>
          <a:xfrm xmlns:a="http://schemas.openxmlformats.org/drawingml/2006/main" rot="0">
            <a:off x="1461375"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846" name="data-path-846">
            <a:extLst xmlns:a="http://schemas.openxmlformats.org/drawingml/2006/main">
              <a:ext uri="{FF2B5EF4-FFF2-40B4-BE49-F238E27FC236}">
                <a16:creationId xmlns:a16="http://schemas.microsoft.com/office/drawing/2014/main" id="{4CBAE89E-B369-4957-8B44-316017C6F7C5}"/>
              </a:ext>
            </a:extLst>
          </p:cNvPr>
          <p:cNvSpPr>
            <a:spLocks xmlns:a="http://schemas.openxmlformats.org/drawingml/2006/main" noGrp="1"/>
          </p:cNvSpPr>
          <p:nvPr/>
        </p:nvSpPr>
        <p:spPr>
          <a:xfrm xmlns:a="http://schemas.openxmlformats.org/drawingml/2006/main">
            <a:off x="2007000"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847" name="text-847">
            <a:extLst xmlns:a="http://schemas.openxmlformats.org/drawingml/2006/main">
              <a:ext uri="{FF2B5EF4-FFF2-40B4-BE49-F238E27FC236}">
                <a16:creationId xmlns:a16="http://schemas.microsoft.com/office/drawing/2014/main" id="{3D045AC6-66CA-4F5C-BF84-D864DE13D300}"/>
              </a:ext>
            </a:extLst>
          </p:cNvPr>
          <p:cNvSpPr>
            <a:spLocks xmlns:a="http://schemas.openxmlformats.org/drawingml/2006/main" noGrp="1"/>
          </p:cNvSpPr>
          <p:nvPr/>
        </p:nvSpPr>
        <p:spPr>
          <a:xfrm xmlns:a="http://schemas.openxmlformats.org/drawingml/2006/main" rot="0">
            <a:off x="1845000"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848" name="data-path-848">
            <a:extLst xmlns:a="http://schemas.openxmlformats.org/drawingml/2006/main">
              <a:ext uri="{FF2B5EF4-FFF2-40B4-BE49-F238E27FC236}">
                <a16:creationId xmlns:a16="http://schemas.microsoft.com/office/drawing/2014/main" id="{F937E04A-B2F6-4C4B-9937-2B8B8365570C}"/>
              </a:ext>
            </a:extLst>
          </p:cNvPr>
          <p:cNvSpPr>
            <a:spLocks xmlns:a="http://schemas.openxmlformats.org/drawingml/2006/main" noGrp="1"/>
          </p:cNvSpPr>
          <p:nvPr/>
        </p:nvSpPr>
        <p:spPr>
          <a:xfrm xmlns:a="http://schemas.openxmlformats.org/drawingml/2006/main">
            <a:off x="450000" y="68265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849" name="text-849">
            <a:extLst xmlns:a="http://schemas.openxmlformats.org/drawingml/2006/main">
              <a:ext uri="{FF2B5EF4-FFF2-40B4-BE49-F238E27FC236}">
                <a16:creationId xmlns:a16="http://schemas.microsoft.com/office/drawing/2014/main" id="{6CCD2EAE-4EC7-4B57-952C-66C09E6A18FC}"/>
              </a:ext>
            </a:extLst>
          </p:cNvPr>
          <p:cNvSpPr>
            <a:spLocks xmlns:a="http://schemas.openxmlformats.org/drawingml/2006/main" noGrp="1"/>
          </p:cNvSpPr>
          <p:nvPr/>
        </p:nvSpPr>
        <p:spPr>
          <a:xfrm xmlns:a="http://schemas.openxmlformats.org/drawingml/2006/main" rot="0">
            <a:off x="220500" y="67680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850" name="data-path-850">
            <a:extLst xmlns:a="http://schemas.openxmlformats.org/drawingml/2006/main">
              <a:ext uri="{FF2B5EF4-FFF2-40B4-BE49-F238E27FC236}">
                <a16:creationId xmlns:a16="http://schemas.microsoft.com/office/drawing/2014/main" id="{4B561C1B-8E9E-47D6-B71F-786077FB4E22}"/>
              </a:ext>
            </a:extLst>
          </p:cNvPr>
          <p:cNvSpPr>
            <a:spLocks xmlns:a="http://schemas.openxmlformats.org/drawingml/2006/main" noGrp="1"/>
          </p:cNvSpPr>
          <p:nvPr/>
        </p:nvSpPr>
        <p:spPr>
          <a:xfrm xmlns:a="http://schemas.openxmlformats.org/drawingml/2006/main">
            <a:off x="450000" y="654525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851" name="text-851">
            <a:extLst xmlns:a="http://schemas.openxmlformats.org/drawingml/2006/main">
              <a:ext uri="{FF2B5EF4-FFF2-40B4-BE49-F238E27FC236}">
                <a16:creationId xmlns:a16="http://schemas.microsoft.com/office/drawing/2014/main" id="{D6B0F5F6-CAAF-474B-AB13-327B54FA0142}"/>
              </a:ext>
            </a:extLst>
          </p:cNvPr>
          <p:cNvSpPr>
            <a:spLocks xmlns:a="http://schemas.openxmlformats.org/drawingml/2006/main" noGrp="1"/>
          </p:cNvSpPr>
          <p:nvPr/>
        </p:nvSpPr>
        <p:spPr>
          <a:xfrm xmlns:a="http://schemas.openxmlformats.org/drawingml/2006/main" rot="0">
            <a:off x="220500" y="648675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852" name="data-path-852">
            <a:extLst xmlns:a="http://schemas.openxmlformats.org/drawingml/2006/main">
              <a:ext uri="{FF2B5EF4-FFF2-40B4-BE49-F238E27FC236}">
                <a16:creationId xmlns:a16="http://schemas.microsoft.com/office/drawing/2014/main" id="{B10025B9-53A4-4E2F-9297-17CF30C0546B}"/>
              </a:ext>
            </a:extLst>
          </p:cNvPr>
          <p:cNvSpPr>
            <a:spLocks xmlns:a="http://schemas.openxmlformats.org/drawingml/2006/main" noGrp="1"/>
          </p:cNvSpPr>
          <p:nvPr/>
        </p:nvSpPr>
        <p:spPr>
          <a:xfrm xmlns:a="http://schemas.openxmlformats.org/drawingml/2006/main">
            <a:off x="450000" y="6264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853" name="text-853">
            <a:extLst xmlns:a="http://schemas.openxmlformats.org/drawingml/2006/main">
              <a:ext uri="{FF2B5EF4-FFF2-40B4-BE49-F238E27FC236}">
                <a16:creationId xmlns:a16="http://schemas.microsoft.com/office/drawing/2014/main" id="{7B8B82EA-8C9D-48F4-8464-23558E1F6F61}"/>
              </a:ext>
            </a:extLst>
          </p:cNvPr>
          <p:cNvSpPr>
            <a:spLocks xmlns:a="http://schemas.openxmlformats.org/drawingml/2006/main" noGrp="1"/>
          </p:cNvSpPr>
          <p:nvPr/>
        </p:nvSpPr>
        <p:spPr>
          <a:xfrm xmlns:a="http://schemas.openxmlformats.org/drawingml/2006/main" rot="0">
            <a:off x="220500" y="6205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854" name="data-path-854">
            <a:extLst xmlns:a="http://schemas.openxmlformats.org/drawingml/2006/main">
              <a:ext uri="{FF2B5EF4-FFF2-40B4-BE49-F238E27FC236}">
                <a16:creationId xmlns:a16="http://schemas.microsoft.com/office/drawing/2014/main" id="{4468DDB5-D07A-4713-B044-084619D82AF1}"/>
              </a:ext>
            </a:extLst>
          </p:cNvPr>
          <p:cNvSpPr>
            <a:spLocks xmlns:a="http://schemas.openxmlformats.org/drawingml/2006/main" noGrp="1"/>
          </p:cNvSpPr>
          <p:nvPr/>
        </p:nvSpPr>
        <p:spPr>
          <a:xfrm xmlns:a="http://schemas.openxmlformats.org/drawingml/2006/main">
            <a:off x="450000" y="598275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855" name="text-855">
            <a:extLst xmlns:a="http://schemas.openxmlformats.org/drawingml/2006/main">
              <a:ext uri="{FF2B5EF4-FFF2-40B4-BE49-F238E27FC236}">
                <a16:creationId xmlns:a16="http://schemas.microsoft.com/office/drawing/2014/main" id="{BA303381-F869-4E8E-9283-1C9583A73CC6}"/>
              </a:ext>
            </a:extLst>
          </p:cNvPr>
          <p:cNvSpPr>
            <a:spLocks xmlns:a="http://schemas.openxmlformats.org/drawingml/2006/main" noGrp="1"/>
          </p:cNvSpPr>
          <p:nvPr/>
        </p:nvSpPr>
        <p:spPr>
          <a:xfrm xmlns:a="http://schemas.openxmlformats.org/drawingml/2006/main" rot="0">
            <a:off x="220500" y="592425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856" name="data-path-856">
            <a:extLst xmlns:a="http://schemas.openxmlformats.org/drawingml/2006/main">
              <a:ext uri="{FF2B5EF4-FFF2-40B4-BE49-F238E27FC236}">
                <a16:creationId xmlns:a16="http://schemas.microsoft.com/office/drawing/2014/main" id="{C865ACBD-7A5D-4461-90EC-025BB4B08B9E}"/>
              </a:ext>
            </a:extLst>
          </p:cNvPr>
          <p:cNvSpPr>
            <a:spLocks xmlns:a="http://schemas.openxmlformats.org/drawingml/2006/main" noGrp="1"/>
          </p:cNvSpPr>
          <p:nvPr/>
        </p:nvSpPr>
        <p:spPr>
          <a:xfrm xmlns:a="http://schemas.openxmlformats.org/drawingml/2006/main">
            <a:off x="450000" y="57015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857" name="text-857">
            <a:extLst xmlns:a="http://schemas.openxmlformats.org/drawingml/2006/main">
              <a:ext uri="{FF2B5EF4-FFF2-40B4-BE49-F238E27FC236}">
                <a16:creationId xmlns:a16="http://schemas.microsoft.com/office/drawing/2014/main" id="{757AE94D-86A6-42B4-BB8C-65B23021A030}"/>
              </a:ext>
            </a:extLst>
          </p:cNvPr>
          <p:cNvSpPr>
            <a:spLocks xmlns:a="http://schemas.openxmlformats.org/drawingml/2006/main" noGrp="1"/>
          </p:cNvSpPr>
          <p:nvPr/>
        </p:nvSpPr>
        <p:spPr>
          <a:xfrm xmlns:a="http://schemas.openxmlformats.org/drawingml/2006/main" rot="0">
            <a:off x="220500" y="56430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858" name="text-858">
            <a:extLst xmlns:a="http://schemas.openxmlformats.org/drawingml/2006/main">
              <a:ext uri="{FF2B5EF4-FFF2-40B4-BE49-F238E27FC236}">
                <a16:creationId xmlns:a16="http://schemas.microsoft.com/office/drawing/2014/main" id="{EABD4E0A-1531-4A62-9B05-3C2B473BDFC2}"/>
              </a:ext>
            </a:extLst>
          </p:cNvPr>
          <p:cNvSpPr>
            <a:spLocks xmlns:a="http://schemas.openxmlformats.org/drawingml/2006/main" noGrp="1"/>
          </p:cNvSpPr>
          <p:nvPr/>
        </p:nvSpPr>
        <p:spPr>
          <a:xfrm xmlns:a="http://schemas.openxmlformats.org/drawingml/2006/main" rot="0">
            <a:off x="445500" y="7024500"/>
            <a:ext cx="15885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Predicted next-visit HI</a:t>
            </a:r>
          </a:p>
        </p:txBody>
      </p:sp>
      <p:sp>
        <p:nvSpPr>
          <p:cNvPr id="859" name="text-859">
            <a:extLst xmlns:a="http://schemas.openxmlformats.org/drawingml/2006/main">
              <a:ext uri="{FF2B5EF4-FFF2-40B4-BE49-F238E27FC236}">
                <a16:creationId xmlns:a16="http://schemas.microsoft.com/office/drawing/2014/main" id="{7CDCB077-C16B-450C-8F19-B9CC0AA9F35D}"/>
              </a:ext>
            </a:extLst>
          </p:cNvPr>
          <p:cNvSpPr>
            <a:spLocks xmlns:a="http://schemas.openxmlformats.org/drawingml/2006/main" noGrp="1"/>
          </p:cNvSpPr>
          <p:nvPr/>
        </p:nvSpPr>
        <p:spPr>
          <a:xfrm xmlns:a="http://schemas.openxmlformats.org/drawingml/2006/main" rot="16200000">
            <a:off x="-247500" y="6196500"/>
            <a:ext cx="6750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Observed next-visit HI</a:t>
            </a:r>
          </a:p>
        </p:txBody>
      </p:sp>
      <p:sp>
        <p:nvSpPr>
          <p:cNvPr id="860" name="data-path-860">
            <a:extLst xmlns:a="http://schemas.openxmlformats.org/drawingml/2006/main">
              <a:ext uri="{FF2B5EF4-FFF2-40B4-BE49-F238E27FC236}">
                <a16:creationId xmlns:a16="http://schemas.microsoft.com/office/drawing/2014/main" id="{6DD31248-1C7F-49DA-8775-51FB3BD4DD23}"/>
              </a:ext>
            </a:extLst>
          </p:cNvPr>
          <p:cNvSpPr>
            <a:spLocks xmlns:a="http://schemas.openxmlformats.org/drawingml/2006/main" noGrp="1"/>
          </p:cNvSpPr>
          <p:nvPr/>
        </p:nvSpPr>
        <p:spPr>
          <a:xfrm xmlns:a="http://schemas.openxmlformats.org/drawingml/2006/main">
            <a:off x="472500" y="5701500"/>
            <a:ext cx="1534500" cy="1125000"/>
          </a:xfrm>
          <a:custGeom xmlns:a="http://schemas.openxmlformats.org/drawingml/2006/main">
            <a:pathLst>
              <a:path w="1534500" h="1125000">
                <a:moveTo>
                  <a:pt x="0" y="1125000"/>
                </a:moveTo>
                <a:lnTo>
                  <a:pt x="1534500" y="0"/>
                </a:lnTo>
              </a:path>
            </a:pathLst>
          </a:custGeom>
          <a:noFill xmlns:a="http://schemas.openxmlformats.org/drawingml/2006/main"/>
          <a:ln xmlns:a="http://schemas.openxmlformats.org/drawingml/2006/main" w="8100">
            <a:solidFill>
              <a:srgbClr val="87999E"/>
            </a:solidFill>
          </a:ln>
        </p:spPr>
      </p:sp>
      <p:sp>
        <p:nvSpPr>
          <p:cNvPr id="861" name="data-point-861">
            <a:extLst xmlns:a="http://schemas.openxmlformats.org/drawingml/2006/main">
              <a:ext uri="{FF2B5EF4-FFF2-40B4-BE49-F238E27FC236}">
                <a16:creationId xmlns:a16="http://schemas.microsoft.com/office/drawing/2014/main" id="{846760EB-75B1-45E2-BC54-744459283A4A}"/>
              </a:ext>
            </a:extLst>
          </p:cNvPr>
          <p:cNvSpPr>
            <a:spLocks xmlns:a="http://schemas.openxmlformats.org/drawingml/2006/main" noGrp="1"/>
          </p:cNvSpPr>
          <p:nvPr/>
        </p:nvSpPr>
        <p:spPr>
          <a:xfrm xmlns:a="http://schemas.openxmlformats.org/drawingml/2006/main">
            <a:off x="1161264" y="621488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62" name="data-point-862">
            <a:extLst xmlns:a="http://schemas.openxmlformats.org/drawingml/2006/main">
              <a:ext uri="{FF2B5EF4-FFF2-40B4-BE49-F238E27FC236}">
                <a16:creationId xmlns:a16="http://schemas.microsoft.com/office/drawing/2014/main" id="{4566560B-CBC4-4F40-B74A-A38CF348261A}"/>
              </a:ext>
            </a:extLst>
          </p:cNvPr>
          <p:cNvSpPr>
            <a:spLocks xmlns:a="http://schemas.openxmlformats.org/drawingml/2006/main" noGrp="1"/>
          </p:cNvSpPr>
          <p:nvPr/>
        </p:nvSpPr>
        <p:spPr>
          <a:xfrm xmlns:a="http://schemas.openxmlformats.org/drawingml/2006/main">
            <a:off x="1233887" y="631346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63" name="data-point-863">
            <a:extLst xmlns:a="http://schemas.openxmlformats.org/drawingml/2006/main">
              <a:ext uri="{FF2B5EF4-FFF2-40B4-BE49-F238E27FC236}">
                <a16:creationId xmlns:a16="http://schemas.microsoft.com/office/drawing/2014/main" id="{60036B5F-E1B2-4C2A-852A-94A0D83141A1}"/>
              </a:ext>
            </a:extLst>
          </p:cNvPr>
          <p:cNvSpPr>
            <a:spLocks xmlns:a="http://schemas.openxmlformats.org/drawingml/2006/main" noGrp="1"/>
          </p:cNvSpPr>
          <p:nvPr/>
        </p:nvSpPr>
        <p:spPr>
          <a:xfrm xmlns:a="http://schemas.openxmlformats.org/drawingml/2006/main">
            <a:off x="1165225" y="630247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64" name="data-point-864">
            <a:extLst xmlns:a="http://schemas.openxmlformats.org/drawingml/2006/main">
              <a:ext uri="{FF2B5EF4-FFF2-40B4-BE49-F238E27FC236}">
                <a16:creationId xmlns:a16="http://schemas.microsoft.com/office/drawing/2014/main" id="{304A3890-4513-488E-9EBA-EFB3F590D461}"/>
              </a:ext>
            </a:extLst>
          </p:cNvPr>
          <p:cNvSpPr>
            <a:spLocks xmlns:a="http://schemas.openxmlformats.org/drawingml/2006/main" noGrp="1"/>
          </p:cNvSpPr>
          <p:nvPr/>
        </p:nvSpPr>
        <p:spPr>
          <a:xfrm xmlns:a="http://schemas.openxmlformats.org/drawingml/2006/main">
            <a:off x="1704775" y="588026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65" name="data-point-865">
            <a:extLst xmlns:a="http://schemas.openxmlformats.org/drawingml/2006/main">
              <a:ext uri="{FF2B5EF4-FFF2-40B4-BE49-F238E27FC236}">
                <a16:creationId xmlns:a16="http://schemas.microsoft.com/office/drawing/2014/main" id="{C0CAE2CE-6E86-4533-9A60-3D26DEEEB4DB}"/>
              </a:ext>
            </a:extLst>
          </p:cNvPr>
          <p:cNvSpPr>
            <a:spLocks xmlns:a="http://schemas.openxmlformats.org/drawingml/2006/main" noGrp="1"/>
          </p:cNvSpPr>
          <p:nvPr/>
        </p:nvSpPr>
        <p:spPr>
          <a:xfrm xmlns:a="http://schemas.openxmlformats.org/drawingml/2006/main">
            <a:off x="1709476" y="591130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66" name="data-point-866">
            <a:extLst xmlns:a="http://schemas.openxmlformats.org/drawingml/2006/main">
              <a:ext uri="{FF2B5EF4-FFF2-40B4-BE49-F238E27FC236}">
                <a16:creationId xmlns:a16="http://schemas.microsoft.com/office/drawing/2014/main" id="{67511250-092A-4572-B193-A95493EDFF93}"/>
              </a:ext>
            </a:extLst>
          </p:cNvPr>
          <p:cNvSpPr>
            <a:spLocks xmlns:a="http://schemas.openxmlformats.org/drawingml/2006/main" noGrp="1"/>
          </p:cNvSpPr>
          <p:nvPr/>
        </p:nvSpPr>
        <p:spPr>
          <a:xfrm xmlns:a="http://schemas.openxmlformats.org/drawingml/2006/main">
            <a:off x="1669059" y="590254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67" name="data-point-867">
            <a:extLst xmlns:a="http://schemas.openxmlformats.org/drawingml/2006/main">
              <a:ext uri="{FF2B5EF4-FFF2-40B4-BE49-F238E27FC236}">
                <a16:creationId xmlns:a16="http://schemas.microsoft.com/office/drawing/2014/main" id="{3CEBED17-856E-4043-A67D-202022C76438}"/>
              </a:ext>
            </a:extLst>
          </p:cNvPr>
          <p:cNvSpPr>
            <a:spLocks xmlns:a="http://schemas.openxmlformats.org/drawingml/2006/main" noGrp="1"/>
          </p:cNvSpPr>
          <p:nvPr/>
        </p:nvSpPr>
        <p:spPr>
          <a:xfrm xmlns:a="http://schemas.openxmlformats.org/drawingml/2006/main">
            <a:off x="1395012" y="614759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68" name="data-point-868">
            <a:extLst xmlns:a="http://schemas.openxmlformats.org/drawingml/2006/main">
              <a:ext uri="{FF2B5EF4-FFF2-40B4-BE49-F238E27FC236}">
                <a16:creationId xmlns:a16="http://schemas.microsoft.com/office/drawing/2014/main" id="{1FB880BB-AA59-4BE6-93E9-1E38CCB8E8A2}"/>
              </a:ext>
            </a:extLst>
          </p:cNvPr>
          <p:cNvSpPr>
            <a:spLocks xmlns:a="http://schemas.openxmlformats.org/drawingml/2006/main" noGrp="1"/>
          </p:cNvSpPr>
          <p:nvPr/>
        </p:nvSpPr>
        <p:spPr>
          <a:xfrm xmlns:a="http://schemas.openxmlformats.org/drawingml/2006/main">
            <a:off x="1345557" y="60131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69" name="data-point-869">
            <a:extLst xmlns:a="http://schemas.openxmlformats.org/drawingml/2006/main">
              <a:ext uri="{FF2B5EF4-FFF2-40B4-BE49-F238E27FC236}">
                <a16:creationId xmlns:a16="http://schemas.microsoft.com/office/drawing/2014/main" id="{929CEB7B-C5FF-465D-B030-317A7F54ECC2}"/>
              </a:ext>
            </a:extLst>
          </p:cNvPr>
          <p:cNvSpPr>
            <a:spLocks xmlns:a="http://schemas.openxmlformats.org/drawingml/2006/main" noGrp="1"/>
          </p:cNvSpPr>
          <p:nvPr/>
        </p:nvSpPr>
        <p:spPr>
          <a:xfrm xmlns:a="http://schemas.openxmlformats.org/drawingml/2006/main">
            <a:off x="1480073" y="60448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70" name="data-point-870">
            <a:extLst xmlns:a="http://schemas.openxmlformats.org/drawingml/2006/main">
              <a:ext uri="{FF2B5EF4-FFF2-40B4-BE49-F238E27FC236}">
                <a16:creationId xmlns:a16="http://schemas.microsoft.com/office/drawing/2014/main" id="{29FE389E-F3F0-4C21-A01F-9A9D3A40BBAD}"/>
              </a:ext>
            </a:extLst>
          </p:cNvPr>
          <p:cNvSpPr>
            <a:spLocks xmlns:a="http://schemas.openxmlformats.org/drawingml/2006/main" noGrp="1"/>
          </p:cNvSpPr>
          <p:nvPr/>
        </p:nvSpPr>
        <p:spPr>
          <a:xfrm xmlns:a="http://schemas.openxmlformats.org/drawingml/2006/main">
            <a:off x="1265576" y="627018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71" name="data-point-871">
            <a:extLst xmlns:a="http://schemas.openxmlformats.org/drawingml/2006/main">
              <a:ext uri="{FF2B5EF4-FFF2-40B4-BE49-F238E27FC236}">
                <a16:creationId xmlns:a16="http://schemas.microsoft.com/office/drawing/2014/main" id="{BD1560FA-2387-406F-A0FD-96E95C53ACCA}"/>
              </a:ext>
            </a:extLst>
          </p:cNvPr>
          <p:cNvSpPr>
            <a:spLocks xmlns:a="http://schemas.openxmlformats.org/drawingml/2006/main" noGrp="1"/>
          </p:cNvSpPr>
          <p:nvPr/>
        </p:nvSpPr>
        <p:spPr>
          <a:xfrm xmlns:a="http://schemas.openxmlformats.org/drawingml/2006/main">
            <a:off x="1217922" y="607920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72" name="data-point-872">
            <a:extLst xmlns:a="http://schemas.openxmlformats.org/drawingml/2006/main">
              <a:ext uri="{FF2B5EF4-FFF2-40B4-BE49-F238E27FC236}">
                <a16:creationId xmlns:a16="http://schemas.microsoft.com/office/drawing/2014/main" id="{C5818B25-4761-4156-9ED1-FB8764B035F4}"/>
              </a:ext>
            </a:extLst>
          </p:cNvPr>
          <p:cNvSpPr>
            <a:spLocks xmlns:a="http://schemas.openxmlformats.org/drawingml/2006/main" noGrp="1"/>
          </p:cNvSpPr>
          <p:nvPr/>
        </p:nvSpPr>
        <p:spPr>
          <a:xfrm xmlns:a="http://schemas.openxmlformats.org/drawingml/2006/main">
            <a:off x="1377751" y="621280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73" name="data-point-873">
            <a:extLst xmlns:a="http://schemas.openxmlformats.org/drawingml/2006/main">
              <a:ext uri="{FF2B5EF4-FFF2-40B4-BE49-F238E27FC236}">
                <a16:creationId xmlns:a16="http://schemas.microsoft.com/office/drawing/2014/main" id="{B3D26490-5289-47F6-BB3B-6A4EBB64A4A9}"/>
              </a:ext>
            </a:extLst>
          </p:cNvPr>
          <p:cNvSpPr>
            <a:spLocks xmlns:a="http://schemas.openxmlformats.org/drawingml/2006/main" noGrp="1"/>
          </p:cNvSpPr>
          <p:nvPr/>
        </p:nvSpPr>
        <p:spPr>
          <a:xfrm xmlns:a="http://schemas.openxmlformats.org/drawingml/2006/main">
            <a:off x="1295373" y="620152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74" name="data-point-874">
            <a:extLst xmlns:a="http://schemas.openxmlformats.org/drawingml/2006/main">
              <a:ext uri="{FF2B5EF4-FFF2-40B4-BE49-F238E27FC236}">
                <a16:creationId xmlns:a16="http://schemas.microsoft.com/office/drawing/2014/main" id="{BEC8B78F-4787-4E33-BDBF-8AC8828D7FD6}"/>
              </a:ext>
            </a:extLst>
          </p:cNvPr>
          <p:cNvSpPr>
            <a:spLocks xmlns:a="http://schemas.openxmlformats.org/drawingml/2006/main" noGrp="1"/>
          </p:cNvSpPr>
          <p:nvPr/>
        </p:nvSpPr>
        <p:spPr>
          <a:xfrm xmlns:a="http://schemas.openxmlformats.org/drawingml/2006/main">
            <a:off x="1300288" y="620323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75" name="data-point-875">
            <a:extLst xmlns:a="http://schemas.openxmlformats.org/drawingml/2006/main">
              <a:ext uri="{FF2B5EF4-FFF2-40B4-BE49-F238E27FC236}">
                <a16:creationId xmlns:a16="http://schemas.microsoft.com/office/drawing/2014/main" id="{6EF80E18-0BA9-48C4-AEC2-D1E36F4C09F9}"/>
              </a:ext>
            </a:extLst>
          </p:cNvPr>
          <p:cNvSpPr>
            <a:spLocks xmlns:a="http://schemas.openxmlformats.org/drawingml/2006/main" noGrp="1"/>
          </p:cNvSpPr>
          <p:nvPr/>
        </p:nvSpPr>
        <p:spPr>
          <a:xfrm xmlns:a="http://schemas.openxmlformats.org/drawingml/2006/main">
            <a:off x="1287564" y="61114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76" name="data-point-876">
            <a:extLst xmlns:a="http://schemas.openxmlformats.org/drawingml/2006/main">
              <a:ext uri="{FF2B5EF4-FFF2-40B4-BE49-F238E27FC236}">
                <a16:creationId xmlns:a16="http://schemas.microsoft.com/office/drawing/2014/main" id="{0829BCF4-6F21-4C1B-9658-538379A14A34}"/>
              </a:ext>
            </a:extLst>
          </p:cNvPr>
          <p:cNvSpPr>
            <a:spLocks xmlns:a="http://schemas.openxmlformats.org/drawingml/2006/main" noGrp="1"/>
          </p:cNvSpPr>
          <p:nvPr/>
        </p:nvSpPr>
        <p:spPr>
          <a:xfrm xmlns:a="http://schemas.openxmlformats.org/drawingml/2006/main">
            <a:off x="1345420" y="608669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77" name="data-point-877">
            <a:extLst xmlns:a="http://schemas.openxmlformats.org/drawingml/2006/main">
              <a:ext uri="{FF2B5EF4-FFF2-40B4-BE49-F238E27FC236}">
                <a16:creationId xmlns:a16="http://schemas.microsoft.com/office/drawing/2014/main" id="{1AE86BD1-9757-44AB-8027-6D87C76BE14A}"/>
              </a:ext>
            </a:extLst>
          </p:cNvPr>
          <p:cNvSpPr>
            <a:spLocks xmlns:a="http://schemas.openxmlformats.org/drawingml/2006/main" noGrp="1"/>
          </p:cNvSpPr>
          <p:nvPr/>
        </p:nvSpPr>
        <p:spPr>
          <a:xfrm xmlns:a="http://schemas.openxmlformats.org/drawingml/2006/main">
            <a:off x="1434467" y="590280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78" name="data-point-878">
            <a:extLst xmlns:a="http://schemas.openxmlformats.org/drawingml/2006/main">
              <a:ext uri="{FF2B5EF4-FFF2-40B4-BE49-F238E27FC236}">
                <a16:creationId xmlns:a16="http://schemas.microsoft.com/office/drawing/2014/main" id="{12991C3E-3250-41F9-9A07-F60F630FA9AD}"/>
              </a:ext>
            </a:extLst>
          </p:cNvPr>
          <p:cNvSpPr>
            <a:spLocks xmlns:a="http://schemas.openxmlformats.org/drawingml/2006/main" noGrp="1"/>
          </p:cNvSpPr>
          <p:nvPr/>
        </p:nvSpPr>
        <p:spPr>
          <a:xfrm xmlns:a="http://schemas.openxmlformats.org/drawingml/2006/main">
            <a:off x="1624574" y="600704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79" name="data-point-879">
            <a:extLst xmlns:a="http://schemas.openxmlformats.org/drawingml/2006/main">
              <a:ext uri="{FF2B5EF4-FFF2-40B4-BE49-F238E27FC236}">
                <a16:creationId xmlns:a16="http://schemas.microsoft.com/office/drawing/2014/main" id="{93E1898E-5472-49FD-9418-DAA98B5FB2E6}"/>
              </a:ext>
            </a:extLst>
          </p:cNvPr>
          <p:cNvSpPr>
            <a:spLocks xmlns:a="http://schemas.openxmlformats.org/drawingml/2006/main" noGrp="1"/>
          </p:cNvSpPr>
          <p:nvPr/>
        </p:nvSpPr>
        <p:spPr>
          <a:xfrm xmlns:a="http://schemas.openxmlformats.org/drawingml/2006/main">
            <a:off x="1258242" y="624349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80" name="data-point-880">
            <a:extLst xmlns:a="http://schemas.openxmlformats.org/drawingml/2006/main">
              <a:ext uri="{FF2B5EF4-FFF2-40B4-BE49-F238E27FC236}">
                <a16:creationId xmlns:a16="http://schemas.microsoft.com/office/drawing/2014/main" id="{4C20E828-0689-48A3-B185-E66DC9CDF505}"/>
              </a:ext>
            </a:extLst>
          </p:cNvPr>
          <p:cNvSpPr>
            <a:spLocks xmlns:a="http://schemas.openxmlformats.org/drawingml/2006/main" noGrp="1"/>
          </p:cNvSpPr>
          <p:nvPr/>
        </p:nvSpPr>
        <p:spPr>
          <a:xfrm xmlns:a="http://schemas.openxmlformats.org/drawingml/2006/main">
            <a:off x="1245625" y="623427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81" name="data-point-881">
            <a:extLst xmlns:a="http://schemas.openxmlformats.org/drawingml/2006/main">
              <a:ext uri="{FF2B5EF4-FFF2-40B4-BE49-F238E27FC236}">
                <a16:creationId xmlns:a16="http://schemas.microsoft.com/office/drawing/2014/main" id="{D493DB21-4653-4DA3-83E9-E52931E0A895}"/>
              </a:ext>
            </a:extLst>
          </p:cNvPr>
          <p:cNvSpPr>
            <a:spLocks xmlns:a="http://schemas.openxmlformats.org/drawingml/2006/main" noGrp="1"/>
          </p:cNvSpPr>
          <p:nvPr/>
        </p:nvSpPr>
        <p:spPr>
          <a:xfrm xmlns:a="http://schemas.openxmlformats.org/drawingml/2006/main">
            <a:off x="1105137" y="645443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82" name="data-point-882">
            <a:extLst xmlns:a="http://schemas.openxmlformats.org/drawingml/2006/main">
              <a:ext uri="{FF2B5EF4-FFF2-40B4-BE49-F238E27FC236}">
                <a16:creationId xmlns:a16="http://schemas.microsoft.com/office/drawing/2014/main" id="{CBEE1384-F3FA-49F6-9933-C5C775268413}"/>
              </a:ext>
            </a:extLst>
          </p:cNvPr>
          <p:cNvSpPr>
            <a:spLocks xmlns:a="http://schemas.openxmlformats.org/drawingml/2006/main" noGrp="1"/>
          </p:cNvSpPr>
          <p:nvPr/>
        </p:nvSpPr>
        <p:spPr>
          <a:xfrm xmlns:a="http://schemas.openxmlformats.org/drawingml/2006/main">
            <a:off x="993794" y="644539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83" name="data-point-883">
            <a:extLst xmlns:a="http://schemas.openxmlformats.org/drawingml/2006/main">
              <a:ext uri="{FF2B5EF4-FFF2-40B4-BE49-F238E27FC236}">
                <a16:creationId xmlns:a16="http://schemas.microsoft.com/office/drawing/2014/main" id="{5A2EDCB6-C29D-4BC9-8BD4-FF3F07B4FDE3}"/>
              </a:ext>
            </a:extLst>
          </p:cNvPr>
          <p:cNvSpPr>
            <a:spLocks xmlns:a="http://schemas.openxmlformats.org/drawingml/2006/main" noGrp="1"/>
          </p:cNvSpPr>
          <p:nvPr/>
        </p:nvSpPr>
        <p:spPr>
          <a:xfrm xmlns:a="http://schemas.openxmlformats.org/drawingml/2006/main">
            <a:off x="1271637" y="6213931"/>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84" name="data-point-884">
            <a:extLst xmlns:a="http://schemas.openxmlformats.org/drawingml/2006/main">
              <a:ext uri="{FF2B5EF4-FFF2-40B4-BE49-F238E27FC236}">
                <a16:creationId xmlns:a16="http://schemas.microsoft.com/office/drawing/2014/main" id="{4C0395C0-C752-47BF-99A1-C0BE2D6B6B60}"/>
              </a:ext>
            </a:extLst>
          </p:cNvPr>
          <p:cNvSpPr>
            <a:spLocks xmlns:a="http://schemas.openxmlformats.org/drawingml/2006/main" noGrp="1"/>
          </p:cNvSpPr>
          <p:nvPr/>
        </p:nvSpPr>
        <p:spPr>
          <a:xfrm xmlns:a="http://schemas.openxmlformats.org/drawingml/2006/main">
            <a:off x="1257952" y="626770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85" name="data-point-885">
            <a:extLst xmlns:a="http://schemas.openxmlformats.org/drawingml/2006/main">
              <a:ext uri="{FF2B5EF4-FFF2-40B4-BE49-F238E27FC236}">
                <a16:creationId xmlns:a16="http://schemas.microsoft.com/office/drawing/2014/main" id="{28964CDC-0993-42CF-9C9E-B1C449B059B8}"/>
              </a:ext>
            </a:extLst>
          </p:cNvPr>
          <p:cNvSpPr>
            <a:spLocks xmlns:a="http://schemas.openxmlformats.org/drawingml/2006/main" noGrp="1"/>
          </p:cNvSpPr>
          <p:nvPr/>
        </p:nvSpPr>
        <p:spPr>
          <a:xfrm xmlns:a="http://schemas.openxmlformats.org/drawingml/2006/main">
            <a:off x="1311449" y="61709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86" name="data-point-886">
            <a:extLst xmlns:a="http://schemas.openxmlformats.org/drawingml/2006/main">
              <a:ext uri="{FF2B5EF4-FFF2-40B4-BE49-F238E27FC236}">
                <a16:creationId xmlns:a16="http://schemas.microsoft.com/office/drawing/2014/main" id="{237CA51D-DC19-41AB-85E2-37E1C10D7159}"/>
              </a:ext>
            </a:extLst>
          </p:cNvPr>
          <p:cNvSpPr>
            <a:spLocks xmlns:a="http://schemas.openxmlformats.org/drawingml/2006/main" noGrp="1"/>
          </p:cNvSpPr>
          <p:nvPr/>
        </p:nvSpPr>
        <p:spPr>
          <a:xfrm xmlns:a="http://schemas.openxmlformats.org/drawingml/2006/main">
            <a:off x="1296765" y="619940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87" name="data-point-887">
            <a:extLst xmlns:a="http://schemas.openxmlformats.org/drawingml/2006/main">
              <a:ext uri="{FF2B5EF4-FFF2-40B4-BE49-F238E27FC236}">
                <a16:creationId xmlns:a16="http://schemas.microsoft.com/office/drawing/2014/main" id="{13DE2FAB-D200-4E67-9B91-745D5F8CD564}"/>
              </a:ext>
            </a:extLst>
          </p:cNvPr>
          <p:cNvSpPr>
            <a:spLocks xmlns:a="http://schemas.openxmlformats.org/drawingml/2006/main" noGrp="1"/>
          </p:cNvSpPr>
          <p:nvPr/>
        </p:nvSpPr>
        <p:spPr>
          <a:xfrm xmlns:a="http://schemas.openxmlformats.org/drawingml/2006/main">
            <a:off x="1373346" y="619934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88" name="data-point-888">
            <a:extLst xmlns:a="http://schemas.openxmlformats.org/drawingml/2006/main">
              <a:ext uri="{FF2B5EF4-FFF2-40B4-BE49-F238E27FC236}">
                <a16:creationId xmlns:a16="http://schemas.microsoft.com/office/drawing/2014/main" id="{7EA8A391-C331-4C7E-A5A8-1CB578F1AD5F}"/>
              </a:ext>
            </a:extLst>
          </p:cNvPr>
          <p:cNvSpPr>
            <a:spLocks xmlns:a="http://schemas.openxmlformats.org/drawingml/2006/main" noGrp="1"/>
          </p:cNvSpPr>
          <p:nvPr/>
        </p:nvSpPr>
        <p:spPr>
          <a:xfrm xmlns:a="http://schemas.openxmlformats.org/drawingml/2006/main">
            <a:off x="1311972" y="621835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89" name="data-point-889">
            <a:extLst xmlns:a="http://schemas.openxmlformats.org/drawingml/2006/main">
              <a:ext uri="{FF2B5EF4-FFF2-40B4-BE49-F238E27FC236}">
                <a16:creationId xmlns:a16="http://schemas.microsoft.com/office/drawing/2014/main" id="{3DBAEEC6-92FD-4694-B8EF-C55242DBC2DF}"/>
              </a:ext>
            </a:extLst>
          </p:cNvPr>
          <p:cNvSpPr>
            <a:spLocks xmlns:a="http://schemas.openxmlformats.org/drawingml/2006/main" noGrp="1"/>
          </p:cNvSpPr>
          <p:nvPr/>
        </p:nvSpPr>
        <p:spPr>
          <a:xfrm xmlns:a="http://schemas.openxmlformats.org/drawingml/2006/main">
            <a:off x="1149637" y="636210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90" name="data-point-890">
            <a:extLst xmlns:a="http://schemas.openxmlformats.org/drawingml/2006/main">
              <a:ext uri="{FF2B5EF4-FFF2-40B4-BE49-F238E27FC236}">
                <a16:creationId xmlns:a16="http://schemas.microsoft.com/office/drawing/2014/main" id="{9ECE1548-4F32-44C2-950E-CB76896B5105}"/>
              </a:ext>
            </a:extLst>
          </p:cNvPr>
          <p:cNvSpPr>
            <a:spLocks xmlns:a="http://schemas.openxmlformats.org/drawingml/2006/main" noGrp="1"/>
          </p:cNvSpPr>
          <p:nvPr/>
        </p:nvSpPr>
        <p:spPr>
          <a:xfrm xmlns:a="http://schemas.openxmlformats.org/drawingml/2006/main">
            <a:off x="1068957" y="628011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91" name="data-point-891">
            <a:extLst xmlns:a="http://schemas.openxmlformats.org/drawingml/2006/main">
              <a:ext uri="{FF2B5EF4-FFF2-40B4-BE49-F238E27FC236}">
                <a16:creationId xmlns:a16="http://schemas.microsoft.com/office/drawing/2014/main" id="{1568DE2E-092A-486C-A96F-B85532EB57DC}"/>
              </a:ext>
            </a:extLst>
          </p:cNvPr>
          <p:cNvSpPr>
            <a:spLocks xmlns:a="http://schemas.openxmlformats.org/drawingml/2006/main" noGrp="1"/>
          </p:cNvSpPr>
          <p:nvPr/>
        </p:nvSpPr>
        <p:spPr>
          <a:xfrm xmlns:a="http://schemas.openxmlformats.org/drawingml/2006/main">
            <a:off x="1376065" y="62851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92" name="data-point-892">
            <a:extLst xmlns:a="http://schemas.openxmlformats.org/drawingml/2006/main">
              <a:ext uri="{FF2B5EF4-FFF2-40B4-BE49-F238E27FC236}">
                <a16:creationId xmlns:a16="http://schemas.microsoft.com/office/drawing/2014/main" id="{00100BD5-59D8-4C45-A566-5BDF9D635CEB}"/>
              </a:ext>
            </a:extLst>
          </p:cNvPr>
          <p:cNvSpPr>
            <a:spLocks xmlns:a="http://schemas.openxmlformats.org/drawingml/2006/main" noGrp="1"/>
          </p:cNvSpPr>
          <p:nvPr/>
        </p:nvSpPr>
        <p:spPr>
          <a:xfrm xmlns:a="http://schemas.openxmlformats.org/drawingml/2006/main">
            <a:off x="1251756" y="605773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93" name="data-point-893">
            <a:extLst xmlns:a="http://schemas.openxmlformats.org/drawingml/2006/main">
              <a:ext uri="{FF2B5EF4-FFF2-40B4-BE49-F238E27FC236}">
                <a16:creationId xmlns:a16="http://schemas.microsoft.com/office/drawing/2014/main" id="{02A1A796-7A87-474F-A9F4-5BF2B65D24A2}"/>
              </a:ext>
            </a:extLst>
          </p:cNvPr>
          <p:cNvSpPr>
            <a:spLocks xmlns:a="http://schemas.openxmlformats.org/drawingml/2006/main" noGrp="1"/>
          </p:cNvSpPr>
          <p:nvPr/>
        </p:nvSpPr>
        <p:spPr>
          <a:xfrm xmlns:a="http://schemas.openxmlformats.org/drawingml/2006/main">
            <a:off x="1376452" y="613015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94" name="data-point-894">
            <a:extLst xmlns:a="http://schemas.openxmlformats.org/drawingml/2006/main">
              <a:ext uri="{FF2B5EF4-FFF2-40B4-BE49-F238E27FC236}">
                <a16:creationId xmlns:a16="http://schemas.microsoft.com/office/drawing/2014/main" id="{26500672-FFB3-4CC3-8965-60C819A62BA9}"/>
              </a:ext>
            </a:extLst>
          </p:cNvPr>
          <p:cNvSpPr>
            <a:spLocks xmlns:a="http://schemas.openxmlformats.org/drawingml/2006/main" noGrp="1"/>
          </p:cNvSpPr>
          <p:nvPr/>
        </p:nvSpPr>
        <p:spPr>
          <a:xfrm xmlns:a="http://schemas.openxmlformats.org/drawingml/2006/main">
            <a:off x="1298611" y="606243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95" name="data-point-895">
            <a:extLst xmlns:a="http://schemas.openxmlformats.org/drawingml/2006/main">
              <a:ext uri="{FF2B5EF4-FFF2-40B4-BE49-F238E27FC236}">
                <a16:creationId xmlns:a16="http://schemas.microsoft.com/office/drawing/2014/main" id="{B42441D2-F3CA-4CEB-98F1-0D8068C29407}"/>
              </a:ext>
            </a:extLst>
          </p:cNvPr>
          <p:cNvSpPr>
            <a:spLocks xmlns:a="http://schemas.openxmlformats.org/drawingml/2006/main" noGrp="1"/>
          </p:cNvSpPr>
          <p:nvPr/>
        </p:nvSpPr>
        <p:spPr>
          <a:xfrm xmlns:a="http://schemas.openxmlformats.org/drawingml/2006/main">
            <a:off x="1418584" y="605194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896" name="data-point-896">
            <a:extLst xmlns:a="http://schemas.openxmlformats.org/drawingml/2006/main">
              <a:ext uri="{FF2B5EF4-FFF2-40B4-BE49-F238E27FC236}">
                <a16:creationId xmlns:a16="http://schemas.microsoft.com/office/drawing/2014/main" id="{8C7A557C-A2A5-4853-B92A-134D3B1D951B}"/>
              </a:ext>
            </a:extLst>
          </p:cNvPr>
          <p:cNvSpPr>
            <a:spLocks xmlns:a="http://schemas.openxmlformats.org/drawingml/2006/main" noGrp="1"/>
          </p:cNvSpPr>
          <p:nvPr/>
        </p:nvSpPr>
        <p:spPr>
          <a:xfrm xmlns:a="http://schemas.openxmlformats.org/drawingml/2006/main">
            <a:off x="1439058" y="628115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897" name="data-point-897">
            <a:extLst xmlns:a="http://schemas.openxmlformats.org/drawingml/2006/main">
              <a:ext uri="{FF2B5EF4-FFF2-40B4-BE49-F238E27FC236}">
                <a16:creationId xmlns:a16="http://schemas.microsoft.com/office/drawing/2014/main" id="{40EC461C-8124-44B3-9D49-311C7D166A9F}"/>
              </a:ext>
            </a:extLst>
          </p:cNvPr>
          <p:cNvSpPr>
            <a:spLocks xmlns:a="http://schemas.openxmlformats.org/drawingml/2006/main" noGrp="1"/>
          </p:cNvSpPr>
          <p:nvPr/>
        </p:nvSpPr>
        <p:spPr>
          <a:xfrm xmlns:a="http://schemas.openxmlformats.org/drawingml/2006/main">
            <a:off x="1003521" y="648650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98" name="data-point-898">
            <a:extLst xmlns:a="http://schemas.openxmlformats.org/drawingml/2006/main">
              <a:ext uri="{FF2B5EF4-FFF2-40B4-BE49-F238E27FC236}">
                <a16:creationId xmlns:a16="http://schemas.microsoft.com/office/drawing/2014/main" id="{0400C638-F962-450C-94CB-405AC3C2A1C1}"/>
              </a:ext>
            </a:extLst>
          </p:cNvPr>
          <p:cNvSpPr>
            <a:spLocks xmlns:a="http://schemas.openxmlformats.org/drawingml/2006/main" noGrp="1"/>
          </p:cNvSpPr>
          <p:nvPr/>
        </p:nvSpPr>
        <p:spPr>
          <a:xfrm xmlns:a="http://schemas.openxmlformats.org/drawingml/2006/main">
            <a:off x="962679" y="640851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899" name="data-point-899">
            <a:extLst xmlns:a="http://schemas.openxmlformats.org/drawingml/2006/main">
              <a:ext uri="{FF2B5EF4-FFF2-40B4-BE49-F238E27FC236}">
                <a16:creationId xmlns:a16="http://schemas.microsoft.com/office/drawing/2014/main" id="{28EDEB99-F6FA-42E2-B5D9-E3FB6F29931C}"/>
              </a:ext>
            </a:extLst>
          </p:cNvPr>
          <p:cNvSpPr>
            <a:spLocks xmlns:a="http://schemas.openxmlformats.org/drawingml/2006/main" noGrp="1"/>
          </p:cNvSpPr>
          <p:nvPr/>
        </p:nvSpPr>
        <p:spPr>
          <a:xfrm xmlns:a="http://schemas.openxmlformats.org/drawingml/2006/main">
            <a:off x="1006777" y="644567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00" name="data-point-900">
            <a:extLst xmlns:a="http://schemas.openxmlformats.org/drawingml/2006/main">
              <a:ext uri="{FF2B5EF4-FFF2-40B4-BE49-F238E27FC236}">
                <a16:creationId xmlns:a16="http://schemas.microsoft.com/office/drawing/2014/main" id="{94179975-9273-486A-9987-09D9578E3F37}"/>
              </a:ext>
            </a:extLst>
          </p:cNvPr>
          <p:cNvSpPr>
            <a:spLocks xmlns:a="http://schemas.openxmlformats.org/drawingml/2006/main" noGrp="1"/>
          </p:cNvSpPr>
          <p:nvPr/>
        </p:nvSpPr>
        <p:spPr>
          <a:xfrm xmlns:a="http://schemas.openxmlformats.org/drawingml/2006/main">
            <a:off x="1314326" y="628617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01" name="data-point-901">
            <a:extLst xmlns:a="http://schemas.openxmlformats.org/drawingml/2006/main">
              <a:ext uri="{FF2B5EF4-FFF2-40B4-BE49-F238E27FC236}">
                <a16:creationId xmlns:a16="http://schemas.microsoft.com/office/drawing/2014/main" id="{629534BA-0B97-44CB-9F6E-3A3EC263D606}"/>
              </a:ext>
            </a:extLst>
          </p:cNvPr>
          <p:cNvSpPr>
            <a:spLocks xmlns:a="http://schemas.openxmlformats.org/drawingml/2006/main" noGrp="1"/>
          </p:cNvSpPr>
          <p:nvPr/>
        </p:nvSpPr>
        <p:spPr>
          <a:xfrm xmlns:a="http://schemas.openxmlformats.org/drawingml/2006/main">
            <a:off x="1217215" y="621373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02" name="data-point-902">
            <a:extLst xmlns:a="http://schemas.openxmlformats.org/drawingml/2006/main">
              <a:ext uri="{FF2B5EF4-FFF2-40B4-BE49-F238E27FC236}">
                <a16:creationId xmlns:a16="http://schemas.microsoft.com/office/drawing/2014/main" id="{A455358A-F345-47C9-987D-263E28C6D12B}"/>
              </a:ext>
            </a:extLst>
          </p:cNvPr>
          <p:cNvSpPr>
            <a:spLocks xmlns:a="http://schemas.openxmlformats.org/drawingml/2006/main" noGrp="1"/>
          </p:cNvSpPr>
          <p:nvPr/>
        </p:nvSpPr>
        <p:spPr>
          <a:xfrm xmlns:a="http://schemas.openxmlformats.org/drawingml/2006/main">
            <a:off x="1286379" y="625828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03" name="data-point-903">
            <a:extLst xmlns:a="http://schemas.openxmlformats.org/drawingml/2006/main">
              <a:ext uri="{FF2B5EF4-FFF2-40B4-BE49-F238E27FC236}">
                <a16:creationId xmlns:a16="http://schemas.microsoft.com/office/drawing/2014/main" id="{B840FDEF-38C5-4A99-ADCA-45368031D9AE}"/>
              </a:ext>
            </a:extLst>
          </p:cNvPr>
          <p:cNvSpPr>
            <a:spLocks xmlns:a="http://schemas.openxmlformats.org/drawingml/2006/main" noGrp="1"/>
          </p:cNvSpPr>
          <p:nvPr/>
        </p:nvSpPr>
        <p:spPr>
          <a:xfrm xmlns:a="http://schemas.openxmlformats.org/drawingml/2006/main">
            <a:off x="1160671" y="635541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04" name="data-point-904">
            <a:extLst xmlns:a="http://schemas.openxmlformats.org/drawingml/2006/main">
              <a:ext uri="{FF2B5EF4-FFF2-40B4-BE49-F238E27FC236}">
                <a16:creationId xmlns:a16="http://schemas.microsoft.com/office/drawing/2014/main" id="{895D53AB-0485-4435-AEDA-AFD63D0E04AA}"/>
              </a:ext>
            </a:extLst>
          </p:cNvPr>
          <p:cNvSpPr>
            <a:spLocks xmlns:a="http://schemas.openxmlformats.org/drawingml/2006/main" noGrp="1"/>
          </p:cNvSpPr>
          <p:nvPr/>
        </p:nvSpPr>
        <p:spPr>
          <a:xfrm xmlns:a="http://schemas.openxmlformats.org/drawingml/2006/main">
            <a:off x="1123993" y="623594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05" name="data-point-905">
            <a:extLst xmlns:a="http://schemas.openxmlformats.org/drawingml/2006/main">
              <a:ext uri="{FF2B5EF4-FFF2-40B4-BE49-F238E27FC236}">
                <a16:creationId xmlns:a16="http://schemas.microsoft.com/office/drawing/2014/main" id="{9EB7B7E3-B94E-4294-B414-55F41B1C154B}"/>
              </a:ext>
            </a:extLst>
          </p:cNvPr>
          <p:cNvSpPr>
            <a:spLocks xmlns:a="http://schemas.openxmlformats.org/drawingml/2006/main" noGrp="1"/>
          </p:cNvSpPr>
          <p:nvPr/>
        </p:nvSpPr>
        <p:spPr>
          <a:xfrm xmlns:a="http://schemas.openxmlformats.org/drawingml/2006/main">
            <a:off x="1070382" y="648526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06" name="data-point-906">
            <a:extLst xmlns:a="http://schemas.openxmlformats.org/drawingml/2006/main">
              <a:ext uri="{FF2B5EF4-FFF2-40B4-BE49-F238E27FC236}">
                <a16:creationId xmlns:a16="http://schemas.microsoft.com/office/drawing/2014/main" id="{AEB4F3A4-14C2-495B-87CE-5CDDF5CCC867}"/>
              </a:ext>
            </a:extLst>
          </p:cNvPr>
          <p:cNvSpPr>
            <a:spLocks xmlns:a="http://schemas.openxmlformats.org/drawingml/2006/main" noGrp="1"/>
          </p:cNvSpPr>
          <p:nvPr/>
        </p:nvSpPr>
        <p:spPr>
          <a:xfrm xmlns:a="http://schemas.openxmlformats.org/drawingml/2006/main">
            <a:off x="993098" y="64596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07" name="data-point-907">
            <a:extLst xmlns:a="http://schemas.openxmlformats.org/drawingml/2006/main">
              <a:ext uri="{FF2B5EF4-FFF2-40B4-BE49-F238E27FC236}">
                <a16:creationId xmlns:a16="http://schemas.microsoft.com/office/drawing/2014/main" id="{79F667F2-CEA0-42F6-8CD2-331D5782C3AE}"/>
              </a:ext>
            </a:extLst>
          </p:cNvPr>
          <p:cNvSpPr>
            <a:spLocks xmlns:a="http://schemas.openxmlformats.org/drawingml/2006/main" noGrp="1"/>
          </p:cNvSpPr>
          <p:nvPr/>
        </p:nvSpPr>
        <p:spPr>
          <a:xfrm xmlns:a="http://schemas.openxmlformats.org/drawingml/2006/main">
            <a:off x="975682" y="641452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08" name="data-point-908">
            <a:extLst xmlns:a="http://schemas.openxmlformats.org/drawingml/2006/main">
              <a:ext uri="{FF2B5EF4-FFF2-40B4-BE49-F238E27FC236}">
                <a16:creationId xmlns:a16="http://schemas.microsoft.com/office/drawing/2014/main" id="{681C23DB-4A39-48B1-94A7-CC63520AC952}"/>
              </a:ext>
            </a:extLst>
          </p:cNvPr>
          <p:cNvSpPr>
            <a:spLocks xmlns:a="http://schemas.openxmlformats.org/drawingml/2006/main" noGrp="1"/>
          </p:cNvSpPr>
          <p:nvPr/>
        </p:nvSpPr>
        <p:spPr>
          <a:xfrm xmlns:a="http://schemas.openxmlformats.org/drawingml/2006/main">
            <a:off x="1517355" y="596519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09" name="data-point-909">
            <a:extLst xmlns:a="http://schemas.openxmlformats.org/drawingml/2006/main">
              <a:ext uri="{FF2B5EF4-FFF2-40B4-BE49-F238E27FC236}">
                <a16:creationId xmlns:a16="http://schemas.microsoft.com/office/drawing/2014/main" id="{EA77258B-D45F-42DB-BB7E-70BA2A6B5D36}"/>
              </a:ext>
            </a:extLst>
          </p:cNvPr>
          <p:cNvSpPr>
            <a:spLocks xmlns:a="http://schemas.openxmlformats.org/drawingml/2006/main" noGrp="1"/>
          </p:cNvSpPr>
          <p:nvPr/>
        </p:nvSpPr>
        <p:spPr>
          <a:xfrm xmlns:a="http://schemas.openxmlformats.org/drawingml/2006/main">
            <a:off x="1545225" y="605869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10" name="data-point-910">
            <a:extLst xmlns:a="http://schemas.openxmlformats.org/drawingml/2006/main">
              <a:ext uri="{FF2B5EF4-FFF2-40B4-BE49-F238E27FC236}">
                <a16:creationId xmlns:a16="http://schemas.microsoft.com/office/drawing/2014/main" id="{0E533227-C051-40D8-84F1-D72A480BB7B5}"/>
              </a:ext>
            </a:extLst>
          </p:cNvPr>
          <p:cNvSpPr>
            <a:spLocks xmlns:a="http://schemas.openxmlformats.org/drawingml/2006/main" noGrp="1"/>
          </p:cNvSpPr>
          <p:nvPr/>
        </p:nvSpPr>
        <p:spPr>
          <a:xfrm xmlns:a="http://schemas.openxmlformats.org/drawingml/2006/main">
            <a:off x="1481052" y="60400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11" name="data-point-911">
            <a:extLst xmlns:a="http://schemas.openxmlformats.org/drawingml/2006/main">
              <a:ext uri="{FF2B5EF4-FFF2-40B4-BE49-F238E27FC236}">
                <a16:creationId xmlns:a16="http://schemas.microsoft.com/office/drawing/2014/main" id="{713AB66B-C963-412D-8235-3465CE7993DC}"/>
              </a:ext>
            </a:extLst>
          </p:cNvPr>
          <p:cNvSpPr>
            <a:spLocks xmlns:a="http://schemas.openxmlformats.org/drawingml/2006/main" noGrp="1"/>
          </p:cNvSpPr>
          <p:nvPr/>
        </p:nvSpPr>
        <p:spPr>
          <a:xfrm xmlns:a="http://schemas.openxmlformats.org/drawingml/2006/main">
            <a:off x="1478214" y="605138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12" name="data-point-912">
            <a:extLst xmlns:a="http://schemas.openxmlformats.org/drawingml/2006/main">
              <a:ext uri="{FF2B5EF4-FFF2-40B4-BE49-F238E27FC236}">
                <a16:creationId xmlns:a16="http://schemas.microsoft.com/office/drawing/2014/main" id="{A859706D-01C6-43C9-9626-FB1BA97F52F9}"/>
              </a:ext>
            </a:extLst>
          </p:cNvPr>
          <p:cNvSpPr>
            <a:spLocks xmlns:a="http://schemas.openxmlformats.org/drawingml/2006/main" noGrp="1"/>
          </p:cNvSpPr>
          <p:nvPr/>
        </p:nvSpPr>
        <p:spPr>
          <a:xfrm xmlns:a="http://schemas.openxmlformats.org/drawingml/2006/main">
            <a:off x="1489066" y="604048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13" name="data-point-913">
            <a:extLst xmlns:a="http://schemas.openxmlformats.org/drawingml/2006/main">
              <a:ext uri="{FF2B5EF4-FFF2-40B4-BE49-F238E27FC236}">
                <a16:creationId xmlns:a16="http://schemas.microsoft.com/office/drawing/2014/main" id="{0C02A990-7674-413F-AE4D-77ECBA16CEE0}"/>
              </a:ext>
            </a:extLst>
          </p:cNvPr>
          <p:cNvSpPr>
            <a:spLocks xmlns:a="http://schemas.openxmlformats.org/drawingml/2006/main" noGrp="1"/>
          </p:cNvSpPr>
          <p:nvPr/>
        </p:nvSpPr>
        <p:spPr>
          <a:xfrm xmlns:a="http://schemas.openxmlformats.org/drawingml/2006/main">
            <a:off x="989246" y="640479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14" name="data-point-914">
            <a:extLst xmlns:a="http://schemas.openxmlformats.org/drawingml/2006/main">
              <a:ext uri="{FF2B5EF4-FFF2-40B4-BE49-F238E27FC236}">
                <a16:creationId xmlns:a16="http://schemas.microsoft.com/office/drawing/2014/main" id="{6480E2D0-F3EE-4841-8D67-B53943EFAEB6}"/>
              </a:ext>
            </a:extLst>
          </p:cNvPr>
          <p:cNvSpPr>
            <a:spLocks xmlns:a="http://schemas.openxmlformats.org/drawingml/2006/main" noGrp="1"/>
          </p:cNvSpPr>
          <p:nvPr/>
        </p:nvSpPr>
        <p:spPr>
          <a:xfrm xmlns:a="http://schemas.openxmlformats.org/drawingml/2006/main">
            <a:off x="1014486" y="644298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15" name="data-point-915">
            <a:extLst xmlns:a="http://schemas.openxmlformats.org/drawingml/2006/main">
              <a:ext uri="{FF2B5EF4-FFF2-40B4-BE49-F238E27FC236}">
                <a16:creationId xmlns:a16="http://schemas.microsoft.com/office/drawing/2014/main" id="{6E2B1E9A-FDEB-47F4-BC49-0BC3D4F2A5AA}"/>
              </a:ext>
            </a:extLst>
          </p:cNvPr>
          <p:cNvSpPr>
            <a:spLocks xmlns:a="http://schemas.openxmlformats.org/drawingml/2006/main" noGrp="1"/>
          </p:cNvSpPr>
          <p:nvPr/>
        </p:nvSpPr>
        <p:spPr>
          <a:xfrm xmlns:a="http://schemas.openxmlformats.org/drawingml/2006/main">
            <a:off x="1072049" y="631403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16" name="data-point-916">
            <a:extLst xmlns:a="http://schemas.openxmlformats.org/drawingml/2006/main">
              <a:ext uri="{FF2B5EF4-FFF2-40B4-BE49-F238E27FC236}">
                <a16:creationId xmlns:a16="http://schemas.microsoft.com/office/drawing/2014/main" id="{3065D658-6E98-469A-BB14-FC5F75BCB671}"/>
              </a:ext>
            </a:extLst>
          </p:cNvPr>
          <p:cNvSpPr>
            <a:spLocks xmlns:a="http://schemas.openxmlformats.org/drawingml/2006/main" noGrp="1"/>
          </p:cNvSpPr>
          <p:nvPr/>
        </p:nvSpPr>
        <p:spPr>
          <a:xfrm xmlns:a="http://schemas.openxmlformats.org/drawingml/2006/main">
            <a:off x="1133145" y="638748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17" name="data-point-917">
            <a:extLst xmlns:a="http://schemas.openxmlformats.org/drawingml/2006/main">
              <a:ext uri="{FF2B5EF4-FFF2-40B4-BE49-F238E27FC236}">
                <a16:creationId xmlns:a16="http://schemas.microsoft.com/office/drawing/2014/main" id="{2B8A44F8-CE6D-4805-86FD-7D088350A99A}"/>
              </a:ext>
            </a:extLst>
          </p:cNvPr>
          <p:cNvSpPr>
            <a:spLocks xmlns:a="http://schemas.openxmlformats.org/drawingml/2006/main" noGrp="1"/>
          </p:cNvSpPr>
          <p:nvPr/>
        </p:nvSpPr>
        <p:spPr>
          <a:xfrm xmlns:a="http://schemas.openxmlformats.org/drawingml/2006/main">
            <a:off x="1133271" y="629995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18" name="data-point-918">
            <a:extLst xmlns:a="http://schemas.openxmlformats.org/drawingml/2006/main">
              <a:ext uri="{FF2B5EF4-FFF2-40B4-BE49-F238E27FC236}">
                <a16:creationId xmlns:a16="http://schemas.microsoft.com/office/drawing/2014/main" id="{61DB23BF-F055-4B5F-8024-830C6E287FF0}"/>
              </a:ext>
            </a:extLst>
          </p:cNvPr>
          <p:cNvSpPr>
            <a:spLocks xmlns:a="http://schemas.openxmlformats.org/drawingml/2006/main" noGrp="1"/>
          </p:cNvSpPr>
          <p:nvPr/>
        </p:nvSpPr>
        <p:spPr>
          <a:xfrm xmlns:a="http://schemas.openxmlformats.org/drawingml/2006/main">
            <a:off x="1164300" y="639391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19" name="data-point-919">
            <a:extLst xmlns:a="http://schemas.openxmlformats.org/drawingml/2006/main">
              <a:ext uri="{FF2B5EF4-FFF2-40B4-BE49-F238E27FC236}">
                <a16:creationId xmlns:a16="http://schemas.microsoft.com/office/drawing/2014/main" id="{5A9B3190-AB97-41FA-9297-0E2D04B7D37C}"/>
              </a:ext>
            </a:extLst>
          </p:cNvPr>
          <p:cNvSpPr>
            <a:spLocks xmlns:a="http://schemas.openxmlformats.org/drawingml/2006/main" noGrp="1"/>
          </p:cNvSpPr>
          <p:nvPr/>
        </p:nvSpPr>
        <p:spPr>
          <a:xfrm xmlns:a="http://schemas.openxmlformats.org/drawingml/2006/main">
            <a:off x="1070717" y="631358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20" name="data-point-920">
            <a:extLst xmlns:a="http://schemas.openxmlformats.org/drawingml/2006/main">
              <a:ext uri="{FF2B5EF4-FFF2-40B4-BE49-F238E27FC236}">
                <a16:creationId xmlns:a16="http://schemas.microsoft.com/office/drawing/2014/main" id="{44486176-9808-4BDC-BBC2-770F806A97DA}"/>
              </a:ext>
            </a:extLst>
          </p:cNvPr>
          <p:cNvSpPr>
            <a:spLocks xmlns:a="http://schemas.openxmlformats.org/drawingml/2006/main" noGrp="1"/>
          </p:cNvSpPr>
          <p:nvPr/>
        </p:nvSpPr>
        <p:spPr>
          <a:xfrm xmlns:a="http://schemas.openxmlformats.org/drawingml/2006/main">
            <a:off x="1133519" y="635024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21" name="data-point-921">
            <a:extLst xmlns:a="http://schemas.openxmlformats.org/drawingml/2006/main">
              <a:ext uri="{FF2B5EF4-FFF2-40B4-BE49-F238E27FC236}">
                <a16:creationId xmlns:a16="http://schemas.microsoft.com/office/drawing/2014/main" id="{14F173CE-73FD-4FA2-B1AD-61C330714D85}"/>
              </a:ext>
            </a:extLst>
          </p:cNvPr>
          <p:cNvSpPr>
            <a:spLocks xmlns:a="http://schemas.openxmlformats.org/drawingml/2006/main" noGrp="1"/>
          </p:cNvSpPr>
          <p:nvPr/>
        </p:nvSpPr>
        <p:spPr>
          <a:xfrm xmlns:a="http://schemas.openxmlformats.org/drawingml/2006/main">
            <a:off x="1240382" y="632284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22" name="data-point-922">
            <a:extLst xmlns:a="http://schemas.openxmlformats.org/drawingml/2006/main">
              <a:ext uri="{FF2B5EF4-FFF2-40B4-BE49-F238E27FC236}">
                <a16:creationId xmlns:a16="http://schemas.microsoft.com/office/drawing/2014/main" id="{8E861542-A3C7-49B7-91B2-0071BB73D914}"/>
              </a:ext>
            </a:extLst>
          </p:cNvPr>
          <p:cNvSpPr>
            <a:spLocks xmlns:a="http://schemas.openxmlformats.org/drawingml/2006/main" noGrp="1"/>
          </p:cNvSpPr>
          <p:nvPr/>
        </p:nvSpPr>
        <p:spPr>
          <a:xfrm xmlns:a="http://schemas.openxmlformats.org/drawingml/2006/main">
            <a:off x="1168163" y="626406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23" name="data-point-923">
            <a:extLst xmlns:a="http://schemas.openxmlformats.org/drawingml/2006/main">
              <a:ext uri="{FF2B5EF4-FFF2-40B4-BE49-F238E27FC236}">
                <a16:creationId xmlns:a16="http://schemas.microsoft.com/office/drawing/2014/main" id="{272E3E80-4A51-4419-83DF-037A537A04AF}"/>
              </a:ext>
            </a:extLst>
          </p:cNvPr>
          <p:cNvSpPr>
            <a:spLocks xmlns:a="http://schemas.openxmlformats.org/drawingml/2006/main" noGrp="1"/>
          </p:cNvSpPr>
          <p:nvPr/>
        </p:nvSpPr>
        <p:spPr>
          <a:xfrm xmlns:a="http://schemas.openxmlformats.org/drawingml/2006/main">
            <a:off x="1170810" y="629525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24" name="data-point-924">
            <a:extLst xmlns:a="http://schemas.openxmlformats.org/drawingml/2006/main">
              <a:ext uri="{FF2B5EF4-FFF2-40B4-BE49-F238E27FC236}">
                <a16:creationId xmlns:a16="http://schemas.microsoft.com/office/drawing/2014/main" id="{CACD71C6-0BD7-4362-AA02-0B9488C73C1B}"/>
              </a:ext>
            </a:extLst>
          </p:cNvPr>
          <p:cNvSpPr>
            <a:spLocks xmlns:a="http://schemas.openxmlformats.org/drawingml/2006/main" noGrp="1"/>
          </p:cNvSpPr>
          <p:nvPr/>
        </p:nvSpPr>
        <p:spPr>
          <a:xfrm xmlns:a="http://schemas.openxmlformats.org/drawingml/2006/main">
            <a:off x="1185390" y="632341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25" name="data-point-925">
            <a:extLst xmlns:a="http://schemas.openxmlformats.org/drawingml/2006/main">
              <a:ext uri="{FF2B5EF4-FFF2-40B4-BE49-F238E27FC236}">
                <a16:creationId xmlns:a16="http://schemas.microsoft.com/office/drawing/2014/main" id="{B6B7CCBE-47B8-44A9-A6A4-32A2A6ACA522}"/>
              </a:ext>
            </a:extLst>
          </p:cNvPr>
          <p:cNvSpPr>
            <a:spLocks xmlns:a="http://schemas.openxmlformats.org/drawingml/2006/main" noGrp="1"/>
          </p:cNvSpPr>
          <p:nvPr/>
        </p:nvSpPr>
        <p:spPr>
          <a:xfrm xmlns:a="http://schemas.openxmlformats.org/drawingml/2006/main">
            <a:off x="1257643" y="61502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26" name="data-point-926">
            <a:extLst xmlns:a="http://schemas.openxmlformats.org/drawingml/2006/main">
              <a:ext uri="{FF2B5EF4-FFF2-40B4-BE49-F238E27FC236}">
                <a16:creationId xmlns:a16="http://schemas.microsoft.com/office/drawing/2014/main" id="{54A73209-FF28-483F-AAC7-C526E1C68680}"/>
              </a:ext>
            </a:extLst>
          </p:cNvPr>
          <p:cNvSpPr>
            <a:spLocks xmlns:a="http://schemas.openxmlformats.org/drawingml/2006/main" noGrp="1"/>
          </p:cNvSpPr>
          <p:nvPr/>
        </p:nvSpPr>
        <p:spPr>
          <a:xfrm xmlns:a="http://schemas.openxmlformats.org/drawingml/2006/main">
            <a:off x="1217707" y="6283311"/>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27" name="data-point-927">
            <a:extLst xmlns:a="http://schemas.openxmlformats.org/drawingml/2006/main">
              <a:ext uri="{FF2B5EF4-FFF2-40B4-BE49-F238E27FC236}">
                <a16:creationId xmlns:a16="http://schemas.microsoft.com/office/drawing/2014/main" id="{708A2828-D688-440A-B712-96CF6D6587EA}"/>
              </a:ext>
            </a:extLst>
          </p:cNvPr>
          <p:cNvSpPr>
            <a:spLocks xmlns:a="http://schemas.openxmlformats.org/drawingml/2006/main" noGrp="1"/>
          </p:cNvSpPr>
          <p:nvPr/>
        </p:nvSpPr>
        <p:spPr>
          <a:xfrm xmlns:a="http://schemas.openxmlformats.org/drawingml/2006/main">
            <a:off x="1219856" y="638052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28" name="data-point-928">
            <a:extLst xmlns:a="http://schemas.openxmlformats.org/drawingml/2006/main">
              <a:ext uri="{FF2B5EF4-FFF2-40B4-BE49-F238E27FC236}">
                <a16:creationId xmlns:a16="http://schemas.microsoft.com/office/drawing/2014/main" id="{D19C0C6A-0FA2-47FD-9562-0F90EF0EC2E0}"/>
              </a:ext>
            </a:extLst>
          </p:cNvPr>
          <p:cNvSpPr>
            <a:spLocks xmlns:a="http://schemas.openxmlformats.org/drawingml/2006/main" noGrp="1"/>
          </p:cNvSpPr>
          <p:nvPr/>
        </p:nvSpPr>
        <p:spPr>
          <a:xfrm xmlns:a="http://schemas.openxmlformats.org/drawingml/2006/main">
            <a:off x="1526948" y="606795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29" name="data-point-929">
            <a:extLst xmlns:a="http://schemas.openxmlformats.org/drawingml/2006/main">
              <a:ext uri="{FF2B5EF4-FFF2-40B4-BE49-F238E27FC236}">
                <a16:creationId xmlns:a16="http://schemas.microsoft.com/office/drawing/2014/main" id="{05D55B81-84AB-4465-981A-9433D449B2F2}"/>
              </a:ext>
            </a:extLst>
          </p:cNvPr>
          <p:cNvSpPr>
            <a:spLocks xmlns:a="http://schemas.openxmlformats.org/drawingml/2006/main" noGrp="1"/>
          </p:cNvSpPr>
          <p:nvPr/>
        </p:nvSpPr>
        <p:spPr>
          <a:xfrm xmlns:a="http://schemas.openxmlformats.org/drawingml/2006/main">
            <a:off x="1007369" y="642799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30" name="data-point-930">
            <a:extLst xmlns:a="http://schemas.openxmlformats.org/drawingml/2006/main">
              <a:ext uri="{FF2B5EF4-FFF2-40B4-BE49-F238E27FC236}">
                <a16:creationId xmlns:a16="http://schemas.microsoft.com/office/drawing/2014/main" id="{4C9A7714-0F68-4CC7-BA22-38BD92F52F32}"/>
              </a:ext>
            </a:extLst>
          </p:cNvPr>
          <p:cNvSpPr>
            <a:spLocks xmlns:a="http://schemas.openxmlformats.org/drawingml/2006/main" noGrp="1"/>
          </p:cNvSpPr>
          <p:nvPr/>
        </p:nvSpPr>
        <p:spPr>
          <a:xfrm xmlns:a="http://schemas.openxmlformats.org/drawingml/2006/main">
            <a:off x="1018613" y="651118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31" name="data-point-931">
            <a:extLst xmlns:a="http://schemas.openxmlformats.org/drawingml/2006/main">
              <a:ext uri="{FF2B5EF4-FFF2-40B4-BE49-F238E27FC236}">
                <a16:creationId xmlns:a16="http://schemas.microsoft.com/office/drawing/2014/main" id="{CBC75092-2E8F-4850-BA0B-436E4DB917C8}"/>
              </a:ext>
            </a:extLst>
          </p:cNvPr>
          <p:cNvSpPr>
            <a:spLocks xmlns:a="http://schemas.openxmlformats.org/drawingml/2006/main" noGrp="1"/>
          </p:cNvSpPr>
          <p:nvPr/>
        </p:nvSpPr>
        <p:spPr>
          <a:xfrm xmlns:a="http://schemas.openxmlformats.org/drawingml/2006/main">
            <a:off x="919861" y="642075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32" name="data-point-932">
            <a:extLst xmlns:a="http://schemas.openxmlformats.org/drawingml/2006/main">
              <a:ext uri="{FF2B5EF4-FFF2-40B4-BE49-F238E27FC236}">
                <a16:creationId xmlns:a16="http://schemas.microsoft.com/office/drawing/2014/main" id="{A83AEF74-A175-4E1E-BCC4-C1DC55E47235}"/>
              </a:ext>
            </a:extLst>
          </p:cNvPr>
          <p:cNvSpPr>
            <a:spLocks xmlns:a="http://schemas.openxmlformats.org/drawingml/2006/main" noGrp="1"/>
          </p:cNvSpPr>
          <p:nvPr/>
        </p:nvSpPr>
        <p:spPr>
          <a:xfrm xmlns:a="http://schemas.openxmlformats.org/drawingml/2006/main">
            <a:off x="950816" y="652061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33" name="data-point-933">
            <a:extLst xmlns:a="http://schemas.openxmlformats.org/drawingml/2006/main">
              <a:ext uri="{FF2B5EF4-FFF2-40B4-BE49-F238E27FC236}">
                <a16:creationId xmlns:a16="http://schemas.microsoft.com/office/drawing/2014/main" id="{6882A934-F399-4A7D-904B-2E40490128AB}"/>
              </a:ext>
            </a:extLst>
          </p:cNvPr>
          <p:cNvSpPr>
            <a:spLocks xmlns:a="http://schemas.openxmlformats.org/drawingml/2006/main" noGrp="1"/>
          </p:cNvSpPr>
          <p:nvPr/>
        </p:nvSpPr>
        <p:spPr>
          <a:xfrm xmlns:a="http://schemas.openxmlformats.org/drawingml/2006/main">
            <a:off x="909546" y="644741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34" name="data-point-934">
            <a:extLst xmlns:a="http://schemas.openxmlformats.org/drawingml/2006/main">
              <a:ext uri="{FF2B5EF4-FFF2-40B4-BE49-F238E27FC236}">
                <a16:creationId xmlns:a16="http://schemas.microsoft.com/office/drawing/2014/main" id="{202DE22D-070F-4B4F-A047-8161C10B2BAA}"/>
              </a:ext>
            </a:extLst>
          </p:cNvPr>
          <p:cNvSpPr>
            <a:spLocks xmlns:a="http://schemas.openxmlformats.org/drawingml/2006/main" noGrp="1"/>
          </p:cNvSpPr>
          <p:nvPr/>
        </p:nvSpPr>
        <p:spPr>
          <a:xfrm xmlns:a="http://schemas.openxmlformats.org/drawingml/2006/main">
            <a:off x="958069" y="645929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35" name="data-point-935">
            <a:extLst xmlns:a="http://schemas.openxmlformats.org/drawingml/2006/main">
              <a:ext uri="{FF2B5EF4-FFF2-40B4-BE49-F238E27FC236}">
                <a16:creationId xmlns:a16="http://schemas.microsoft.com/office/drawing/2014/main" id="{C897C504-372F-42F2-9389-8FB5A1ABC334}"/>
              </a:ext>
            </a:extLst>
          </p:cNvPr>
          <p:cNvSpPr>
            <a:spLocks xmlns:a="http://schemas.openxmlformats.org/drawingml/2006/main" noGrp="1"/>
          </p:cNvSpPr>
          <p:nvPr/>
        </p:nvSpPr>
        <p:spPr>
          <a:xfrm xmlns:a="http://schemas.openxmlformats.org/drawingml/2006/main">
            <a:off x="1302566" y="629142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36" name="data-point-936">
            <a:extLst xmlns:a="http://schemas.openxmlformats.org/drawingml/2006/main">
              <a:ext uri="{FF2B5EF4-FFF2-40B4-BE49-F238E27FC236}">
                <a16:creationId xmlns:a16="http://schemas.microsoft.com/office/drawing/2014/main" id="{08E4C516-784C-45A0-A49D-D64607F953D3}"/>
              </a:ext>
            </a:extLst>
          </p:cNvPr>
          <p:cNvSpPr>
            <a:spLocks xmlns:a="http://schemas.openxmlformats.org/drawingml/2006/main" noGrp="1"/>
          </p:cNvSpPr>
          <p:nvPr/>
        </p:nvSpPr>
        <p:spPr>
          <a:xfrm xmlns:a="http://schemas.openxmlformats.org/drawingml/2006/main">
            <a:off x="1177563" y="606352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37" name="data-point-937">
            <a:extLst xmlns:a="http://schemas.openxmlformats.org/drawingml/2006/main">
              <a:ext uri="{FF2B5EF4-FFF2-40B4-BE49-F238E27FC236}">
                <a16:creationId xmlns:a16="http://schemas.microsoft.com/office/drawing/2014/main" id="{F28FC572-C7FB-40A3-AD50-89A73C650661}"/>
              </a:ext>
            </a:extLst>
          </p:cNvPr>
          <p:cNvSpPr>
            <a:spLocks xmlns:a="http://schemas.openxmlformats.org/drawingml/2006/main" noGrp="1"/>
          </p:cNvSpPr>
          <p:nvPr/>
        </p:nvSpPr>
        <p:spPr>
          <a:xfrm xmlns:a="http://schemas.openxmlformats.org/drawingml/2006/main">
            <a:off x="1414662" y="629769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38" name="data-point-938">
            <a:extLst xmlns:a="http://schemas.openxmlformats.org/drawingml/2006/main">
              <a:ext uri="{FF2B5EF4-FFF2-40B4-BE49-F238E27FC236}">
                <a16:creationId xmlns:a16="http://schemas.microsoft.com/office/drawing/2014/main" id="{B56B9464-0C9B-4587-BAC6-223DD3EDF3E1}"/>
              </a:ext>
            </a:extLst>
          </p:cNvPr>
          <p:cNvSpPr>
            <a:spLocks xmlns:a="http://schemas.openxmlformats.org/drawingml/2006/main" noGrp="1"/>
          </p:cNvSpPr>
          <p:nvPr/>
        </p:nvSpPr>
        <p:spPr>
          <a:xfrm xmlns:a="http://schemas.openxmlformats.org/drawingml/2006/main">
            <a:off x="1215082" y="636865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39" name="data-point-939">
            <a:extLst xmlns:a="http://schemas.openxmlformats.org/drawingml/2006/main">
              <a:ext uri="{FF2B5EF4-FFF2-40B4-BE49-F238E27FC236}">
                <a16:creationId xmlns:a16="http://schemas.microsoft.com/office/drawing/2014/main" id="{42E6EF75-7A7A-4392-B52D-55FAD5ACC88B}"/>
              </a:ext>
            </a:extLst>
          </p:cNvPr>
          <p:cNvSpPr>
            <a:spLocks xmlns:a="http://schemas.openxmlformats.org/drawingml/2006/main" noGrp="1"/>
          </p:cNvSpPr>
          <p:nvPr/>
        </p:nvSpPr>
        <p:spPr>
          <a:xfrm xmlns:a="http://schemas.openxmlformats.org/drawingml/2006/main">
            <a:off x="1103371" y="639514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40" name="data-point-940">
            <a:extLst xmlns:a="http://schemas.openxmlformats.org/drawingml/2006/main">
              <a:ext uri="{FF2B5EF4-FFF2-40B4-BE49-F238E27FC236}">
                <a16:creationId xmlns:a16="http://schemas.microsoft.com/office/drawing/2014/main" id="{7088DB3D-CD86-41E3-85BF-EBDCA5A26854}"/>
              </a:ext>
            </a:extLst>
          </p:cNvPr>
          <p:cNvSpPr>
            <a:spLocks xmlns:a="http://schemas.openxmlformats.org/drawingml/2006/main" noGrp="1"/>
          </p:cNvSpPr>
          <p:nvPr/>
        </p:nvSpPr>
        <p:spPr>
          <a:xfrm xmlns:a="http://schemas.openxmlformats.org/drawingml/2006/main">
            <a:off x="1050365" y="629273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41" name="data-point-941">
            <a:extLst xmlns:a="http://schemas.openxmlformats.org/drawingml/2006/main">
              <a:ext uri="{FF2B5EF4-FFF2-40B4-BE49-F238E27FC236}">
                <a16:creationId xmlns:a16="http://schemas.microsoft.com/office/drawing/2014/main" id="{D484F3C5-F771-4A0E-B73F-1FBF2409C7F0}"/>
              </a:ext>
            </a:extLst>
          </p:cNvPr>
          <p:cNvSpPr>
            <a:spLocks xmlns:a="http://schemas.openxmlformats.org/drawingml/2006/main" noGrp="1"/>
          </p:cNvSpPr>
          <p:nvPr/>
        </p:nvSpPr>
        <p:spPr>
          <a:xfrm xmlns:a="http://schemas.openxmlformats.org/drawingml/2006/main">
            <a:off x="1215767" y="616839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42" name="data-point-942">
            <a:extLst xmlns:a="http://schemas.openxmlformats.org/drawingml/2006/main">
              <a:ext uri="{FF2B5EF4-FFF2-40B4-BE49-F238E27FC236}">
                <a16:creationId xmlns:a16="http://schemas.microsoft.com/office/drawing/2014/main" id="{95045878-3377-4CD1-9503-30EC270EB6C1}"/>
              </a:ext>
            </a:extLst>
          </p:cNvPr>
          <p:cNvSpPr>
            <a:spLocks xmlns:a="http://schemas.openxmlformats.org/drawingml/2006/main" noGrp="1"/>
          </p:cNvSpPr>
          <p:nvPr/>
        </p:nvSpPr>
        <p:spPr>
          <a:xfrm xmlns:a="http://schemas.openxmlformats.org/drawingml/2006/main">
            <a:off x="1316324" y="61380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43" name="data-point-943">
            <a:extLst xmlns:a="http://schemas.openxmlformats.org/drawingml/2006/main">
              <a:ext uri="{FF2B5EF4-FFF2-40B4-BE49-F238E27FC236}">
                <a16:creationId xmlns:a16="http://schemas.microsoft.com/office/drawing/2014/main" id="{CD1CBE93-234F-4C46-AABC-D35AF255C398}"/>
              </a:ext>
            </a:extLst>
          </p:cNvPr>
          <p:cNvSpPr>
            <a:spLocks xmlns:a="http://schemas.openxmlformats.org/drawingml/2006/main" noGrp="1"/>
          </p:cNvSpPr>
          <p:nvPr/>
        </p:nvSpPr>
        <p:spPr>
          <a:xfrm xmlns:a="http://schemas.openxmlformats.org/drawingml/2006/main">
            <a:off x="1336622" y="612361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44" name="data-point-944">
            <a:extLst xmlns:a="http://schemas.openxmlformats.org/drawingml/2006/main">
              <a:ext uri="{FF2B5EF4-FFF2-40B4-BE49-F238E27FC236}">
                <a16:creationId xmlns:a16="http://schemas.microsoft.com/office/drawing/2014/main" id="{BF5973E5-2BAC-4646-BCF0-EEBC1098C782}"/>
              </a:ext>
            </a:extLst>
          </p:cNvPr>
          <p:cNvSpPr>
            <a:spLocks xmlns:a="http://schemas.openxmlformats.org/drawingml/2006/main" noGrp="1"/>
          </p:cNvSpPr>
          <p:nvPr/>
        </p:nvSpPr>
        <p:spPr>
          <a:xfrm xmlns:a="http://schemas.openxmlformats.org/drawingml/2006/main">
            <a:off x="1304094" y="623609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45" name="data-point-945">
            <a:extLst xmlns:a="http://schemas.openxmlformats.org/drawingml/2006/main">
              <a:ext uri="{FF2B5EF4-FFF2-40B4-BE49-F238E27FC236}">
                <a16:creationId xmlns:a16="http://schemas.microsoft.com/office/drawing/2014/main" id="{716D4B98-B8AF-4A88-9DC9-1505FEC54BA1}"/>
              </a:ext>
            </a:extLst>
          </p:cNvPr>
          <p:cNvSpPr>
            <a:spLocks xmlns:a="http://schemas.openxmlformats.org/drawingml/2006/main" noGrp="1"/>
          </p:cNvSpPr>
          <p:nvPr/>
        </p:nvSpPr>
        <p:spPr>
          <a:xfrm xmlns:a="http://schemas.openxmlformats.org/drawingml/2006/main">
            <a:off x="1250789" y="621254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46" name="data-point-946">
            <a:extLst xmlns:a="http://schemas.openxmlformats.org/drawingml/2006/main">
              <a:ext uri="{FF2B5EF4-FFF2-40B4-BE49-F238E27FC236}">
                <a16:creationId xmlns:a16="http://schemas.microsoft.com/office/drawing/2014/main" id="{925CA12D-C458-4F74-B80A-8AA0274B6459}"/>
              </a:ext>
            </a:extLst>
          </p:cNvPr>
          <p:cNvSpPr>
            <a:spLocks xmlns:a="http://schemas.openxmlformats.org/drawingml/2006/main" noGrp="1"/>
          </p:cNvSpPr>
          <p:nvPr/>
        </p:nvSpPr>
        <p:spPr>
          <a:xfrm xmlns:a="http://schemas.openxmlformats.org/drawingml/2006/main">
            <a:off x="1228653" y="625402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47" name="data-point-947">
            <a:extLst xmlns:a="http://schemas.openxmlformats.org/drawingml/2006/main">
              <a:ext uri="{FF2B5EF4-FFF2-40B4-BE49-F238E27FC236}">
                <a16:creationId xmlns:a16="http://schemas.microsoft.com/office/drawing/2014/main" id="{4BA286F2-BF34-4CF5-929D-4396FC896690}"/>
              </a:ext>
            </a:extLst>
          </p:cNvPr>
          <p:cNvSpPr>
            <a:spLocks xmlns:a="http://schemas.openxmlformats.org/drawingml/2006/main" noGrp="1"/>
          </p:cNvSpPr>
          <p:nvPr/>
        </p:nvSpPr>
        <p:spPr>
          <a:xfrm xmlns:a="http://schemas.openxmlformats.org/drawingml/2006/main">
            <a:off x="1206522" y="627811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48" name="data-point-948">
            <a:extLst xmlns:a="http://schemas.openxmlformats.org/drawingml/2006/main">
              <a:ext uri="{FF2B5EF4-FFF2-40B4-BE49-F238E27FC236}">
                <a16:creationId xmlns:a16="http://schemas.microsoft.com/office/drawing/2014/main" id="{8126CCC8-F890-4EFC-80B9-405BB88A9E3F}"/>
              </a:ext>
            </a:extLst>
          </p:cNvPr>
          <p:cNvSpPr>
            <a:spLocks xmlns:a="http://schemas.openxmlformats.org/drawingml/2006/main" noGrp="1"/>
          </p:cNvSpPr>
          <p:nvPr/>
        </p:nvSpPr>
        <p:spPr>
          <a:xfrm xmlns:a="http://schemas.openxmlformats.org/drawingml/2006/main">
            <a:off x="1293422" y="624250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49" name="data-point-949">
            <a:extLst xmlns:a="http://schemas.openxmlformats.org/drawingml/2006/main">
              <a:ext uri="{FF2B5EF4-FFF2-40B4-BE49-F238E27FC236}">
                <a16:creationId xmlns:a16="http://schemas.microsoft.com/office/drawing/2014/main" id="{5FEC23DD-771E-4D4A-A13B-8FE0BAFC66E4}"/>
              </a:ext>
            </a:extLst>
          </p:cNvPr>
          <p:cNvSpPr>
            <a:spLocks xmlns:a="http://schemas.openxmlformats.org/drawingml/2006/main" noGrp="1"/>
          </p:cNvSpPr>
          <p:nvPr/>
        </p:nvSpPr>
        <p:spPr>
          <a:xfrm xmlns:a="http://schemas.openxmlformats.org/drawingml/2006/main">
            <a:off x="1255785" y="62532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50" name="data-point-950">
            <a:extLst xmlns:a="http://schemas.openxmlformats.org/drawingml/2006/main">
              <a:ext uri="{FF2B5EF4-FFF2-40B4-BE49-F238E27FC236}">
                <a16:creationId xmlns:a16="http://schemas.microsoft.com/office/drawing/2014/main" id="{998CA36E-00E8-47AF-91F5-6297C8DEA40C}"/>
              </a:ext>
            </a:extLst>
          </p:cNvPr>
          <p:cNvSpPr>
            <a:spLocks xmlns:a="http://schemas.openxmlformats.org/drawingml/2006/main" noGrp="1"/>
          </p:cNvSpPr>
          <p:nvPr/>
        </p:nvSpPr>
        <p:spPr>
          <a:xfrm xmlns:a="http://schemas.openxmlformats.org/drawingml/2006/main">
            <a:off x="1257470" y="601041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51" name="data-point-951">
            <a:extLst xmlns:a="http://schemas.openxmlformats.org/drawingml/2006/main">
              <a:ext uri="{FF2B5EF4-FFF2-40B4-BE49-F238E27FC236}">
                <a16:creationId xmlns:a16="http://schemas.microsoft.com/office/drawing/2014/main" id="{77FDF508-A77E-454C-A0AD-FA177D5792E2}"/>
              </a:ext>
            </a:extLst>
          </p:cNvPr>
          <p:cNvSpPr>
            <a:spLocks xmlns:a="http://schemas.openxmlformats.org/drawingml/2006/main" noGrp="1"/>
          </p:cNvSpPr>
          <p:nvPr/>
        </p:nvSpPr>
        <p:spPr>
          <a:xfrm xmlns:a="http://schemas.openxmlformats.org/drawingml/2006/main">
            <a:off x="1430554" y="604200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52" name="data-point-952">
            <a:extLst xmlns:a="http://schemas.openxmlformats.org/drawingml/2006/main">
              <a:ext uri="{FF2B5EF4-FFF2-40B4-BE49-F238E27FC236}">
                <a16:creationId xmlns:a16="http://schemas.microsoft.com/office/drawing/2014/main" id="{E7903B7D-3634-4A35-A516-4572E47C1CE2}"/>
              </a:ext>
            </a:extLst>
          </p:cNvPr>
          <p:cNvSpPr>
            <a:spLocks xmlns:a="http://schemas.openxmlformats.org/drawingml/2006/main" noGrp="1"/>
          </p:cNvSpPr>
          <p:nvPr/>
        </p:nvSpPr>
        <p:spPr>
          <a:xfrm xmlns:a="http://schemas.openxmlformats.org/drawingml/2006/main">
            <a:off x="1469410" y="611839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53" name="data-point-953">
            <a:extLst xmlns:a="http://schemas.openxmlformats.org/drawingml/2006/main">
              <a:ext uri="{FF2B5EF4-FFF2-40B4-BE49-F238E27FC236}">
                <a16:creationId xmlns:a16="http://schemas.microsoft.com/office/drawing/2014/main" id="{7934A1BF-5C01-41DB-9CA9-0FD98F4548D1}"/>
              </a:ext>
            </a:extLst>
          </p:cNvPr>
          <p:cNvSpPr>
            <a:spLocks xmlns:a="http://schemas.openxmlformats.org/drawingml/2006/main" noGrp="1"/>
          </p:cNvSpPr>
          <p:nvPr/>
        </p:nvSpPr>
        <p:spPr>
          <a:xfrm xmlns:a="http://schemas.openxmlformats.org/drawingml/2006/main">
            <a:off x="949584" y="658216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54" name="data-point-954">
            <a:extLst xmlns:a="http://schemas.openxmlformats.org/drawingml/2006/main">
              <a:ext uri="{FF2B5EF4-FFF2-40B4-BE49-F238E27FC236}">
                <a16:creationId xmlns:a16="http://schemas.microsoft.com/office/drawing/2014/main" id="{C3717CAD-C01E-45F4-A76B-E0B5BF577BB6}"/>
              </a:ext>
            </a:extLst>
          </p:cNvPr>
          <p:cNvSpPr>
            <a:spLocks xmlns:a="http://schemas.openxmlformats.org/drawingml/2006/main" noGrp="1"/>
          </p:cNvSpPr>
          <p:nvPr/>
        </p:nvSpPr>
        <p:spPr>
          <a:xfrm xmlns:a="http://schemas.openxmlformats.org/drawingml/2006/main">
            <a:off x="846765" y="653248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55" name="data-point-955">
            <a:extLst xmlns:a="http://schemas.openxmlformats.org/drawingml/2006/main">
              <a:ext uri="{FF2B5EF4-FFF2-40B4-BE49-F238E27FC236}">
                <a16:creationId xmlns:a16="http://schemas.microsoft.com/office/drawing/2014/main" id="{01AF542C-FE3C-4346-B138-9D936A23C4E6}"/>
              </a:ext>
            </a:extLst>
          </p:cNvPr>
          <p:cNvSpPr>
            <a:spLocks xmlns:a="http://schemas.openxmlformats.org/drawingml/2006/main" noGrp="1"/>
          </p:cNvSpPr>
          <p:nvPr/>
        </p:nvSpPr>
        <p:spPr>
          <a:xfrm xmlns:a="http://schemas.openxmlformats.org/drawingml/2006/main">
            <a:off x="877610" y="651951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56" name="data-point-956">
            <a:extLst xmlns:a="http://schemas.openxmlformats.org/drawingml/2006/main">
              <a:ext uri="{FF2B5EF4-FFF2-40B4-BE49-F238E27FC236}">
                <a16:creationId xmlns:a16="http://schemas.microsoft.com/office/drawing/2014/main" id="{971F6B7B-BCC5-4AB4-B3F2-A8BE14DE611E}"/>
              </a:ext>
            </a:extLst>
          </p:cNvPr>
          <p:cNvSpPr>
            <a:spLocks xmlns:a="http://schemas.openxmlformats.org/drawingml/2006/main" noGrp="1"/>
          </p:cNvSpPr>
          <p:nvPr/>
        </p:nvSpPr>
        <p:spPr>
          <a:xfrm xmlns:a="http://schemas.openxmlformats.org/drawingml/2006/main">
            <a:off x="1179244" y="636859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57" name="data-point-957">
            <a:extLst xmlns:a="http://schemas.openxmlformats.org/drawingml/2006/main">
              <a:ext uri="{FF2B5EF4-FFF2-40B4-BE49-F238E27FC236}">
                <a16:creationId xmlns:a16="http://schemas.microsoft.com/office/drawing/2014/main" id="{C9886741-A245-4223-B7EA-65DF5DFA2EAE}"/>
              </a:ext>
            </a:extLst>
          </p:cNvPr>
          <p:cNvSpPr>
            <a:spLocks xmlns:a="http://schemas.openxmlformats.org/drawingml/2006/main" noGrp="1"/>
          </p:cNvSpPr>
          <p:nvPr/>
        </p:nvSpPr>
        <p:spPr>
          <a:xfrm xmlns:a="http://schemas.openxmlformats.org/drawingml/2006/main">
            <a:off x="1111172" y="634360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58" name="data-point-958">
            <a:extLst xmlns:a="http://schemas.openxmlformats.org/drawingml/2006/main">
              <a:ext uri="{FF2B5EF4-FFF2-40B4-BE49-F238E27FC236}">
                <a16:creationId xmlns:a16="http://schemas.microsoft.com/office/drawing/2014/main" id="{236A06B7-B68D-4DDA-B15E-A01B26526DC9}"/>
              </a:ext>
            </a:extLst>
          </p:cNvPr>
          <p:cNvSpPr>
            <a:spLocks xmlns:a="http://schemas.openxmlformats.org/drawingml/2006/main" noGrp="1"/>
          </p:cNvSpPr>
          <p:nvPr/>
        </p:nvSpPr>
        <p:spPr>
          <a:xfrm xmlns:a="http://schemas.openxmlformats.org/drawingml/2006/main">
            <a:off x="1105002" y="643532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59" name="data-point-959">
            <a:extLst xmlns:a="http://schemas.openxmlformats.org/drawingml/2006/main">
              <a:ext uri="{FF2B5EF4-FFF2-40B4-BE49-F238E27FC236}">
                <a16:creationId xmlns:a16="http://schemas.microsoft.com/office/drawing/2014/main" id="{6F1C40EC-1F63-455A-A8E1-2D474697C0EC}"/>
              </a:ext>
            </a:extLst>
          </p:cNvPr>
          <p:cNvSpPr>
            <a:spLocks xmlns:a="http://schemas.openxmlformats.org/drawingml/2006/main" noGrp="1"/>
          </p:cNvSpPr>
          <p:nvPr/>
        </p:nvSpPr>
        <p:spPr>
          <a:xfrm xmlns:a="http://schemas.openxmlformats.org/drawingml/2006/main">
            <a:off x="933096" y="642293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60" name="data-point-960">
            <a:extLst xmlns:a="http://schemas.openxmlformats.org/drawingml/2006/main">
              <a:ext uri="{FF2B5EF4-FFF2-40B4-BE49-F238E27FC236}">
                <a16:creationId xmlns:a16="http://schemas.microsoft.com/office/drawing/2014/main" id="{66AD682F-14A7-4243-A91E-F8766DFF2609}"/>
              </a:ext>
            </a:extLst>
          </p:cNvPr>
          <p:cNvSpPr>
            <a:spLocks xmlns:a="http://schemas.openxmlformats.org/drawingml/2006/main" noGrp="1"/>
          </p:cNvSpPr>
          <p:nvPr/>
        </p:nvSpPr>
        <p:spPr>
          <a:xfrm xmlns:a="http://schemas.openxmlformats.org/drawingml/2006/main">
            <a:off x="1480862" y="612762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61" name="data-point-961">
            <a:extLst xmlns:a="http://schemas.openxmlformats.org/drawingml/2006/main">
              <a:ext uri="{FF2B5EF4-FFF2-40B4-BE49-F238E27FC236}">
                <a16:creationId xmlns:a16="http://schemas.microsoft.com/office/drawing/2014/main" id="{B028E651-47A3-4907-B6A0-6B8D22388FB6}"/>
              </a:ext>
            </a:extLst>
          </p:cNvPr>
          <p:cNvSpPr>
            <a:spLocks xmlns:a="http://schemas.openxmlformats.org/drawingml/2006/main" noGrp="1"/>
          </p:cNvSpPr>
          <p:nvPr/>
        </p:nvSpPr>
        <p:spPr>
          <a:xfrm xmlns:a="http://schemas.openxmlformats.org/drawingml/2006/main">
            <a:off x="1385768" y="598234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62" name="data-point-962">
            <a:extLst xmlns:a="http://schemas.openxmlformats.org/drawingml/2006/main">
              <a:ext uri="{FF2B5EF4-FFF2-40B4-BE49-F238E27FC236}">
                <a16:creationId xmlns:a16="http://schemas.microsoft.com/office/drawing/2014/main" id="{BF3002C0-C4DC-4C85-9195-6B4CAF1FDC62}"/>
              </a:ext>
            </a:extLst>
          </p:cNvPr>
          <p:cNvSpPr>
            <a:spLocks xmlns:a="http://schemas.openxmlformats.org/drawingml/2006/main" noGrp="1"/>
          </p:cNvSpPr>
          <p:nvPr/>
        </p:nvSpPr>
        <p:spPr>
          <a:xfrm xmlns:a="http://schemas.openxmlformats.org/drawingml/2006/main">
            <a:off x="1001801" y="640014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63" name="data-point-963">
            <a:extLst xmlns:a="http://schemas.openxmlformats.org/drawingml/2006/main">
              <a:ext uri="{FF2B5EF4-FFF2-40B4-BE49-F238E27FC236}">
                <a16:creationId xmlns:a16="http://schemas.microsoft.com/office/drawing/2014/main" id="{DE2F925B-6D39-4DAC-8558-92F8A08EF64B}"/>
              </a:ext>
            </a:extLst>
          </p:cNvPr>
          <p:cNvSpPr>
            <a:spLocks xmlns:a="http://schemas.openxmlformats.org/drawingml/2006/main" noGrp="1"/>
          </p:cNvSpPr>
          <p:nvPr/>
        </p:nvSpPr>
        <p:spPr>
          <a:xfrm xmlns:a="http://schemas.openxmlformats.org/drawingml/2006/main">
            <a:off x="1506856" y="61970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64" name="data-point-964">
            <a:extLst xmlns:a="http://schemas.openxmlformats.org/drawingml/2006/main">
              <a:ext uri="{FF2B5EF4-FFF2-40B4-BE49-F238E27FC236}">
                <a16:creationId xmlns:a16="http://schemas.microsoft.com/office/drawing/2014/main" id="{14A27570-9AC1-4F8B-AF65-37E251630EAC}"/>
              </a:ext>
            </a:extLst>
          </p:cNvPr>
          <p:cNvSpPr>
            <a:spLocks xmlns:a="http://schemas.openxmlformats.org/drawingml/2006/main" noGrp="1"/>
          </p:cNvSpPr>
          <p:nvPr/>
        </p:nvSpPr>
        <p:spPr>
          <a:xfrm xmlns:a="http://schemas.openxmlformats.org/drawingml/2006/main">
            <a:off x="1346933" y="602158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65" name="data-point-965">
            <a:extLst xmlns:a="http://schemas.openxmlformats.org/drawingml/2006/main">
              <a:ext uri="{FF2B5EF4-FFF2-40B4-BE49-F238E27FC236}">
                <a16:creationId xmlns:a16="http://schemas.microsoft.com/office/drawing/2014/main" id="{533BF79B-914D-4483-A3A0-136C6D71D220}"/>
              </a:ext>
            </a:extLst>
          </p:cNvPr>
          <p:cNvSpPr>
            <a:spLocks xmlns:a="http://schemas.openxmlformats.org/drawingml/2006/main" noGrp="1"/>
          </p:cNvSpPr>
          <p:nvPr/>
        </p:nvSpPr>
        <p:spPr>
          <a:xfrm xmlns:a="http://schemas.openxmlformats.org/drawingml/2006/main">
            <a:off x="1451171" y="60399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66" name="data-point-966">
            <a:extLst xmlns:a="http://schemas.openxmlformats.org/drawingml/2006/main">
              <a:ext uri="{FF2B5EF4-FFF2-40B4-BE49-F238E27FC236}">
                <a16:creationId xmlns:a16="http://schemas.microsoft.com/office/drawing/2014/main" id="{9DE2AA9B-9B1D-4375-8A60-1212CB57AA5D}"/>
              </a:ext>
            </a:extLst>
          </p:cNvPr>
          <p:cNvSpPr>
            <a:spLocks xmlns:a="http://schemas.openxmlformats.org/drawingml/2006/main" noGrp="1"/>
          </p:cNvSpPr>
          <p:nvPr/>
        </p:nvSpPr>
        <p:spPr>
          <a:xfrm xmlns:a="http://schemas.openxmlformats.org/drawingml/2006/main">
            <a:off x="1402100" y="608005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67" name="data-point-967">
            <a:extLst xmlns:a="http://schemas.openxmlformats.org/drawingml/2006/main">
              <a:ext uri="{FF2B5EF4-FFF2-40B4-BE49-F238E27FC236}">
                <a16:creationId xmlns:a16="http://schemas.microsoft.com/office/drawing/2014/main" id="{5605FBE4-AEB6-4D1C-8985-193B348C91C2}"/>
              </a:ext>
            </a:extLst>
          </p:cNvPr>
          <p:cNvSpPr>
            <a:spLocks xmlns:a="http://schemas.openxmlformats.org/drawingml/2006/main" noGrp="1"/>
          </p:cNvSpPr>
          <p:nvPr/>
        </p:nvSpPr>
        <p:spPr>
          <a:xfrm xmlns:a="http://schemas.openxmlformats.org/drawingml/2006/main">
            <a:off x="1424195" y="611324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68" name="data-point-968">
            <a:extLst xmlns:a="http://schemas.openxmlformats.org/drawingml/2006/main">
              <a:ext uri="{FF2B5EF4-FFF2-40B4-BE49-F238E27FC236}">
                <a16:creationId xmlns:a16="http://schemas.microsoft.com/office/drawing/2014/main" id="{07914EFE-6005-4554-B0DA-DEF10D45A9B6}"/>
              </a:ext>
            </a:extLst>
          </p:cNvPr>
          <p:cNvSpPr>
            <a:spLocks xmlns:a="http://schemas.openxmlformats.org/drawingml/2006/main" noGrp="1"/>
          </p:cNvSpPr>
          <p:nvPr/>
        </p:nvSpPr>
        <p:spPr>
          <a:xfrm xmlns:a="http://schemas.openxmlformats.org/drawingml/2006/main">
            <a:off x="1426559" y="605998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69" name="data-point-969">
            <a:extLst xmlns:a="http://schemas.openxmlformats.org/drawingml/2006/main">
              <a:ext uri="{FF2B5EF4-FFF2-40B4-BE49-F238E27FC236}">
                <a16:creationId xmlns:a16="http://schemas.microsoft.com/office/drawing/2014/main" id="{9CB5CD36-44E8-4BCB-972B-62131ECD8618}"/>
              </a:ext>
            </a:extLst>
          </p:cNvPr>
          <p:cNvSpPr>
            <a:spLocks xmlns:a="http://schemas.openxmlformats.org/drawingml/2006/main" noGrp="1"/>
          </p:cNvSpPr>
          <p:nvPr/>
        </p:nvSpPr>
        <p:spPr>
          <a:xfrm xmlns:a="http://schemas.openxmlformats.org/drawingml/2006/main">
            <a:off x="1364602" y="600861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70" name="data-point-970">
            <a:extLst xmlns:a="http://schemas.openxmlformats.org/drawingml/2006/main">
              <a:ext uri="{FF2B5EF4-FFF2-40B4-BE49-F238E27FC236}">
                <a16:creationId xmlns:a16="http://schemas.microsoft.com/office/drawing/2014/main" id="{B6AB10EF-FE4C-4B06-9E76-2F5B463D55CC}"/>
              </a:ext>
            </a:extLst>
          </p:cNvPr>
          <p:cNvSpPr>
            <a:spLocks xmlns:a="http://schemas.openxmlformats.org/drawingml/2006/main" noGrp="1"/>
          </p:cNvSpPr>
          <p:nvPr/>
        </p:nvSpPr>
        <p:spPr>
          <a:xfrm xmlns:a="http://schemas.openxmlformats.org/drawingml/2006/main">
            <a:off x="1478481" y="614083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71" name="data-point-971">
            <a:extLst xmlns:a="http://schemas.openxmlformats.org/drawingml/2006/main">
              <a:ext uri="{FF2B5EF4-FFF2-40B4-BE49-F238E27FC236}">
                <a16:creationId xmlns:a16="http://schemas.microsoft.com/office/drawing/2014/main" id="{BA85208C-10EE-4DF3-91D8-377FEA5A6741}"/>
              </a:ext>
            </a:extLst>
          </p:cNvPr>
          <p:cNvSpPr>
            <a:spLocks xmlns:a="http://schemas.openxmlformats.org/drawingml/2006/main" noGrp="1"/>
          </p:cNvSpPr>
          <p:nvPr/>
        </p:nvSpPr>
        <p:spPr>
          <a:xfrm xmlns:a="http://schemas.openxmlformats.org/drawingml/2006/main">
            <a:off x="1416128" y="600922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72" name="data-point-972">
            <a:extLst xmlns:a="http://schemas.openxmlformats.org/drawingml/2006/main">
              <a:ext uri="{FF2B5EF4-FFF2-40B4-BE49-F238E27FC236}">
                <a16:creationId xmlns:a16="http://schemas.microsoft.com/office/drawing/2014/main" id="{9C2A8DC3-9D57-4AD0-91F1-8ED275CB94E2}"/>
              </a:ext>
            </a:extLst>
          </p:cNvPr>
          <p:cNvSpPr>
            <a:spLocks xmlns:a="http://schemas.openxmlformats.org/drawingml/2006/main" noGrp="1"/>
          </p:cNvSpPr>
          <p:nvPr/>
        </p:nvSpPr>
        <p:spPr>
          <a:xfrm xmlns:a="http://schemas.openxmlformats.org/drawingml/2006/main">
            <a:off x="1477078" y="601394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73" name="data-point-973">
            <a:extLst xmlns:a="http://schemas.openxmlformats.org/drawingml/2006/main">
              <a:ext uri="{FF2B5EF4-FFF2-40B4-BE49-F238E27FC236}">
                <a16:creationId xmlns:a16="http://schemas.microsoft.com/office/drawing/2014/main" id="{E1C77BD8-5E2A-4838-90CD-39172401E0B0}"/>
              </a:ext>
            </a:extLst>
          </p:cNvPr>
          <p:cNvSpPr>
            <a:spLocks xmlns:a="http://schemas.openxmlformats.org/drawingml/2006/main" noGrp="1"/>
          </p:cNvSpPr>
          <p:nvPr/>
        </p:nvSpPr>
        <p:spPr>
          <a:xfrm xmlns:a="http://schemas.openxmlformats.org/drawingml/2006/main">
            <a:off x="946972" y="651747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74" name="data-point-974">
            <a:extLst xmlns:a="http://schemas.openxmlformats.org/drawingml/2006/main">
              <a:ext uri="{FF2B5EF4-FFF2-40B4-BE49-F238E27FC236}">
                <a16:creationId xmlns:a16="http://schemas.microsoft.com/office/drawing/2014/main" id="{0BCC214E-065D-495F-81B9-64B1C0C5FC95}"/>
              </a:ext>
            </a:extLst>
          </p:cNvPr>
          <p:cNvSpPr>
            <a:spLocks xmlns:a="http://schemas.openxmlformats.org/drawingml/2006/main" noGrp="1"/>
          </p:cNvSpPr>
          <p:nvPr/>
        </p:nvSpPr>
        <p:spPr>
          <a:xfrm xmlns:a="http://schemas.openxmlformats.org/drawingml/2006/main">
            <a:off x="895450" y="646183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75" name="data-point-975">
            <a:extLst xmlns:a="http://schemas.openxmlformats.org/drawingml/2006/main">
              <a:ext uri="{FF2B5EF4-FFF2-40B4-BE49-F238E27FC236}">
                <a16:creationId xmlns:a16="http://schemas.microsoft.com/office/drawing/2014/main" id="{4C8BD56F-A165-4503-9F1C-E86A61A6E40A}"/>
              </a:ext>
            </a:extLst>
          </p:cNvPr>
          <p:cNvSpPr>
            <a:spLocks xmlns:a="http://schemas.openxmlformats.org/drawingml/2006/main" noGrp="1"/>
          </p:cNvSpPr>
          <p:nvPr/>
        </p:nvSpPr>
        <p:spPr>
          <a:xfrm xmlns:a="http://schemas.openxmlformats.org/drawingml/2006/main">
            <a:off x="934224" y="639246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76" name="data-point-976">
            <a:extLst xmlns:a="http://schemas.openxmlformats.org/drawingml/2006/main">
              <a:ext uri="{FF2B5EF4-FFF2-40B4-BE49-F238E27FC236}">
                <a16:creationId xmlns:a16="http://schemas.microsoft.com/office/drawing/2014/main" id="{464B358C-39D9-42D9-BC40-06BF43946477}"/>
              </a:ext>
            </a:extLst>
          </p:cNvPr>
          <p:cNvSpPr>
            <a:spLocks xmlns:a="http://schemas.openxmlformats.org/drawingml/2006/main" noGrp="1"/>
          </p:cNvSpPr>
          <p:nvPr/>
        </p:nvSpPr>
        <p:spPr>
          <a:xfrm xmlns:a="http://schemas.openxmlformats.org/drawingml/2006/main">
            <a:off x="1318469" y="618137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77" name="data-point-977">
            <a:extLst xmlns:a="http://schemas.openxmlformats.org/drawingml/2006/main">
              <a:ext uri="{FF2B5EF4-FFF2-40B4-BE49-F238E27FC236}">
                <a16:creationId xmlns:a16="http://schemas.microsoft.com/office/drawing/2014/main" id="{7A4AB89C-9D8B-4FC8-A8F4-565FF47BFB64}"/>
              </a:ext>
            </a:extLst>
          </p:cNvPr>
          <p:cNvSpPr>
            <a:spLocks xmlns:a="http://schemas.openxmlformats.org/drawingml/2006/main" noGrp="1"/>
          </p:cNvSpPr>
          <p:nvPr/>
        </p:nvSpPr>
        <p:spPr>
          <a:xfrm xmlns:a="http://schemas.openxmlformats.org/drawingml/2006/main">
            <a:off x="1126362" y="636785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78" name="data-point-978">
            <a:extLst xmlns:a="http://schemas.openxmlformats.org/drawingml/2006/main">
              <a:ext uri="{FF2B5EF4-FFF2-40B4-BE49-F238E27FC236}">
                <a16:creationId xmlns:a16="http://schemas.microsoft.com/office/drawing/2014/main" id="{DB1B3790-4DC5-4EF3-A29B-F9F025E121CC}"/>
              </a:ext>
            </a:extLst>
          </p:cNvPr>
          <p:cNvSpPr>
            <a:spLocks xmlns:a="http://schemas.openxmlformats.org/drawingml/2006/main" noGrp="1"/>
          </p:cNvSpPr>
          <p:nvPr/>
        </p:nvSpPr>
        <p:spPr>
          <a:xfrm xmlns:a="http://schemas.openxmlformats.org/drawingml/2006/main">
            <a:off x="1085835" y="633955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79" name="data-point-979">
            <a:extLst xmlns:a="http://schemas.openxmlformats.org/drawingml/2006/main">
              <a:ext uri="{FF2B5EF4-FFF2-40B4-BE49-F238E27FC236}">
                <a16:creationId xmlns:a16="http://schemas.microsoft.com/office/drawing/2014/main" id="{9E7B6440-5693-4DDF-9E65-8A51BEF25D2C}"/>
              </a:ext>
            </a:extLst>
          </p:cNvPr>
          <p:cNvSpPr>
            <a:spLocks xmlns:a="http://schemas.openxmlformats.org/drawingml/2006/main" noGrp="1"/>
          </p:cNvSpPr>
          <p:nvPr/>
        </p:nvSpPr>
        <p:spPr>
          <a:xfrm xmlns:a="http://schemas.openxmlformats.org/drawingml/2006/main">
            <a:off x="1146658" y="623780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80" name="data-point-980">
            <a:extLst xmlns:a="http://schemas.openxmlformats.org/drawingml/2006/main">
              <a:ext uri="{FF2B5EF4-FFF2-40B4-BE49-F238E27FC236}">
                <a16:creationId xmlns:a16="http://schemas.microsoft.com/office/drawing/2014/main" id="{60F0ECAA-B309-4F5D-9FA7-F15738E21137}"/>
              </a:ext>
            </a:extLst>
          </p:cNvPr>
          <p:cNvSpPr>
            <a:spLocks xmlns:a="http://schemas.openxmlformats.org/drawingml/2006/main" noGrp="1"/>
          </p:cNvSpPr>
          <p:nvPr/>
        </p:nvSpPr>
        <p:spPr>
          <a:xfrm xmlns:a="http://schemas.openxmlformats.org/drawingml/2006/main">
            <a:off x="1307211" y="635654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81" name="data-point-981">
            <a:extLst xmlns:a="http://schemas.openxmlformats.org/drawingml/2006/main">
              <a:ext uri="{FF2B5EF4-FFF2-40B4-BE49-F238E27FC236}">
                <a16:creationId xmlns:a16="http://schemas.microsoft.com/office/drawing/2014/main" id="{117DA479-C9E6-4B00-B039-2B7643B7AD67}"/>
              </a:ext>
            </a:extLst>
          </p:cNvPr>
          <p:cNvSpPr>
            <a:spLocks xmlns:a="http://schemas.openxmlformats.org/drawingml/2006/main" noGrp="1"/>
          </p:cNvSpPr>
          <p:nvPr/>
        </p:nvSpPr>
        <p:spPr>
          <a:xfrm xmlns:a="http://schemas.openxmlformats.org/drawingml/2006/main">
            <a:off x="1142667" y="638826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82" name="data-point-982">
            <a:extLst xmlns:a="http://schemas.openxmlformats.org/drawingml/2006/main">
              <a:ext uri="{FF2B5EF4-FFF2-40B4-BE49-F238E27FC236}">
                <a16:creationId xmlns:a16="http://schemas.microsoft.com/office/drawing/2014/main" id="{863F6674-679F-49FD-957A-9E9F2DAEB1EC}"/>
              </a:ext>
            </a:extLst>
          </p:cNvPr>
          <p:cNvSpPr>
            <a:spLocks xmlns:a="http://schemas.openxmlformats.org/drawingml/2006/main" noGrp="1"/>
          </p:cNvSpPr>
          <p:nvPr/>
        </p:nvSpPr>
        <p:spPr>
          <a:xfrm xmlns:a="http://schemas.openxmlformats.org/drawingml/2006/main">
            <a:off x="804576" y="651869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83" name="data-point-983">
            <a:extLst xmlns:a="http://schemas.openxmlformats.org/drawingml/2006/main">
              <a:ext uri="{FF2B5EF4-FFF2-40B4-BE49-F238E27FC236}">
                <a16:creationId xmlns:a16="http://schemas.microsoft.com/office/drawing/2014/main" id="{E4D4499E-2D16-4F33-B380-75D390A5314F}"/>
              </a:ext>
            </a:extLst>
          </p:cNvPr>
          <p:cNvSpPr>
            <a:spLocks xmlns:a="http://schemas.openxmlformats.org/drawingml/2006/main" noGrp="1"/>
          </p:cNvSpPr>
          <p:nvPr/>
        </p:nvSpPr>
        <p:spPr>
          <a:xfrm xmlns:a="http://schemas.openxmlformats.org/drawingml/2006/main">
            <a:off x="866089" y="65909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84" name="data-point-984">
            <a:extLst xmlns:a="http://schemas.openxmlformats.org/drawingml/2006/main">
              <a:ext uri="{FF2B5EF4-FFF2-40B4-BE49-F238E27FC236}">
                <a16:creationId xmlns:a16="http://schemas.microsoft.com/office/drawing/2014/main" id="{0A9B269B-39CB-4D5C-8FBC-4EC424CA38C1}"/>
              </a:ext>
            </a:extLst>
          </p:cNvPr>
          <p:cNvSpPr>
            <a:spLocks xmlns:a="http://schemas.openxmlformats.org/drawingml/2006/main" noGrp="1"/>
          </p:cNvSpPr>
          <p:nvPr/>
        </p:nvSpPr>
        <p:spPr>
          <a:xfrm xmlns:a="http://schemas.openxmlformats.org/drawingml/2006/main">
            <a:off x="1201225" y="629269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85" name="data-point-985">
            <a:extLst xmlns:a="http://schemas.openxmlformats.org/drawingml/2006/main">
              <a:ext uri="{FF2B5EF4-FFF2-40B4-BE49-F238E27FC236}">
                <a16:creationId xmlns:a16="http://schemas.microsoft.com/office/drawing/2014/main" id="{C6AFCFDA-BB9D-49FD-BB42-83D9B4A768F3}"/>
              </a:ext>
            </a:extLst>
          </p:cNvPr>
          <p:cNvSpPr>
            <a:spLocks xmlns:a="http://schemas.openxmlformats.org/drawingml/2006/main" noGrp="1"/>
          </p:cNvSpPr>
          <p:nvPr/>
        </p:nvSpPr>
        <p:spPr>
          <a:xfrm xmlns:a="http://schemas.openxmlformats.org/drawingml/2006/main">
            <a:off x="935033" y="649925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86" name="data-point-986">
            <a:extLst xmlns:a="http://schemas.openxmlformats.org/drawingml/2006/main">
              <a:ext uri="{FF2B5EF4-FFF2-40B4-BE49-F238E27FC236}">
                <a16:creationId xmlns:a16="http://schemas.microsoft.com/office/drawing/2014/main" id="{352F5A11-B42E-4075-98BD-C3C62DDE1E79}"/>
              </a:ext>
            </a:extLst>
          </p:cNvPr>
          <p:cNvSpPr>
            <a:spLocks xmlns:a="http://schemas.openxmlformats.org/drawingml/2006/main" noGrp="1"/>
          </p:cNvSpPr>
          <p:nvPr/>
        </p:nvSpPr>
        <p:spPr>
          <a:xfrm xmlns:a="http://schemas.openxmlformats.org/drawingml/2006/main">
            <a:off x="1217115" y="61429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987" name="data-point-987">
            <a:extLst xmlns:a="http://schemas.openxmlformats.org/drawingml/2006/main">
              <a:ext uri="{FF2B5EF4-FFF2-40B4-BE49-F238E27FC236}">
                <a16:creationId xmlns:a16="http://schemas.microsoft.com/office/drawing/2014/main" id="{53D18297-2C28-4C42-899F-8548B3D4F352}"/>
              </a:ext>
            </a:extLst>
          </p:cNvPr>
          <p:cNvSpPr>
            <a:spLocks xmlns:a="http://schemas.openxmlformats.org/drawingml/2006/main" noGrp="1"/>
          </p:cNvSpPr>
          <p:nvPr/>
        </p:nvSpPr>
        <p:spPr>
          <a:xfrm xmlns:a="http://schemas.openxmlformats.org/drawingml/2006/main">
            <a:off x="1329363" y="638842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88" name="data-point-988">
            <a:extLst xmlns:a="http://schemas.openxmlformats.org/drawingml/2006/main">
              <a:ext uri="{FF2B5EF4-FFF2-40B4-BE49-F238E27FC236}">
                <a16:creationId xmlns:a16="http://schemas.microsoft.com/office/drawing/2014/main" id="{E12DE3E7-56A0-4B30-A097-1686C1FDF282}"/>
              </a:ext>
            </a:extLst>
          </p:cNvPr>
          <p:cNvSpPr>
            <a:spLocks xmlns:a="http://schemas.openxmlformats.org/drawingml/2006/main" noGrp="1"/>
          </p:cNvSpPr>
          <p:nvPr/>
        </p:nvSpPr>
        <p:spPr>
          <a:xfrm xmlns:a="http://schemas.openxmlformats.org/drawingml/2006/main">
            <a:off x="1381362" y="618658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89" name="data-point-989">
            <a:extLst xmlns:a="http://schemas.openxmlformats.org/drawingml/2006/main">
              <a:ext uri="{FF2B5EF4-FFF2-40B4-BE49-F238E27FC236}">
                <a16:creationId xmlns:a16="http://schemas.microsoft.com/office/drawing/2014/main" id="{D9DECF19-C4B6-4EC6-ADBE-35E136AEB70C}"/>
              </a:ext>
            </a:extLst>
          </p:cNvPr>
          <p:cNvSpPr>
            <a:spLocks xmlns:a="http://schemas.openxmlformats.org/drawingml/2006/main" noGrp="1"/>
          </p:cNvSpPr>
          <p:nvPr/>
        </p:nvSpPr>
        <p:spPr>
          <a:xfrm xmlns:a="http://schemas.openxmlformats.org/drawingml/2006/main">
            <a:off x="1166143" y="623238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90" name="data-point-990">
            <a:extLst xmlns:a="http://schemas.openxmlformats.org/drawingml/2006/main">
              <a:ext uri="{FF2B5EF4-FFF2-40B4-BE49-F238E27FC236}">
                <a16:creationId xmlns:a16="http://schemas.microsoft.com/office/drawing/2014/main" id="{F73043F5-04B8-4B74-A9BB-6977D9FCC695}"/>
              </a:ext>
            </a:extLst>
          </p:cNvPr>
          <p:cNvSpPr>
            <a:spLocks xmlns:a="http://schemas.openxmlformats.org/drawingml/2006/main" noGrp="1"/>
          </p:cNvSpPr>
          <p:nvPr/>
        </p:nvSpPr>
        <p:spPr>
          <a:xfrm xmlns:a="http://schemas.openxmlformats.org/drawingml/2006/main">
            <a:off x="1065672" y="645046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91" name="data-point-991">
            <a:extLst xmlns:a="http://schemas.openxmlformats.org/drawingml/2006/main">
              <a:ext uri="{FF2B5EF4-FFF2-40B4-BE49-F238E27FC236}">
                <a16:creationId xmlns:a16="http://schemas.microsoft.com/office/drawing/2014/main" id="{17C9A140-1E26-4CC4-B49F-5917D196EC87}"/>
              </a:ext>
            </a:extLst>
          </p:cNvPr>
          <p:cNvSpPr>
            <a:spLocks xmlns:a="http://schemas.openxmlformats.org/drawingml/2006/main" noGrp="1"/>
          </p:cNvSpPr>
          <p:nvPr/>
        </p:nvSpPr>
        <p:spPr>
          <a:xfrm xmlns:a="http://schemas.openxmlformats.org/drawingml/2006/main">
            <a:off x="1001330" y="630033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92" name="data-point-992">
            <a:extLst xmlns:a="http://schemas.openxmlformats.org/drawingml/2006/main">
              <a:ext uri="{FF2B5EF4-FFF2-40B4-BE49-F238E27FC236}">
                <a16:creationId xmlns:a16="http://schemas.microsoft.com/office/drawing/2014/main" id="{2DBA40FC-5ADD-44EB-A561-57EE4E97B03C}"/>
              </a:ext>
            </a:extLst>
          </p:cNvPr>
          <p:cNvSpPr>
            <a:spLocks xmlns:a="http://schemas.openxmlformats.org/drawingml/2006/main" noGrp="1"/>
          </p:cNvSpPr>
          <p:nvPr/>
        </p:nvSpPr>
        <p:spPr>
          <a:xfrm xmlns:a="http://schemas.openxmlformats.org/drawingml/2006/main">
            <a:off x="1116326" y="629389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993" name="data-point-993">
            <a:extLst xmlns:a="http://schemas.openxmlformats.org/drawingml/2006/main">
              <a:ext uri="{FF2B5EF4-FFF2-40B4-BE49-F238E27FC236}">
                <a16:creationId xmlns:a16="http://schemas.microsoft.com/office/drawing/2014/main" id="{494F2287-A089-4C3C-93ED-DCDC62616855}"/>
              </a:ext>
            </a:extLst>
          </p:cNvPr>
          <p:cNvSpPr>
            <a:spLocks xmlns:a="http://schemas.openxmlformats.org/drawingml/2006/main" noGrp="1"/>
          </p:cNvSpPr>
          <p:nvPr/>
        </p:nvSpPr>
        <p:spPr>
          <a:xfrm xmlns:a="http://schemas.openxmlformats.org/drawingml/2006/main">
            <a:off x="990112" y="647161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94" name="data-point-994">
            <a:extLst xmlns:a="http://schemas.openxmlformats.org/drawingml/2006/main">
              <a:ext uri="{FF2B5EF4-FFF2-40B4-BE49-F238E27FC236}">
                <a16:creationId xmlns:a16="http://schemas.microsoft.com/office/drawing/2014/main" id="{D5D9B4DC-556A-4D29-9A08-CA5629945BD8}"/>
              </a:ext>
            </a:extLst>
          </p:cNvPr>
          <p:cNvSpPr>
            <a:spLocks xmlns:a="http://schemas.openxmlformats.org/drawingml/2006/main" noGrp="1"/>
          </p:cNvSpPr>
          <p:nvPr/>
        </p:nvSpPr>
        <p:spPr>
          <a:xfrm xmlns:a="http://schemas.openxmlformats.org/drawingml/2006/main">
            <a:off x="952626" y="648368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95" name="data-point-995">
            <a:extLst xmlns:a="http://schemas.openxmlformats.org/drawingml/2006/main">
              <a:ext uri="{FF2B5EF4-FFF2-40B4-BE49-F238E27FC236}">
                <a16:creationId xmlns:a16="http://schemas.microsoft.com/office/drawing/2014/main" id="{F3B3FB55-50D9-4E60-8BAC-95AA6D53A218}"/>
              </a:ext>
            </a:extLst>
          </p:cNvPr>
          <p:cNvSpPr>
            <a:spLocks xmlns:a="http://schemas.openxmlformats.org/drawingml/2006/main" noGrp="1"/>
          </p:cNvSpPr>
          <p:nvPr/>
        </p:nvSpPr>
        <p:spPr>
          <a:xfrm xmlns:a="http://schemas.openxmlformats.org/drawingml/2006/main">
            <a:off x="1004344" y="641391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96" name="data-point-996">
            <a:extLst xmlns:a="http://schemas.openxmlformats.org/drawingml/2006/main">
              <a:ext uri="{FF2B5EF4-FFF2-40B4-BE49-F238E27FC236}">
                <a16:creationId xmlns:a16="http://schemas.microsoft.com/office/drawing/2014/main" id="{2BE0DB68-E1F4-4AD2-BCCF-F71D1724860E}"/>
              </a:ext>
            </a:extLst>
          </p:cNvPr>
          <p:cNvSpPr>
            <a:spLocks xmlns:a="http://schemas.openxmlformats.org/drawingml/2006/main" noGrp="1"/>
          </p:cNvSpPr>
          <p:nvPr/>
        </p:nvSpPr>
        <p:spPr>
          <a:xfrm xmlns:a="http://schemas.openxmlformats.org/drawingml/2006/main">
            <a:off x="1006852" y="64905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97" name="data-point-997">
            <a:extLst xmlns:a="http://schemas.openxmlformats.org/drawingml/2006/main">
              <a:ext uri="{FF2B5EF4-FFF2-40B4-BE49-F238E27FC236}">
                <a16:creationId xmlns:a16="http://schemas.microsoft.com/office/drawing/2014/main" id="{C4337A74-42B5-448F-9EEB-6620C994AC6D}"/>
              </a:ext>
            </a:extLst>
          </p:cNvPr>
          <p:cNvSpPr>
            <a:spLocks xmlns:a="http://schemas.openxmlformats.org/drawingml/2006/main" noGrp="1"/>
          </p:cNvSpPr>
          <p:nvPr/>
        </p:nvSpPr>
        <p:spPr>
          <a:xfrm xmlns:a="http://schemas.openxmlformats.org/drawingml/2006/main">
            <a:off x="1156851" y="650401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98" name="data-point-998">
            <a:extLst xmlns:a="http://schemas.openxmlformats.org/drawingml/2006/main">
              <a:ext uri="{FF2B5EF4-FFF2-40B4-BE49-F238E27FC236}">
                <a16:creationId xmlns:a16="http://schemas.microsoft.com/office/drawing/2014/main" id="{33CECE57-E2CA-48D6-B627-A32BB97A55DE}"/>
              </a:ext>
            </a:extLst>
          </p:cNvPr>
          <p:cNvSpPr>
            <a:spLocks xmlns:a="http://schemas.openxmlformats.org/drawingml/2006/main" noGrp="1"/>
          </p:cNvSpPr>
          <p:nvPr/>
        </p:nvSpPr>
        <p:spPr>
          <a:xfrm xmlns:a="http://schemas.openxmlformats.org/drawingml/2006/main">
            <a:off x="941286" y="648124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999" name="data-point-999">
            <a:extLst xmlns:a="http://schemas.openxmlformats.org/drawingml/2006/main">
              <a:ext uri="{FF2B5EF4-FFF2-40B4-BE49-F238E27FC236}">
                <a16:creationId xmlns:a16="http://schemas.microsoft.com/office/drawing/2014/main" id="{C777F271-2FE9-418A-B24D-B92CD2E9D820}"/>
              </a:ext>
            </a:extLst>
          </p:cNvPr>
          <p:cNvSpPr>
            <a:spLocks xmlns:a="http://schemas.openxmlformats.org/drawingml/2006/main" noGrp="1"/>
          </p:cNvSpPr>
          <p:nvPr/>
        </p:nvSpPr>
        <p:spPr>
          <a:xfrm xmlns:a="http://schemas.openxmlformats.org/drawingml/2006/main">
            <a:off x="942426" y="640924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000" name="data-point-1000">
            <a:extLst xmlns:a="http://schemas.openxmlformats.org/drawingml/2006/main">
              <a:ext uri="{FF2B5EF4-FFF2-40B4-BE49-F238E27FC236}">
                <a16:creationId xmlns:a16="http://schemas.microsoft.com/office/drawing/2014/main" id="{3EC81AA5-DDE7-4FE6-9B17-40EC133B8E41}"/>
              </a:ext>
            </a:extLst>
          </p:cNvPr>
          <p:cNvSpPr>
            <a:spLocks xmlns:a="http://schemas.openxmlformats.org/drawingml/2006/main" noGrp="1"/>
          </p:cNvSpPr>
          <p:nvPr/>
        </p:nvSpPr>
        <p:spPr>
          <a:xfrm xmlns:a="http://schemas.openxmlformats.org/drawingml/2006/main">
            <a:off x="1383276" y="612503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01" name="data-point-1001">
            <a:extLst xmlns:a="http://schemas.openxmlformats.org/drawingml/2006/main">
              <a:ext uri="{FF2B5EF4-FFF2-40B4-BE49-F238E27FC236}">
                <a16:creationId xmlns:a16="http://schemas.microsoft.com/office/drawing/2014/main" id="{529046E0-F16C-484A-B05F-2A39A706D984}"/>
              </a:ext>
            </a:extLst>
          </p:cNvPr>
          <p:cNvSpPr>
            <a:spLocks xmlns:a="http://schemas.openxmlformats.org/drawingml/2006/main" noGrp="1"/>
          </p:cNvSpPr>
          <p:nvPr/>
        </p:nvSpPr>
        <p:spPr>
          <a:xfrm xmlns:a="http://schemas.openxmlformats.org/drawingml/2006/main">
            <a:off x="1394002" y="609800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02" name="data-point-1002">
            <a:extLst xmlns:a="http://schemas.openxmlformats.org/drawingml/2006/main">
              <a:ext uri="{FF2B5EF4-FFF2-40B4-BE49-F238E27FC236}">
                <a16:creationId xmlns:a16="http://schemas.microsoft.com/office/drawing/2014/main" id="{08E2D724-0ADC-4E9F-B14B-2129A459D038}"/>
              </a:ext>
            </a:extLst>
          </p:cNvPr>
          <p:cNvSpPr>
            <a:spLocks xmlns:a="http://schemas.openxmlformats.org/drawingml/2006/main" noGrp="1"/>
          </p:cNvSpPr>
          <p:nvPr/>
        </p:nvSpPr>
        <p:spPr>
          <a:xfrm xmlns:a="http://schemas.openxmlformats.org/drawingml/2006/main">
            <a:off x="1231693" y="630738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03" name="data-point-1003">
            <a:extLst xmlns:a="http://schemas.openxmlformats.org/drawingml/2006/main">
              <a:ext uri="{FF2B5EF4-FFF2-40B4-BE49-F238E27FC236}">
                <a16:creationId xmlns:a16="http://schemas.microsoft.com/office/drawing/2014/main" id="{A669A89F-539E-45ED-ADEB-6000CB197E28}"/>
              </a:ext>
            </a:extLst>
          </p:cNvPr>
          <p:cNvSpPr>
            <a:spLocks xmlns:a="http://schemas.openxmlformats.org/drawingml/2006/main" noGrp="1"/>
          </p:cNvSpPr>
          <p:nvPr/>
        </p:nvSpPr>
        <p:spPr>
          <a:xfrm xmlns:a="http://schemas.openxmlformats.org/drawingml/2006/main">
            <a:off x="1147167" y="620977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04" name="data-point-1004">
            <a:extLst xmlns:a="http://schemas.openxmlformats.org/drawingml/2006/main">
              <a:ext uri="{FF2B5EF4-FFF2-40B4-BE49-F238E27FC236}">
                <a16:creationId xmlns:a16="http://schemas.microsoft.com/office/drawing/2014/main" id="{79DD5F1E-0688-4E4E-9464-369502E768B2}"/>
              </a:ext>
            </a:extLst>
          </p:cNvPr>
          <p:cNvSpPr>
            <a:spLocks xmlns:a="http://schemas.openxmlformats.org/drawingml/2006/main" noGrp="1"/>
          </p:cNvSpPr>
          <p:nvPr/>
        </p:nvSpPr>
        <p:spPr>
          <a:xfrm xmlns:a="http://schemas.openxmlformats.org/drawingml/2006/main">
            <a:off x="1222934" y="623431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05" name="data-point-1005">
            <a:extLst xmlns:a="http://schemas.openxmlformats.org/drawingml/2006/main">
              <a:ext uri="{FF2B5EF4-FFF2-40B4-BE49-F238E27FC236}">
                <a16:creationId xmlns:a16="http://schemas.microsoft.com/office/drawing/2014/main" id="{11FB9795-E9B3-463F-A1DA-1AA1B64A96AD}"/>
              </a:ext>
            </a:extLst>
          </p:cNvPr>
          <p:cNvSpPr>
            <a:spLocks xmlns:a="http://schemas.openxmlformats.org/drawingml/2006/main" noGrp="1"/>
          </p:cNvSpPr>
          <p:nvPr/>
        </p:nvSpPr>
        <p:spPr>
          <a:xfrm xmlns:a="http://schemas.openxmlformats.org/drawingml/2006/main">
            <a:off x="1256792" y="608348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06" name="data-point-1006">
            <a:extLst xmlns:a="http://schemas.openxmlformats.org/drawingml/2006/main">
              <a:ext uri="{FF2B5EF4-FFF2-40B4-BE49-F238E27FC236}">
                <a16:creationId xmlns:a16="http://schemas.microsoft.com/office/drawing/2014/main" id="{CFDB3F24-941F-433A-92AE-B5F6323AD9F7}"/>
              </a:ext>
            </a:extLst>
          </p:cNvPr>
          <p:cNvSpPr>
            <a:spLocks xmlns:a="http://schemas.openxmlformats.org/drawingml/2006/main" noGrp="1"/>
          </p:cNvSpPr>
          <p:nvPr/>
        </p:nvSpPr>
        <p:spPr>
          <a:xfrm xmlns:a="http://schemas.openxmlformats.org/drawingml/2006/main">
            <a:off x="1371161" y="601522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07" name="data-point-1007">
            <a:extLst xmlns:a="http://schemas.openxmlformats.org/drawingml/2006/main">
              <a:ext uri="{FF2B5EF4-FFF2-40B4-BE49-F238E27FC236}">
                <a16:creationId xmlns:a16="http://schemas.microsoft.com/office/drawing/2014/main" id="{6BD70BE2-6A1A-4732-8A03-346DB4D1996D}"/>
              </a:ext>
            </a:extLst>
          </p:cNvPr>
          <p:cNvSpPr>
            <a:spLocks xmlns:a="http://schemas.openxmlformats.org/drawingml/2006/main" noGrp="1"/>
          </p:cNvSpPr>
          <p:nvPr/>
        </p:nvSpPr>
        <p:spPr>
          <a:xfrm xmlns:a="http://schemas.openxmlformats.org/drawingml/2006/main">
            <a:off x="1451636" y="637791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008" name="data-point-1008">
            <a:extLst xmlns:a="http://schemas.openxmlformats.org/drawingml/2006/main">
              <a:ext uri="{FF2B5EF4-FFF2-40B4-BE49-F238E27FC236}">
                <a16:creationId xmlns:a16="http://schemas.microsoft.com/office/drawing/2014/main" id="{55775A04-F875-4031-B9E6-2895EC17BE36}"/>
              </a:ext>
            </a:extLst>
          </p:cNvPr>
          <p:cNvSpPr>
            <a:spLocks xmlns:a="http://schemas.openxmlformats.org/drawingml/2006/main" noGrp="1"/>
          </p:cNvSpPr>
          <p:nvPr/>
        </p:nvSpPr>
        <p:spPr>
          <a:xfrm xmlns:a="http://schemas.openxmlformats.org/drawingml/2006/main">
            <a:off x="1406790" y="615968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09" name="data-point-1009">
            <a:extLst xmlns:a="http://schemas.openxmlformats.org/drawingml/2006/main">
              <a:ext uri="{FF2B5EF4-FFF2-40B4-BE49-F238E27FC236}">
                <a16:creationId xmlns:a16="http://schemas.microsoft.com/office/drawing/2014/main" id="{8C5E51FF-3F5E-4A09-8359-C7C8AA28C260}"/>
              </a:ext>
            </a:extLst>
          </p:cNvPr>
          <p:cNvSpPr>
            <a:spLocks xmlns:a="http://schemas.openxmlformats.org/drawingml/2006/main" noGrp="1"/>
          </p:cNvSpPr>
          <p:nvPr/>
        </p:nvSpPr>
        <p:spPr>
          <a:xfrm xmlns:a="http://schemas.openxmlformats.org/drawingml/2006/main">
            <a:off x="1107872" y="641113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010" name="data-point-1010">
            <a:extLst xmlns:a="http://schemas.openxmlformats.org/drawingml/2006/main">
              <a:ext uri="{FF2B5EF4-FFF2-40B4-BE49-F238E27FC236}">
                <a16:creationId xmlns:a16="http://schemas.microsoft.com/office/drawing/2014/main" id="{6AEFDCA7-7F28-47DF-A33C-E40B3A860034}"/>
              </a:ext>
            </a:extLst>
          </p:cNvPr>
          <p:cNvSpPr>
            <a:spLocks xmlns:a="http://schemas.openxmlformats.org/drawingml/2006/main" noGrp="1"/>
          </p:cNvSpPr>
          <p:nvPr/>
        </p:nvSpPr>
        <p:spPr>
          <a:xfrm xmlns:a="http://schemas.openxmlformats.org/drawingml/2006/main">
            <a:off x="1383679" y="618905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11" name="data-point-1011">
            <a:extLst xmlns:a="http://schemas.openxmlformats.org/drawingml/2006/main">
              <a:ext uri="{FF2B5EF4-FFF2-40B4-BE49-F238E27FC236}">
                <a16:creationId xmlns:a16="http://schemas.microsoft.com/office/drawing/2014/main" id="{56427F78-B721-4C27-A10D-9C9C8535F5B8}"/>
              </a:ext>
            </a:extLst>
          </p:cNvPr>
          <p:cNvSpPr>
            <a:spLocks xmlns:a="http://schemas.openxmlformats.org/drawingml/2006/main" noGrp="1"/>
          </p:cNvSpPr>
          <p:nvPr/>
        </p:nvSpPr>
        <p:spPr>
          <a:xfrm xmlns:a="http://schemas.openxmlformats.org/drawingml/2006/main">
            <a:off x="1308923" y="618169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12" name="data-point-1012">
            <a:extLst xmlns:a="http://schemas.openxmlformats.org/drawingml/2006/main">
              <a:ext uri="{FF2B5EF4-FFF2-40B4-BE49-F238E27FC236}">
                <a16:creationId xmlns:a16="http://schemas.microsoft.com/office/drawing/2014/main" id="{686333E3-03D0-4E0D-8E02-224EBECD90C8}"/>
              </a:ext>
            </a:extLst>
          </p:cNvPr>
          <p:cNvSpPr>
            <a:spLocks xmlns:a="http://schemas.openxmlformats.org/drawingml/2006/main" noGrp="1"/>
          </p:cNvSpPr>
          <p:nvPr/>
        </p:nvSpPr>
        <p:spPr>
          <a:xfrm xmlns:a="http://schemas.openxmlformats.org/drawingml/2006/main">
            <a:off x="1217537" y="624542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13" name="text-1013">
            <a:extLst xmlns:a="http://schemas.openxmlformats.org/drawingml/2006/main">
              <a:ext uri="{FF2B5EF4-FFF2-40B4-BE49-F238E27FC236}">
                <a16:creationId xmlns:a16="http://schemas.microsoft.com/office/drawing/2014/main" id="{60E7937B-743B-4FDA-8ABD-49BF091AEF2E}"/>
              </a:ext>
            </a:extLst>
          </p:cNvPr>
          <p:cNvSpPr>
            <a:spLocks xmlns:a="http://schemas.openxmlformats.org/drawingml/2006/main" noGrp="1"/>
          </p:cNvSpPr>
          <p:nvPr/>
        </p:nvSpPr>
        <p:spPr>
          <a:xfrm xmlns:a="http://schemas.openxmlformats.org/drawingml/2006/main" rot="0">
            <a:off x="436500" y="5467500"/>
            <a:ext cx="16785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R² 0.733    MAE 0.459</a:t>
            </a:r>
          </a:p>
        </p:txBody>
      </p:sp>
      <p:sp>
        <p:nvSpPr>
          <p:cNvPr id="1014" name="text-1014">
            <a:extLst xmlns:a="http://schemas.openxmlformats.org/drawingml/2006/main">
              <a:ext uri="{FF2B5EF4-FFF2-40B4-BE49-F238E27FC236}">
                <a16:creationId xmlns:a16="http://schemas.microsoft.com/office/drawing/2014/main" id="{CA0D19E4-6D1C-4129-9457-51175FC8E6CF}"/>
              </a:ext>
            </a:extLst>
          </p:cNvPr>
          <p:cNvSpPr>
            <a:spLocks xmlns:a="http://schemas.openxmlformats.org/drawingml/2006/main" noGrp="1"/>
          </p:cNvSpPr>
          <p:nvPr/>
        </p:nvSpPr>
        <p:spPr>
          <a:xfrm xmlns:a="http://schemas.openxmlformats.org/drawingml/2006/main" rot="0">
            <a:off x="360000" y="7222500"/>
            <a:ext cx="1773000" cy="13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MAE CI 0.386–0.532</a:t>
            </a:r>
          </a:p>
        </p:txBody>
      </p:sp>
      <p:sp>
        <p:nvSpPr>
          <p:cNvPr id="1015" name="text-1015">
            <a:extLst xmlns:a="http://schemas.openxmlformats.org/drawingml/2006/main">
              <a:ext uri="{FF2B5EF4-FFF2-40B4-BE49-F238E27FC236}">
                <a16:creationId xmlns:a16="http://schemas.microsoft.com/office/drawing/2014/main" id="{51EACDCF-CC71-4D53-8832-0F24E479A507}"/>
              </a:ext>
            </a:extLst>
          </p:cNvPr>
          <p:cNvSpPr>
            <a:spLocks xmlns:a="http://schemas.openxmlformats.org/drawingml/2006/main" noGrp="1"/>
          </p:cNvSpPr>
          <p:nvPr/>
        </p:nvSpPr>
        <p:spPr>
          <a:xfrm xmlns:a="http://schemas.openxmlformats.org/drawingml/2006/main" rot="0">
            <a:off x="2254500" y="5238000"/>
            <a:ext cx="153000" cy="17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6" b="1">
                <a:solidFill>
                  <a:srgbClr val="000000"/>
                </a:solidFill>
                <a:latin typeface="Times New Roman"/>
                <a:ea typeface="Times New Roman"/>
                <a:cs typeface="Times New Roman"/>
              </a:defRPr>
            </a:pPr>
            <a:r>
              <a:rPr sz="1276" b="1">
                <a:solidFill>
                  <a:srgbClr val="000000"/>
                </a:solidFill>
                <a:latin typeface="Times New Roman"/>
                <a:ea typeface="Times New Roman"/>
                <a:cs typeface="Times New Roman"/>
              </a:rPr>
              <a:t>H</a:t>
            </a:r>
          </a:p>
        </p:txBody>
      </p:sp>
      <p:sp>
        <p:nvSpPr>
          <p:cNvPr id="1016" name="text-1016">
            <a:extLst xmlns:a="http://schemas.openxmlformats.org/drawingml/2006/main">
              <a:ext uri="{FF2B5EF4-FFF2-40B4-BE49-F238E27FC236}">
                <a16:creationId xmlns:a16="http://schemas.microsoft.com/office/drawing/2014/main" id="{035FCD7C-57C1-49CF-B3AB-1F2C10C4EA1E}"/>
              </a:ext>
            </a:extLst>
          </p:cNvPr>
          <p:cNvSpPr>
            <a:spLocks xmlns:a="http://schemas.openxmlformats.org/drawingml/2006/main" noGrp="1"/>
          </p:cNvSpPr>
          <p:nvPr/>
        </p:nvSpPr>
        <p:spPr>
          <a:xfrm xmlns:a="http://schemas.openxmlformats.org/drawingml/2006/main" rot="0">
            <a:off x="2443500" y="5242500"/>
            <a:ext cx="1813500" cy="1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86" b="1">
                <a:solidFill>
                  <a:srgbClr val="000000"/>
                </a:solidFill>
                <a:latin typeface="Times New Roman"/>
                <a:ea typeface="Times New Roman"/>
                <a:cs typeface="Times New Roman"/>
              </a:defRPr>
            </a:pPr>
            <a:r>
              <a:rPr sz="886" b="1">
                <a:solidFill>
                  <a:srgbClr val="000000"/>
                </a:solidFill>
                <a:latin typeface="Times New Roman"/>
                <a:ea typeface="Times New Roman"/>
                <a:cs typeface="Times New Roman"/>
              </a:rPr>
              <a:t>Ridge with shrinkage</a:t>
            </a:r>
          </a:p>
        </p:txBody>
      </p:sp>
      <p:sp>
        <p:nvSpPr>
          <p:cNvPr id="1017" name="data-path-1017">
            <a:extLst xmlns:a="http://schemas.openxmlformats.org/drawingml/2006/main">
              <a:ext uri="{FF2B5EF4-FFF2-40B4-BE49-F238E27FC236}">
                <a16:creationId xmlns:a16="http://schemas.microsoft.com/office/drawing/2014/main" id="{C4976862-4E63-4487-A6EF-6107AD748273}"/>
              </a:ext>
            </a:extLst>
          </p:cNvPr>
          <p:cNvSpPr>
            <a:spLocks xmlns:a="http://schemas.openxmlformats.org/drawingml/2006/main" noGrp="1"/>
          </p:cNvSpPr>
          <p:nvPr/>
        </p:nvSpPr>
        <p:spPr>
          <a:xfrm xmlns:a="http://schemas.openxmlformats.org/drawingml/2006/main">
            <a:off x="2619000" y="6826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1018" name="data-path-1018">
            <a:extLst xmlns:a="http://schemas.openxmlformats.org/drawingml/2006/main">
              <a:ext uri="{FF2B5EF4-FFF2-40B4-BE49-F238E27FC236}">
                <a16:creationId xmlns:a16="http://schemas.microsoft.com/office/drawing/2014/main" id="{572E82E0-4CDC-4B4D-9CEE-BE4D9B64E4E4}"/>
              </a:ext>
            </a:extLst>
          </p:cNvPr>
          <p:cNvSpPr>
            <a:spLocks xmlns:a="http://schemas.openxmlformats.org/drawingml/2006/main" noGrp="1"/>
          </p:cNvSpPr>
          <p:nvPr/>
        </p:nvSpPr>
        <p:spPr>
          <a:xfrm xmlns:a="http://schemas.openxmlformats.org/drawingml/2006/main">
            <a:off x="2619000" y="654525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1019" name="data-path-1019">
            <a:extLst xmlns:a="http://schemas.openxmlformats.org/drawingml/2006/main">
              <a:ext uri="{FF2B5EF4-FFF2-40B4-BE49-F238E27FC236}">
                <a16:creationId xmlns:a16="http://schemas.microsoft.com/office/drawing/2014/main" id="{187FB7AB-39F1-439A-AC98-59680F12061B}"/>
              </a:ext>
            </a:extLst>
          </p:cNvPr>
          <p:cNvSpPr>
            <a:spLocks xmlns:a="http://schemas.openxmlformats.org/drawingml/2006/main" noGrp="1"/>
          </p:cNvSpPr>
          <p:nvPr/>
        </p:nvSpPr>
        <p:spPr>
          <a:xfrm xmlns:a="http://schemas.openxmlformats.org/drawingml/2006/main">
            <a:off x="2619000" y="6264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1020" name="data-path-1020">
            <a:extLst xmlns:a="http://schemas.openxmlformats.org/drawingml/2006/main">
              <a:ext uri="{FF2B5EF4-FFF2-40B4-BE49-F238E27FC236}">
                <a16:creationId xmlns:a16="http://schemas.microsoft.com/office/drawing/2014/main" id="{0E208838-E1A6-4215-876D-EB9F9889DDD8}"/>
              </a:ext>
            </a:extLst>
          </p:cNvPr>
          <p:cNvSpPr>
            <a:spLocks xmlns:a="http://schemas.openxmlformats.org/drawingml/2006/main" noGrp="1"/>
          </p:cNvSpPr>
          <p:nvPr/>
        </p:nvSpPr>
        <p:spPr>
          <a:xfrm xmlns:a="http://schemas.openxmlformats.org/drawingml/2006/main">
            <a:off x="2619000" y="598275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1021" name="data-path-1021">
            <a:extLst xmlns:a="http://schemas.openxmlformats.org/drawingml/2006/main">
              <a:ext uri="{FF2B5EF4-FFF2-40B4-BE49-F238E27FC236}">
                <a16:creationId xmlns:a16="http://schemas.microsoft.com/office/drawing/2014/main" id="{2E4AB3C9-42C7-4335-A365-3FBA753BB802}"/>
              </a:ext>
            </a:extLst>
          </p:cNvPr>
          <p:cNvSpPr>
            <a:spLocks xmlns:a="http://schemas.openxmlformats.org/drawingml/2006/main" noGrp="1"/>
          </p:cNvSpPr>
          <p:nvPr/>
        </p:nvSpPr>
        <p:spPr>
          <a:xfrm xmlns:a="http://schemas.openxmlformats.org/drawingml/2006/main">
            <a:off x="2619000" y="5701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1022" name="data-path-1022">
            <a:extLst xmlns:a="http://schemas.openxmlformats.org/drawingml/2006/main">
              <a:ext uri="{FF2B5EF4-FFF2-40B4-BE49-F238E27FC236}">
                <a16:creationId xmlns:a16="http://schemas.microsoft.com/office/drawing/2014/main" id="{98FDD080-D5D8-4FEC-B399-322225CE5A19}"/>
              </a:ext>
            </a:extLst>
          </p:cNvPr>
          <p:cNvSpPr>
            <a:spLocks xmlns:a="http://schemas.openxmlformats.org/drawingml/2006/main" noGrp="1"/>
          </p:cNvSpPr>
          <p:nvPr/>
        </p:nvSpPr>
        <p:spPr>
          <a:xfrm xmlns:a="http://schemas.openxmlformats.org/drawingml/2006/main">
            <a:off x="2619000" y="5701500"/>
            <a:ext cx="450" cy="1125000"/>
          </a:xfrm>
          <a:custGeom xmlns:a="http://schemas.openxmlformats.org/drawingml/2006/main">
            <a:pathLst>
              <a:path w="450" h="1125000">
                <a:moveTo>
                  <a:pt x="0" y="0"/>
                </a:moveTo>
                <a:lnTo>
                  <a:pt x="0" y="1125000"/>
                </a:lnTo>
              </a:path>
            </a:pathLst>
          </a:custGeom>
          <a:noFill xmlns:a="http://schemas.openxmlformats.org/drawingml/2006/main"/>
          <a:ln xmlns:a="http://schemas.openxmlformats.org/drawingml/2006/main" w="6750">
            <a:solidFill>
              <a:srgbClr val="34454D"/>
            </a:solidFill>
          </a:ln>
        </p:spPr>
      </p:sp>
      <p:sp>
        <p:nvSpPr>
          <p:cNvPr id="1023" name="data-path-1023">
            <a:extLst xmlns:a="http://schemas.openxmlformats.org/drawingml/2006/main">
              <a:ext uri="{FF2B5EF4-FFF2-40B4-BE49-F238E27FC236}">
                <a16:creationId xmlns:a16="http://schemas.microsoft.com/office/drawing/2014/main" id="{2C75E704-4563-4F97-951D-165EEA0A9E02}"/>
              </a:ext>
            </a:extLst>
          </p:cNvPr>
          <p:cNvSpPr>
            <a:spLocks xmlns:a="http://schemas.openxmlformats.org/drawingml/2006/main" noGrp="1"/>
          </p:cNvSpPr>
          <p:nvPr/>
        </p:nvSpPr>
        <p:spPr>
          <a:xfrm xmlns:a="http://schemas.openxmlformats.org/drawingml/2006/main">
            <a:off x="2619000" y="6826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6750">
            <a:solidFill>
              <a:srgbClr val="34454D"/>
            </a:solidFill>
          </a:ln>
        </p:spPr>
      </p:sp>
      <p:sp>
        <p:nvSpPr>
          <p:cNvPr id="1024" name="data-path-1024">
            <a:extLst xmlns:a="http://schemas.openxmlformats.org/drawingml/2006/main">
              <a:ext uri="{FF2B5EF4-FFF2-40B4-BE49-F238E27FC236}">
                <a16:creationId xmlns:a16="http://schemas.microsoft.com/office/drawing/2014/main" id="{09762988-F37A-4638-8311-6BDC015A66FE}"/>
              </a:ext>
            </a:extLst>
          </p:cNvPr>
          <p:cNvSpPr>
            <a:spLocks xmlns:a="http://schemas.openxmlformats.org/drawingml/2006/main" noGrp="1"/>
          </p:cNvSpPr>
          <p:nvPr/>
        </p:nvSpPr>
        <p:spPr>
          <a:xfrm xmlns:a="http://schemas.openxmlformats.org/drawingml/2006/main">
            <a:off x="2619000"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025" name="text-1025">
            <a:extLst xmlns:a="http://schemas.openxmlformats.org/drawingml/2006/main">
              <a:ext uri="{FF2B5EF4-FFF2-40B4-BE49-F238E27FC236}">
                <a16:creationId xmlns:a16="http://schemas.microsoft.com/office/drawing/2014/main" id="{33B9E474-2E1F-4CFA-A0E3-F2BBE7B928E2}"/>
              </a:ext>
            </a:extLst>
          </p:cNvPr>
          <p:cNvSpPr>
            <a:spLocks xmlns:a="http://schemas.openxmlformats.org/drawingml/2006/main" noGrp="1"/>
          </p:cNvSpPr>
          <p:nvPr/>
        </p:nvSpPr>
        <p:spPr>
          <a:xfrm xmlns:a="http://schemas.openxmlformats.org/drawingml/2006/main" rot="0">
            <a:off x="2457000"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1026" name="data-path-1026">
            <a:extLst xmlns:a="http://schemas.openxmlformats.org/drawingml/2006/main">
              <a:ext uri="{FF2B5EF4-FFF2-40B4-BE49-F238E27FC236}">
                <a16:creationId xmlns:a16="http://schemas.microsoft.com/office/drawing/2014/main" id="{1362D3A2-9C49-4353-8E73-E9B99D2764A1}"/>
              </a:ext>
            </a:extLst>
          </p:cNvPr>
          <p:cNvSpPr>
            <a:spLocks xmlns:a="http://schemas.openxmlformats.org/drawingml/2006/main" noGrp="1"/>
          </p:cNvSpPr>
          <p:nvPr/>
        </p:nvSpPr>
        <p:spPr>
          <a:xfrm xmlns:a="http://schemas.openxmlformats.org/drawingml/2006/main">
            <a:off x="3002625"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027" name="text-1027">
            <a:extLst xmlns:a="http://schemas.openxmlformats.org/drawingml/2006/main">
              <a:ext uri="{FF2B5EF4-FFF2-40B4-BE49-F238E27FC236}">
                <a16:creationId xmlns:a16="http://schemas.microsoft.com/office/drawing/2014/main" id="{246C4F88-DE3B-4EC2-A579-42FE3D7CB198}"/>
              </a:ext>
            </a:extLst>
          </p:cNvPr>
          <p:cNvSpPr>
            <a:spLocks xmlns:a="http://schemas.openxmlformats.org/drawingml/2006/main" noGrp="1"/>
          </p:cNvSpPr>
          <p:nvPr/>
        </p:nvSpPr>
        <p:spPr>
          <a:xfrm xmlns:a="http://schemas.openxmlformats.org/drawingml/2006/main" rot="0">
            <a:off x="2840625"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1028" name="data-path-1028">
            <a:extLst xmlns:a="http://schemas.openxmlformats.org/drawingml/2006/main">
              <a:ext uri="{FF2B5EF4-FFF2-40B4-BE49-F238E27FC236}">
                <a16:creationId xmlns:a16="http://schemas.microsoft.com/office/drawing/2014/main" id="{66546DBF-46EE-4DA6-8CCD-AEDB9C8E4F4F}"/>
              </a:ext>
            </a:extLst>
          </p:cNvPr>
          <p:cNvSpPr>
            <a:spLocks xmlns:a="http://schemas.openxmlformats.org/drawingml/2006/main" noGrp="1"/>
          </p:cNvSpPr>
          <p:nvPr/>
        </p:nvSpPr>
        <p:spPr>
          <a:xfrm xmlns:a="http://schemas.openxmlformats.org/drawingml/2006/main">
            <a:off x="3386250"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029" name="text-1029">
            <a:extLst xmlns:a="http://schemas.openxmlformats.org/drawingml/2006/main">
              <a:ext uri="{FF2B5EF4-FFF2-40B4-BE49-F238E27FC236}">
                <a16:creationId xmlns:a16="http://schemas.microsoft.com/office/drawing/2014/main" id="{F7A03A13-02F9-4E07-9283-250302C13A0A}"/>
              </a:ext>
            </a:extLst>
          </p:cNvPr>
          <p:cNvSpPr>
            <a:spLocks xmlns:a="http://schemas.openxmlformats.org/drawingml/2006/main" noGrp="1"/>
          </p:cNvSpPr>
          <p:nvPr/>
        </p:nvSpPr>
        <p:spPr>
          <a:xfrm xmlns:a="http://schemas.openxmlformats.org/drawingml/2006/main" rot="0">
            <a:off x="3224250"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1030" name="data-path-1030">
            <a:extLst xmlns:a="http://schemas.openxmlformats.org/drawingml/2006/main">
              <a:ext uri="{FF2B5EF4-FFF2-40B4-BE49-F238E27FC236}">
                <a16:creationId xmlns:a16="http://schemas.microsoft.com/office/drawing/2014/main" id="{FA6BF58D-2B12-4B70-9839-237169D2F946}"/>
              </a:ext>
            </a:extLst>
          </p:cNvPr>
          <p:cNvSpPr>
            <a:spLocks xmlns:a="http://schemas.openxmlformats.org/drawingml/2006/main" noGrp="1"/>
          </p:cNvSpPr>
          <p:nvPr/>
        </p:nvSpPr>
        <p:spPr>
          <a:xfrm xmlns:a="http://schemas.openxmlformats.org/drawingml/2006/main">
            <a:off x="3769875"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031" name="text-1031">
            <a:extLst xmlns:a="http://schemas.openxmlformats.org/drawingml/2006/main">
              <a:ext uri="{FF2B5EF4-FFF2-40B4-BE49-F238E27FC236}">
                <a16:creationId xmlns:a16="http://schemas.microsoft.com/office/drawing/2014/main" id="{DAC33B47-371A-4435-8F1B-FE9A46D612C0}"/>
              </a:ext>
            </a:extLst>
          </p:cNvPr>
          <p:cNvSpPr>
            <a:spLocks xmlns:a="http://schemas.openxmlformats.org/drawingml/2006/main" noGrp="1"/>
          </p:cNvSpPr>
          <p:nvPr/>
        </p:nvSpPr>
        <p:spPr>
          <a:xfrm xmlns:a="http://schemas.openxmlformats.org/drawingml/2006/main" rot="0">
            <a:off x="3607875"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1032" name="data-path-1032">
            <a:extLst xmlns:a="http://schemas.openxmlformats.org/drawingml/2006/main">
              <a:ext uri="{FF2B5EF4-FFF2-40B4-BE49-F238E27FC236}">
                <a16:creationId xmlns:a16="http://schemas.microsoft.com/office/drawing/2014/main" id="{833FC3C3-02BB-4F14-A91C-0C416D1EF14A}"/>
              </a:ext>
            </a:extLst>
          </p:cNvPr>
          <p:cNvSpPr>
            <a:spLocks xmlns:a="http://schemas.openxmlformats.org/drawingml/2006/main" noGrp="1"/>
          </p:cNvSpPr>
          <p:nvPr/>
        </p:nvSpPr>
        <p:spPr>
          <a:xfrm xmlns:a="http://schemas.openxmlformats.org/drawingml/2006/main">
            <a:off x="4153500"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033" name="text-1033">
            <a:extLst xmlns:a="http://schemas.openxmlformats.org/drawingml/2006/main">
              <a:ext uri="{FF2B5EF4-FFF2-40B4-BE49-F238E27FC236}">
                <a16:creationId xmlns:a16="http://schemas.microsoft.com/office/drawing/2014/main" id="{FF7686DA-1570-4373-8C24-5F84FEA85261}"/>
              </a:ext>
            </a:extLst>
          </p:cNvPr>
          <p:cNvSpPr>
            <a:spLocks xmlns:a="http://schemas.openxmlformats.org/drawingml/2006/main" noGrp="1"/>
          </p:cNvSpPr>
          <p:nvPr/>
        </p:nvSpPr>
        <p:spPr>
          <a:xfrm xmlns:a="http://schemas.openxmlformats.org/drawingml/2006/main" rot="0">
            <a:off x="3991500"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1034" name="data-path-1034">
            <a:extLst xmlns:a="http://schemas.openxmlformats.org/drawingml/2006/main">
              <a:ext uri="{FF2B5EF4-FFF2-40B4-BE49-F238E27FC236}">
                <a16:creationId xmlns:a16="http://schemas.microsoft.com/office/drawing/2014/main" id="{1672105F-4D07-4C85-97EF-207017E2A503}"/>
              </a:ext>
            </a:extLst>
          </p:cNvPr>
          <p:cNvSpPr>
            <a:spLocks xmlns:a="http://schemas.openxmlformats.org/drawingml/2006/main" noGrp="1"/>
          </p:cNvSpPr>
          <p:nvPr/>
        </p:nvSpPr>
        <p:spPr>
          <a:xfrm xmlns:a="http://schemas.openxmlformats.org/drawingml/2006/main">
            <a:off x="2596500" y="68265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035" name="text-1035">
            <a:extLst xmlns:a="http://schemas.openxmlformats.org/drawingml/2006/main">
              <a:ext uri="{FF2B5EF4-FFF2-40B4-BE49-F238E27FC236}">
                <a16:creationId xmlns:a16="http://schemas.microsoft.com/office/drawing/2014/main" id="{816494CA-C639-4B8E-B315-57CD175B41E1}"/>
              </a:ext>
            </a:extLst>
          </p:cNvPr>
          <p:cNvSpPr>
            <a:spLocks xmlns:a="http://schemas.openxmlformats.org/drawingml/2006/main" noGrp="1"/>
          </p:cNvSpPr>
          <p:nvPr/>
        </p:nvSpPr>
        <p:spPr>
          <a:xfrm xmlns:a="http://schemas.openxmlformats.org/drawingml/2006/main" rot="0">
            <a:off x="2367000" y="67680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1036" name="data-path-1036">
            <a:extLst xmlns:a="http://schemas.openxmlformats.org/drawingml/2006/main">
              <a:ext uri="{FF2B5EF4-FFF2-40B4-BE49-F238E27FC236}">
                <a16:creationId xmlns:a16="http://schemas.microsoft.com/office/drawing/2014/main" id="{87E6CCFF-A5A2-4093-A30C-B4BCF9AE4978}"/>
              </a:ext>
            </a:extLst>
          </p:cNvPr>
          <p:cNvSpPr>
            <a:spLocks xmlns:a="http://schemas.openxmlformats.org/drawingml/2006/main" noGrp="1"/>
          </p:cNvSpPr>
          <p:nvPr/>
        </p:nvSpPr>
        <p:spPr>
          <a:xfrm xmlns:a="http://schemas.openxmlformats.org/drawingml/2006/main">
            <a:off x="2596500" y="654525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037" name="text-1037">
            <a:extLst xmlns:a="http://schemas.openxmlformats.org/drawingml/2006/main">
              <a:ext uri="{FF2B5EF4-FFF2-40B4-BE49-F238E27FC236}">
                <a16:creationId xmlns:a16="http://schemas.microsoft.com/office/drawing/2014/main" id="{5AE680C7-BE31-402F-8BA7-9E97C69CFAC5}"/>
              </a:ext>
            </a:extLst>
          </p:cNvPr>
          <p:cNvSpPr>
            <a:spLocks xmlns:a="http://schemas.openxmlformats.org/drawingml/2006/main" noGrp="1"/>
          </p:cNvSpPr>
          <p:nvPr/>
        </p:nvSpPr>
        <p:spPr>
          <a:xfrm xmlns:a="http://schemas.openxmlformats.org/drawingml/2006/main" rot="0">
            <a:off x="2367000" y="648675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1038" name="data-path-1038">
            <a:extLst xmlns:a="http://schemas.openxmlformats.org/drawingml/2006/main">
              <a:ext uri="{FF2B5EF4-FFF2-40B4-BE49-F238E27FC236}">
                <a16:creationId xmlns:a16="http://schemas.microsoft.com/office/drawing/2014/main" id="{43B7881F-CF6C-469B-8B94-6B77B8D3C3F4}"/>
              </a:ext>
            </a:extLst>
          </p:cNvPr>
          <p:cNvSpPr>
            <a:spLocks xmlns:a="http://schemas.openxmlformats.org/drawingml/2006/main" noGrp="1"/>
          </p:cNvSpPr>
          <p:nvPr/>
        </p:nvSpPr>
        <p:spPr>
          <a:xfrm xmlns:a="http://schemas.openxmlformats.org/drawingml/2006/main">
            <a:off x="2596500" y="6264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039" name="text-1039">
            <a:extLst xmlns:a="http://schemas.openxmlformats.org/drawingml/2006/main">
              <a:ext uri="{FF2B5EF4-FFF2-40B4-BE49-F238E27FC236}">
                <a16:creationId xmlns:a16="http://schemas.microsoft.com/office/drawing/2014/main" id="{C64D3DAB-77D5-4BBC-BA2D-108D42DF08E7}"/>
              </a:ext>
            </a:extLst>
          </p:cNvPr>
          <p:cNvSpPr>
            <a:spLocks xmlns:a="http://schemas.openxmlformats.org/drawingml/2006/main" noGrp="1"/>
          </p:cNvSpPr>
          <p:nvPr/>
        </p:nvSpPr>
        <p:spPr>
          <a:xfrm xmlns:a="http://schemas.openxmlformats.org/drawingml/2006/main" rot="0">
            <a:off x="2367000" y="6205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1040" name="data-path-1040">
            <a:extLst xmlns:a="http://schemas.openxmlformats.org/drawingml/2006/main">
              <a:ext uri="{FF2B5EF4-FFF2-40B4-BE49-F238E27FC236}">
                <a16:creationId xmlns:a16="http://schemas.microsoft.com/office/drawing/2014/main" id="{765BE558-F590-4480-980D-10C398809CA1}"/>
              </a:ext>
            </a:extLst>
          </p:cNvPr>
          <p:cNvSpPr>
            <a:spLocks xmlns:a="http://schemas.openxmlformats.org/drawingml/2006/main" noGrp="1"/>
          </p:cNvSpPr>
          <p:nvPr/>
        </p:nvSpPr>
        <p:spPr>
          <a:xfrm xmlns:a="http://schemas.openxmlformats.org/drawingml/2006/main">
            <a:off x="2596500" y="598275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041" name="text-1041">
            <a:extLst xmlns:a="http://schemas.openxmlformats.org/drawingml/2006/main">
              <a:ext uri="{FF2B5EF4-FFF2-40B4-BE49-F238E27FC236}">
                <a16:creationId xmlns:a16="http://schemas.microsoft.com/office/drawing/2014/main" id="{C1BE8A0F-55A4-45F4-88C3-EB3E9B79F2D1}"/>
              </a:ext>
            </a:extLst>
          </p:cNvPr>
          <p:cNvSpPr>
            <a:spLocks xmlns:a="http://schemas.openxmlformats.org/drawingml/2006/main" noGrp="1"/>
          </p:cNvSpPr>
          <p:nvPr/>
        </p:nvSpPr>
        <p:spPr>
          <a:xfrm xmlns:a="http://schemas.openxmlformats.org/drawingml/2006/main" rot="0">
            <a:off x="2367000" y="592425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1042" name="data-path-1042">
            <a:extLst xmlns:a="http://schemas.openxmlformats.org/drawingml/2006/main">
              <a:ext uri="{FF2B5EF4-FFF2-40B4-BE49-F238E27FC236}">
                <a16:creationId xmlns:a16="http://schemas.microsoft.com/office/drawing/2014/main" id="{40BA4677-E75E-4158-AA7D-264FDCC78730}"/>
              </a:ext>
            </a:extLst>
          </p:cNvPr>
          <p:cNvSpPr>
            <a:spLocks xmlns:a="http://schemas.openxmlformats.org/drawingml/2006/main" noGrp="1"/>
          </p:cNvSpPr>
          <p:nvPr/>
        </p:nvSpPr>
        <p:spPr>
          <a:xfrm xmlns:a="http://schemas.openxmlformats.org/drawingml/2006/main">
            <a:off x="2596500" y="57015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043" name="text-1043">
            <a:extLst xmlns:a="http://schemas.openxmlformats.org/drawingml/2006/main">
              <a:ext uri="{FF2B5EF4-FFF2-40B4-BE49-F238E27FC236}">
                <a16:creationId xmlns:a16="http://schemas.microsoft.com/office/drawing/2014/main" id="{28AD74B5-7EF3-4B1D-82C6-63BC20701116}"/>
              </a:ext>
            </a:extLst>
          </p:cNvPr>
          <p:cNvSpPr>
            <a:spLocks xmlns:a="http://schemas.openxmlformats.org/drawingml/2006/main" noGrp="1"/>
          </p:cNvSpPr>
          <p:nvPr/>
        </p:nvSpPr>
        <p:spPr>
          <a:xfrm xmlns:a="http://schemas.openxmlformats.org/drawingml/2006/main" rot="0">
            <a:off x="2367000" y="56430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1044" name="text-1044">
            <a:extLst xmlns:a="http://schemas.openxmlformats.org/drawingml/2006/main">
              <a:ext uri="{FF2B5EF4-FFF2-40B4-BE49-F238E27FC236}">
                <a16:creationId xmlns:a16="http://schemas.microsoft.com/office/drawing/2014/main" id="{B10A1635-9DCF-4259-BE0E-F02383E31082}"/>
              </a:ext>
            </a:extLst>
          </p:cNvPr>
          <p:cNvSpPr>
            <a:spLocks xmlns:a="http://schemas.openxmlformats.org/drawingml/2006/main" noGrp="1"/>
          </p:cNvSpPr>
          <p:nvPr/>
        </p:nvSpPr>
        <p:spPr>
          <a:xfrm xmlns:a="http://schemas.openxmlformats.org/drawingml/2006/main" rot="0">
            <a:off x="2592000" y="7024500"/>
            <a:ext cx="15885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Predicted next-visit HI</a:t>
            </a:r>
          </a:p>
        </p:txBody>
      </p:sp>
      <p:sp>
        <p:nvSpPr>
          <p:cNvPr id="1045" name="text-1045">
            <a:extLst xmlns:a="http://schemas.openxmlformats.org/drawingml/2006/main">
              <a:ext uri="{FF2B5EF4-FFF2-40B4-BE49-F238E27FC236}">
                <a16:creationId xmlns:a16="http://schemas.microsoft.com/office/drawing/2014/main" id="{E71691EF-30C2-46B3-B10D-7B08BB2F5A33}"/>
              </a:ext>
            </a:extLst>
          </p:cNvPr>
          <p:cNvSpPr>
            <a:spLocks xmlns:a="http://schemas.openxmlformats.org/drawingml/2006/main" noGrp="1"/>
          </p:cNvSpPr>
          <p:nvPr/>
        </p:nvSpPr>
        <p:spPr>
          <a:xfrm xmlns:a="http://schemas.openxmlformats.org/drawingml/2006/main" rot="16200000">
            <a:off x="1899000" y="6196500"/>
            <a:ext cx="6750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Observed next-visit HI</a:t>
            </a:r>
          </a:p>
        </p:txBody>
      </p:sp>
      <p:sp>
        <p:nvSpPr>
          <p:cNvPr id="1046" name="data-path-1046">
            <a:extLst xmlns:a="http://schemas.openxmlformats.org/drawingml/2006/main">
              <a:ext uri="{FF2B5EF4-FFF2-40B4-BE49-F238E27FC236}">
                <a16:creationId xmlns:a16="http://schemas.microsoft.com/office/drawing/2014/main" id="{927BB68E-CFFD-48FB-9BD6-D516994AAA2E}"/>
              </a:ext>
            </a:extLst>
          </p:cNvPr>
          <p:cNvSpPr>
            <a:spLocks xmlns:a="http://schemas.openxmlformats.org/drawingml/2006/main" noGrp="1"/>
          </p:cNvSpPr>
          <p:nvPr/>
        </p:nvSpPr>
        <p:spPr>
          <a:xfrm xmlns:a="http://schemas.openxmlformats.org/drawingml/2006/main">
            <a:off x="2619000" y="5701500"/>
            <a:ext cx="1534500" cy="1125000"/>
          </a:xfrm>
          <a:custGeom xmlns:a="http://schemas.openxmlformats.org/drawingml/2006/main">
            <a:pathLst>
              <a:path w="1534500" h="1125000">
                <a:moveTo>
                  <a:pt x="0" y="1125000"/>
                </a:moveTo>
                <a:lnTo>
                  <a:pt x="1534500" y="0"/>
                </a:lnTo>
              </a:path>
            </a:pathLst>
          </a:custGeom>
          <a:noFill xmlns:a="http://schemas.openxmlformats.org/drawingml/2006/main"/>
          <a:ln xmlns:a="http://schemas.openxmlformats.org/drawingml/2006/main" w="8100">
            <a:solidFill>
              <a:srgbClr val="87999E"/>
            </a:solidFill>
          </a:ln>
        </p:spPr>
      </p:sp>
      <p:sp>
        <p:nvSpPr>
          <p:cNvPr id="1047" name="data-point-1047">
            <a:extLst xmlns:a="http://schemas.openxmlformats.org/drawingml/2006/main">
              <a:ext uri="{FF2B5EF4-FFF2-40B4-BE49-F238E27FC236}">
                <a16:creationId xmlns:a16="http://schemas.microsoft.com/office/drawing/2014/main" id="{84D5BFAB-435B-41AE-BED1-11D916D9CF0B}"/>
              </a:ext>
            </a:extLst>
          </p:cNvPr>
          <p:cNvSpPr>
            <a:spLocks xmlns:a="http://schemas.openxmlformats.org/drawingml/2006/main" noGrp="1"/>
          </p:cNvSpPr>
          <p:nvPr/>
        </p:nvSpPr>
        <p:spPr>
          <a:xfrm xmlns:a="http://schemas.openxmlformats.org/drawingml/2006/main">
            <a:off x="3296502" y="621488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48" name="data-point-1048">
            <a:extLst xmlns:a="http://schemas.openxmlformats.org/drawingml/2006/main">
              <a:ext uri="{FF2B5EF4-FFF2-40B4-BE49-F238E27FC236}">
                <a16:creationId xmlns:a16="http://schemas.microsoft.com/office/drawing/2014/main" id="{C44C63E6-9DA2-4C44-993A-820566EAC201}"/>
              </a:ext>
            </a:extLst>
          </p:cNvPr>
          <p:cNvSpPr>
            <a:spLocks xmlns:a="http://schemas.openxmlformats.org/drawingml/2006/main" noGrp="1"/>
          </p:cNvSpPr>
          <p:nvPr/>
        </p:nvSpPr>
        <p:spPr>
          <a:xfrm xmlns:a="http://schemas.openxmlformats.org/drawingml/2006/main">
            <a:off x="3386719" y="631346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49" name="data-point-1049">
            <a:extLst xmlns:a="http://schemas.openxmlformats.org/drawingml/2006/main">
              <a:ext uri="{FF2B5EF4-FFF2-40B4-BE49-F238E27FC236}">
                <a16:creationId xmlns:a16="http://schemas.microsoft.com/office/drawing/2014/main" id="{01CA3942-F9F4-408A-B432-EEE384288612}"/>
              </a:ext>
            </a:extLst>
          </p:cNvPr>
          <p:cNvSpPr>
            <a:spLocks xmlns:a="http://schemas.openxmlformats.org/drawingml/2006/main" noGrp="1"/>
          </p:cNvSpPr>
          <p:nvPr/>
        </p:nvSpPr>
        <p:spPr>
          <a:xfrm xmlns:a="http://schemas.openxmlformats.org/drawingml/2006/main">
            <a:off x="3318125" y="630247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50" name="data-point-1050">
            <a:extLst xmlns:a="http://schemas.openxmlformats.org/drawingml/2006/main">
              <a:ext uri="{FF2B5EF4-FFF2-40B4-BE49-F238E27FC236}">
                <a16:creationId xmlns:a16="http://schemas.microsoft.com/office/drawing/2014/main" id="{E3223ABF-3D02-43BA-834D-3F157BB25FDD}"/>
              </a:ext>
            </a:extLst>
          </p:cNvPr>
          <p:cNvSpPr>
            <a:spLocks xmlns:a="http://schemas.openxmlformats.org/drawingml/2006/main" noGrp="1"/>
          </p:cNvSpPr>
          <p:nvPr/>
        </p:nvSpPr>
        <p:spPr>
          <a:xfrm xmlns:a="http://schemas.openxmlformats.org/drawingml/2006/main">
            <a:off x="3836824" y="588026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51" name="data-point-1051">
            <a:extLst xmlns:a="http://schemas.openxmlformats.org/drawingml/2006/main">
              <a:ext uri="{FF2B5EF4-FFF2-40B4-BE49-F238E27FC236}">
                <a16:creationId xmlns:a16="http://schemas.microsoft.com/office/drawing/2014/main" id="{C2B8085E-0F2B-4453-8CE3-B4FBD0187766}"/>
              </a:ext>
            </a:extLst>
          </p:cNvPr>
          <p:cNvSpPr>
            <a:spLocks xmlns:a="http://schemas.openxmlformats.org/drawingml/2006/main" noGrp="1"/>
          </p:cNvSpPr>
          <p:nvPr/>
        </p:nvSpPr>
        <p:spPr>
          <a:xfrm xmlns:a="http://schemas.openxmlformats.org/drawingml/2006/main">
            <a:off x="3840733" y="591130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52" name="data-point-1052">
            <a:extLst xmlns:a="http://schemas.openxmlformats.org/drawingml/2006/main">
              <a:ext uri="{FF2B5EF4-FFF2-40B4-BE49-F238E27FC236}">
                <a16:creationId xmlns:a16="http://schemas.microsoft.com/office/drawing/2014/main" id="{8E9A3F36-6533-4D1A-A370-41EF5B689648}"/>
              </a:ext>
            </a:extLst>
          </p:cNvPr>
          <p:cNvSpPr>
            <a:spLocks xmlns:a="http://schemas.openxmlformats.org/drawingml/2006/main" noGrp="1"/>
          </p:cNvSpPr>
          <p:nvPr/>
        </p:nvSpPr>
        <p:spPr>
          <a:xfrm xmlns:a="http://schemas.openxmlformats.org/drawingml/2006/main">
            <a:off x="3800047" y="590254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53" name="data-point-1053">
            <a:extLst xmlns:a="http://schemas.openxmlformats.org/drawingml/2006/main">
              <a:ext uri="{FF2B5EF4-FFF2-40B4-BE49-F238E27FC236}">
                <a16:creationId xmlns:a16="http://schemas.microsoft.com/office/drawing/2014/main" id="{A601B09A-0D78-4613-8722-F1BC94F5A945}"/>
              </a:ext>
            </a:extLst>
          </p:cNvPr>
          <p:cNvSpPr>
            <a:spLocks xmlns:a="http://schemas.openxmlformats.org/drawingml/2006/main" noGrp="1"/>
          </p:cNvSpPr>
          <p:nvPr/>
        </p:nvSpPr>
        <p:spPr>
          <a:xfrm xmlns:a="http://schemas.openxmlformats.org/drawingml/2006/main">
            <a:off x="3519835" y="614759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54" name="data-point-1054">
            <a:extLst xmlns:a="http://schemas.openxmlformats.org/drawingml/2006/main">
              <a:ext uri="{FF2B5EF4-FFF2-40B4-BE49-F238E27FC236}">
                <a16:creationId xmlns:a16="http://schemas.microsoft.com/office/drawing/2014/main" id="{D074CE1A-10B3-4FA8-8018-710028702FD6}"/>
              </a:ext>
            </a:extLst>
          </p:cNvPr>
          <p:cNvSpPr>
            <a:spLocks xmlns:a="http://schemas.openxmlformats.org/drawingml/2006/main" noGrp="1"/>
          </p:cNvSpPr>
          <p:nvPr/>
        </p:nvSpPr>
        <p:spPr>
          <a:xfrm xmlns:a="http://schemas.openxmlformats.org/drawingml/2006/main">
            <a:off x="3511813" y="60131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55" name="data-point-1055">
            <a:extLst xmlns:a="http://schemas.openxmlformats.org/drawingml/2006/main">
              <a:ext uri="{FF2B5EF4-FFF2-40B4-BE49-F238E27FC236}">
                <a16:creationId xmlns:a16="http://schemas.microsoft.com/office/drawing/2014/main" id="{18B981F2-4B8F-4D33-8274-9643F3CCBE26}"/>
              </a:ext>
            </a:extLst>
          </p:cNvPr>
          <p:cNvSpPr>
            <a:spLocks xmlns:a="http://schemas.openxmlformats.org/drawingml/2006/main" noGrp="1"/>
          </p:cNvSpPr>
          <p:nvPr/>
        </p:nvSpPr>
        <p:spPr>
          <a:xfrm xmlns:a="http://schemas.openxmlformats.org/drawingml/2006/main">
            <a:off x="3609800" y="60448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56" name="data-point-1056">
            <a:extLst xmlns:a="http://schemas.openxmlformats.org/drawingml/2006/main">
              <a:ext uri="{FF2B5EF4-FFF2-40B4-BE49-F238E27FC236}">
                <a16:creationId xmlns:a16="http://schemas.microsoft.com/office/drawing/2014/main" id="{442AD899-A420-4C5A-80D3-F754648A7B17}"/>
              </a:ext>
            </a:extLst>
          </p:cNvPr>
          <p:cNvSpPr>
            <a:spLocks xmlns:a="http://schemas.openxmlformats.org/drawingml/2006/main" noGrp="1"/>
          </p:cNvSpPr>
          <p:nvPr/>
        </p:nvSpPr>
        <p:spPr>
          <a:xfrm xmlns:a="http://schemas.openxmlformats.org/drawingml/2006/main">
            <a:off x="3397299" y="627018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57" name="data-point-1057">
            <a:extLst xmlns:a="http://schemas.openxmlformats.org/drawingml/2006/main">
              <a:ext uri="{FF2B5EF4-FFF2-40B4-BE49-F238E27FC236}">
                <a16:creationId xmlns:a16="http://schemas.microsoft.com/office/drawing/2014/main" id="{A657BDE0-E967-486C-A7AC-F4A20BAC14DA}"/>
              </a:ext>
            </a:extLst>
          </p:cNvPr>
          <p:cNvSpPr>
            <a:spLocks xmlns:a="http://schemas.openxmlformats.org/drawingml/2006/main" noGrp="1"/>
          </p:cNvSpPr>
          <p:nvPr/>
        </p:nvSpPr>
        <p:spPr>
          <a:xfrm xmlns:a="http://schemas.openxmlformats.org/drawingml/2006/main">
            <a:off x="3345867" y="607920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58" name="data-point-1058">
            <a:extLst xmlns:a="http://schemas.openxmlformats.org/drawingml/2006/main">
              <a:ext uri="{FF2B5EF4-FFF2-40B4-BE49-F238E27FC236}">
                <a16:creationId xmlns:a16="http://schemas.microsoft.com/office/drawing/2014/main" id="{7EAF9223-E2E4-481E-BB44-E26B8459BAC8}"/>
              </a:ext>
            </a:extLst>
          </p:cNvPr>
          <p:cNvSpPr>
            <a:spLocks xmlns:a="http://schemas.openxmlformats.org/drawingml/2006/main" noGrp="1"/>
          </p:cNvSpPr>
          <p:nvPr/>
        </p:nvSpPr>
        <p:spPr>
          <a:xfrm xmlns:a="http://schemas.openxmlformats.org/drawingml/2006/main">
            <a:off x="3508214" y="621280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59" name="data-point-1059">
            <a:extLst xmlns:a="http://schemas.openxmlformats.org/drawingml/2006/main">
              <a:ext uri="{FF2B5EF4-FFF2-40B4-BE49-F238E27FC236}">
                <a16:creationId xmlns:a16="http://schemas.microsoft.com/office/drawing/2014/main" id="{1386C9D5-DAEE-4F89-BD58-F073B79ADC9E}"/>
              </a:ext>
            </a:extLst>
          </p:cNvPr>
          <p:cNvSpPr>
            <a:spLocks xmlns:a="http://schemas.openxmlformats.org/drawingml/2006/main" noGrp="1"/>
          </p:cNvSpPr>
          <p:nvPr/>
        </p:nvSpPr>
        <p:spPr>
          <a:xfrm xmlns:a="http://schemas.openxmlformats.org/drawingml/2006/main">
            <a:off x="3431980" y="620152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60" name="data-point-1060">
            <a:extLst xmlns:a="http://schemas.openxmlformats.org/drawingml/2006/main">
              <a:ext uri="{FF2B5EF4-FFF2-40B4-BE49-F238E27FC236}">
                <a16:creationId xmlns:a16="http://schemas.microsoft.com/office/drawing/2014/main" id="{B2D3C281-9BC3-49D1-801E-57465BE50E92}"/>
              </a:ext>
            </a:extLst>
          </p:cNvPr>
          <p:cNvSpPr>
            <a:spLocks xmlns:a="http://schemas.openxmlformats.org/drawingml/2006/main" noGrp="1"/>
          </p:cNvSpPr>
          <p:nvPr/>
        </p:nvSpPr>
        <p:spPr>
          <a:xfrm xmlns:a="http://schemas.openxmlformats.org/drawingml/2006/main">
            <a:off x="3446125" y="620323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61" name="data-point-1061">
            <a:extLst xmlns:a="http://schemas.openxmlformats.org/drawingml/2006/main">
              <a:ext uri="{FF2B5EF4-FFF2-40B4-BE49-F238E27FC236}">
                <a16:creationId xmlns:a16="http://schemas.microsoft.com/office/drawing/2014/main" id="{BD4A117A-CA0A-4276-8487-8ADD15770060}"/>
              </a:ext>
            </a:extLst>
          </p:cNvPr>
          <p:cNvSpPr>
            <a:spLocks xmlns:a="http://schemas.openxmlformats.org/drawingml/2006/main" noGrp="1"/>
          </p:cNvSpPr>
          <p:nvPr/>
        </p:nvSpPr>
        <p:spPr>
          <a:xfrm xmlns:a="http://schemas.openxmlformats.org/drawingml/2006/main">
            <a:off x="3426076" y="61114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62" name="data-point-1062">
            <a:extLst xmlns:a="http://schemas.openxmlformats.org/drawingml/2006/main">
              <a:ext uri="{FF2B5EF4-FFF2-40B4-BE49-F238E27FC236}">
                <a16:creationId xmlns:a16="http://schemas.microsoft.com/office/drawing/2014/main" id="{2F665910-9B9A-4C61-A73B-60F9200C5D55}"/>
              </a:ext>
            </a:extLst>
          </p:cNvPr>
          <p:cNvSpPr>
            <a:spLocks xmlns:a="http://schemas.openxmlformats.org/drawingml/2006/main" noGrp="1"/>
          </p:cNvSpPr>
          <p:nvPr/>
        </p:nvSpPr>
        <p:spPr>
          <a:xfrm xmlns:a="http://schemas.openxmlformats.org/drawingml/2006/main">
            <a:off x="3478345" y="608669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63" name="data-point-1063">
            <a:extLst xmlns:a="http://schemas.openxmlformats.org/drawingml/2006/main">
              <a:ext uri="{FF2B5EF4-FFF2-40B4-BE49-F238E27FC236}">
                <a16:creationId xmlns:a16="http://schemas.microsoft.com/office/drawing/2014/main" id="{BBFA3BEB-FA66-4149-8A1E-E2B5DDEAD1D3}"/>
              </a:ext>
            </a:extLst>
          </p:cNvPr>
          <p:cNvSpPr>
            <a:spLocks xmlns:a="http://schemas.openxmlformats.org/drawingml/2006/main" noGrp="1"/>
          </p:cNvSpPr>
          <p:nvPr/>
        </p:nvSpPr>
        <p:spPr>
          <a:xfrm xmlns:a="http://schemas.openxmlformats.org/drawingml/2006/main">
            <a:off x="3548600" y="590280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64" name="data-point-1064">
            <a:extLst xmlns:a="http://schemas.openxmlformats.org/drawingml/2006/main">
              <a:ext uri="{FF2B5EF4-FFF2-40B4-BE49-F238E27FC236}">
                <a16:creationId xmlns:a16="http://schemas.microsoft.com/office/drawing/2014/main" id="{361F710B-F16D-4A63-9B79-D55D3CBC7532}"/>
              </a:ext>
            </a:extLst>
          </p:cNvPr>
          <p:cNvSpPr>
            <a:spLocks xmlns:a="http://schemas.openxmlformats.org/drawingml/2006/main" noGrp="1"/>
          </p:cNvSpPr>
          <p:nvPr/>
        </p:nvSpPr>
        <p:spPr>
          <a:xfrm xmlns:a="http://schemas.openxmlformats.org/drawingml/2006/main">
            <a:off x="3739553" y="600704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65" name="data-point-1065">
            <a:extLst xmlns:a="http://schemas.openxmlformats.org/drawingml/2006/main">
              <a:ext uri="{FF2B5EF4-FFF2-40B4-BE49-F238E27FC236}">
                <a16:creationId xmlns:a16="http://schemas.microsoft.com/office/drawing/2014/main" id="{2E9F0C28-C49F-46A7-837F-3F6F16AE5830}"/>
              </a:ext>
            </a:extLst>
          </p:cNvPr>
          <p:cNvSpPr>
            <a:spLocks xmlns:a="http://schemas.openxmlformats.org/drawingml/2006/main" noGrp="1"/>
          </p:cNvSpPr>
          <p:nvPr/>
        </p:nvSpPr>
        <p:spPr>
          <a:xfrm xmlns:a="http://schemas.openxmlformats.org/drawingml/2006/main">
            <a:off x="3397767" y="624349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66" name="data-point-1066">
            <a:extLst xmlns:a="http://schemas.openxmlformats.org/drawingml/2006/main">
              <a:ext uri="{FF2B5EF4-FFF2-40B4-BE49-F238E27FC236}">
                <a16:creationId xmlns:a16="http://schemas.microsoft.com/office/drawing/2014/main" id="{C7FEF45B-E564-451F-9A78-5FD53A8EFC2C}"/>
              </a:ext>
            </a:extLst>
          </p:cNvPr>
          <p:cNvSpPr>
            <a:spLocks xmlns:a="http://schemas.openxmlformats.org/drawingml/2006/main" noGrp="1"/>
          </p:cNvSpPr>
          <p:nvPr/>
        </p:nvSpPr>
        <p:spPr>
          <a:xfrm xmlns:a="http://schemas.openxmlformats.org/drawingml/2006/main">
            <a:off x="3398625" y="623427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67" name="data-point-1067">
            <a:extLst xmlns:a="http://schemas.openxmlformats.org/drawingml/2006/main">
              <a:ext uri="{FF2B5EF4-FFF2-40B4-BE49-F238E27FC236}">
                <a16:creationId xmlns:a16="http://schemas.microsoft.com/office/drawing/2014/main" id="{44FA46A9-9D1C-4639-AA94-4F8882682ED6}"/>
              </a:ext>
            </a:extLst>
          </p:cNvPr>
          <p:cNvSpPr>
            <a:spLocks xmlns:a="http://schemas.openxmlformats.org/drawingml/2006/main" noGrp="1"/>
          </p:cNvSpPr>
          <p:nvPr/>
        </p:nvSpPr>
        <p:spPr>
          <a:xfrm xmlns:a="http://schemas.openxmlformats.org/drawingml/2006/main">
            <a:off x="3257718" y="645443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068" name="data-point-1068">
            <a:extLst xmlns:a="http://schemas.openxmlformats.org/drawingml/2006/main">
              <a:ext uri="{FF2B5EF4-FFF2-40B4-BE49-F238E27FC236}">
                <a16:creationId xmlns:a16="http://schemas.microsoft.com/office/drawing/2014/main" id="{078DE4FC-AE28-4971-BEAD-E9CBBB29D965}"/>
              </a:ext>
            </a:extLst>
          </p:cNvPr>
          <p:cNvSpPr>
            <a:spLocks xmlns:a="http://schemas.openxmlformats.org/drawingml/2006/main" noGrp="1"/>
          </p:cNvSpPr>
          <p:nvPr/>
        </p:nvSpPr>
        <p:spPr>
          <a:xfrm xmlns:a="http://schemas.openxmlformats.org/drawingml/2006/main">
            <a:off x="3158275" y="644539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069" name="data-point-1069">
            <a:extLst xmlns:a="http://schemas.openxmlformats.org/drawingml/2006/main">
              <a:ext uri="{FF2B5EF4-FFF2-40B4-BE49-F238E27FC236}">
                <a16:creationId xmlns:a16="http://schemas.microsoft.com/office/drawing/2014/main" id="{A4B62F71-A4BE-4D4B-881A-AF5301958F66}"/>
              </a:ext>
            </a:extLst>
          </p:cNvPr>
          <p:cNvSpPr>
            <a:spLocks xmlns:a="http://schemas.openxmlformats.org/drawingml/2006/main" noGrp="1"/>
          </p:cNvSpPr>
          <p:nvPr/>
        </p:nvSpPr>
        <p:spPr>
          <a:xfrm xmlns:a="http://schemas.openxmlformats.org/drawingml/2006/main">
            <a:off x="3437688" y="6213931"/>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70" name="data-point-1070">
            <a:extLst xmlns:a="http://schemas.openxmlformats.org/drawingml/2006/main">
              <a:ext uri="{FF2B5EF4-FFF2-40B4-BE49-F238E27FC236}">
                <a16:creationId xmlns:a16="http://schemas.microsoft.com/office/drawing/2014/main" id="{CA15865C-FCF8-459D-AF19-F0F68B285008}"/>
              </a:ext>
            </a:extLst>
          </p:cNvPr>
          <p:cNvSpPr>
            <a:spLocks xmlns:a="http://schemas.openxmlformats.org/drawingml/2006/main" noGrp="1"/>
          </p:cNvSpPr>
          <p:nvPr/>
        </p:nvSpPr>
        <p:spPr>
          <a:xfrm xmlns:a="http://schemas.openxmlformats.org/drawingml/2006/main">
            <a:off x="3421852" y="626770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71" name="data-point-1071">
            <a:extLst xmlns:a="http://schemas.openxmlformats.org/drawingml/2006/main">
              <a:ext uri="{FF2B5EF4-FFF2-40B4-BE49-F238E27FC236}">
                <a16:creationId xmlns:a16="http://schemas.microsoft.com/office/drawing/2014/main" id="{0DA9AFB9-739D-4FE8-8B45-E5A95281AFA5}"/>
              </a:ext>
            </a:extLst>
          </p:cNvPr>
          <p:cNvSpPr>
            <a:spLocks xmlns:a="http://schemas.openxmlformats.org/drawingml/2006/main" noGrp="1"/>
          </p:cNvSpPr>
          <p:nvPr/>
        </p:nvSpPr>
        <p:spPr>
          <a:xfrm xmlns:a="http://schemas.openxmlformats.org/drawingml/2006/main">
            <a:off x="3472843" y="61709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72" name="data-point-1072">
            <a:extLst xmlns:a="http://schemas.openxmlformats.org/drawingml/2006/main">
              <a:ext uri="{FF2B5EF4-FFF2-40B4-BE49-F238E27FC236}">
                <a16:creationId xmlns:a16="http://schemas.microsoft.com/office/drawing/2014/main" id="{BFBA196F-15CF-41CB-9AB5-3B145B194C5D}"/>
              </a:ext>
            </a:extLst>
          </p:cNvPr>
          <p:cNvSpPr>
            <a:spLocks xmlns:a="http://schemas.openxmlformats.org/drawingml/2006/main" noGrp="1"/>
          </p:cNvSpPr>
          <p:nvPr/>
        </p:nvSpPr>
        <p:spPr>
          <a:xfrm xmlns:a="http://schemas.openxmlformats.org/drawingml/2006/main">
            <a:off x="3470622" y="619940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73" name="data-point-1073">
            <a:extLst xmlns:a="http://schemas.openxmlformats.org/drawingml/2006/main">
              <a:ext uri="{FF2B5EF4-FFF2-40B4-BE49-F238E27FC236}">
                <a16:creationId xmlns:a16="http://schemas.microsoft.com/office/drawing/2014/main" id="{9B7D84F5-B1D0-429E-AE59-4F769C26FA08}"/>
              </a:ext>
            </a:extLst>
          </p:cNvPr>
          <p:cNvSpPr>
            <a:spLocks xmlns:a="http://schemas.openxmlformats.org/drawingml/2006/main" noGrp="1"/>
          </p:cNvSpPr>
          <p:nvPr/>
        </p:nvSpPr>
        <p:spPr>
          <a:xfrm xmlns:a="http://schemas.openxmlformats.org/drawingml/2006/main">
            <a:off x="3498248" y="619934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74" name="data-point-1074">
            <a:extLst xmlns:a="http://schemas.openxmlformats.org/drawingml/2006/main">
              <a:ext uri="{FF2B5EF4-FFF2-40B4-BE49-F238E27FC236}">
                <a16:creationId xmlns:a16="http://schemas.microsoft.com/office/drawing/2014/main" id="{921E1BEE-6679-4A8D-8CB0-BF3275497222}"/>
              </a:ext>
            </a:extLst>
          </p:cNvPr>
          <p:cNvSpPr>
            <a:spLocks xmlns:a="http://schemas.openxmlformats.org/drawingml/2006/main" noGrp="1"/>
          </p:cNvSpPr>
          <p:nvPr/>
        </p:nvSpPr>
        <p:spPr>
          <a:xfrm xmlns:a="http://schemas.openxmlformats.org/drawingml/2006/main">
            <a:off x="3472648" y="621835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75" name="data-point-1075">
            <a:extLst xmlns:a="http://schemas.openxmlformats.org/drawingml/2006/main">
              <a:ext uri="{FF2B5EF4-FFF2-40B4-BE49-F238E27FC236}">
                <a16:creationId xmlns:a16="http://schemas.microsoft.com/office/drawing/2014/main" id="{42616058-0C4A-4E79-A349-8171DC388FC4}"/>
              </a:ext>
            </a:extLst>
          </p:cNvPr>
          <p:cNvSpPr>
            <a:spLocks xmlns:a="http://schemas.openxmlformats.org/drawingml/2006/main" noGrp="1"/>
          </p:cNvSpPr>
          <p:nvPr/>
        </p:nvSpPr>
        <p:spPr>
          <a:xfrm xmlns:a="http://schemas.openxmlformats.org/drawingml/2006/main">
            <a:off x="3307691" y="636210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076" name="data-point-1076">
            <a:extLst xmlns:a="http://schemas.openxmlformats.org/drawingml/2006/main">
              <a:ext uri="{FF2B5EF4-FFF2-40B4-BE49-F238E27FC236}">
                <a16:creationId xmlns:a16="http://schemas.microsoft.com/office/drawing/2014/main" id="{9300A2DA-75BC-4102-950F-C4C1506DC804}"/>
              </a:ext>
            </a:extLst>
          </p:cNvPr>
          <p:cNvSpPr>
            <a:spLocks xmlns:a="http://schemas.openxmlformats.org/drawingml/2006/main" noGrp="1"/>
          </p:cNvSpPr>
          <p:nvPr/>
        </p:nvSpPr>
        <p:spPr>
          <a:xfrm xmlns:a="http://schemas.openxmlformats.org/drawingml/2006/main">
            <a:off x="3200906" y="628011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77" name="data-point-1077">
            <a:extLst xmlns:a="http://schemas.openxmlformats.org/drawingml/2006/main">
              <a:ext uri="{FF2B5EF4-FFF2-40B4-BE49-F238E27FC236}">
                <a16:creationId xmlns:a16="http://schemas.microsoft.com/office/drawing/2014/main" id="{0009F1F0-FF68-4CD7-937F-EF9789854E61}"/>
              </a:ext>
            </a:extLst>
          </p:cNvPr>
          <p:cNvSpPr>
            <a:spLocks xmlns:a="http://schemas.openxmlformats.org/drawingml/2006/main" noGrp="1"/>
          </p:cNvSpPr>
          <p:nvPr/>
        </p:nvSpPr>
        <p:spPr>
          <a:xfrm xmlns:a="http://schemas.openxmlformats.org/drawingml/2006/main">
            <a:off x="3498029" y="62851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78" name="data-point-1078">
            <a:extLst xmlns:a="http://schemas.openxmlformats.org/drawingml/2006/main">
              <a:ext uri="{FF2B5EF4-FFF2-40B4-BE49-F238E27FC236}">
                <a16:creationId xmlns:a16="http://schemas.microsoft.com/office/drawing/2014/main" id="{6A2F8634-20E3-4E66-AFC2-4E081E6549F6}"/>
              </a:ext>
            </a:extLst>
          </p:cNvPr>
          <p:cNvSpPr>
            <a:spLocks xmlns:a="http://schemas.openxmlformats.org/drawingml/2006/main" noGrp="1"/>
          </p:cNvSpPr>
          <p:nvPr/>
        </p:nvSpPr>
        <p:spPr>
          <a:xfrm xmlns:a="http://schemas.openxmlformats.org/drawingml/2006/main">
            <a:off x="3378211" y="605773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79" name="data-point-1079">
            <a:extLst xmlns:a="http://schemas.openxmlformats.org/drawingml/2006/main">
              <a:ext uri="{FF2B5EF4-FFF2-40B4-BE49-F238E27FC236}">
                <a16:creationId xmlns:a16="http://schemas.microsoft.com/office/drawing/2014/main" id="{0A6698E3-276D-47D9-B619-FED9D5A5B9F5}"/>
              </a:ext>
            </a:extLst>
          </p:cNvPr>
          <p:cNvSpPr>
            <a:spLocks xmlns:a="http://schemas.openxmlformats.org/drawingml/2006/main" noGrp="1"/>
          </p:cNvSpPr>
          <p:nvPr/>
        </p:nvSpPr>
        <p:spPr>
          <a:xfrm xmlns:a="http://schemas.openxmlformats.org/drawingml/2006/main">
            <a:off x="3515238" y="613015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80" name="data-point-1080">
            <a:extLst xmlns:a="http://schemas.openxmlformats.org/drawingml/2006/main">
              <a:ext uri="{FF2B5EF4-FFF2-40B4-BE49-F238E27FC236}">
                <a16:creationId xmlns:a16="http://schemas.microsoft.com/office/drawing/2014/main" id="{3F05A66D-86DE-44E2-904C-C58E640F5B1A}"/>
              </a:ext>
            </a:extLst>
          </p:cNvPr>
          <p:cNvSpPr>
            <a:spLocks xmlns:a="http://schemas.openxmlformats.org/drawingml/2006/main" noGrp="1"/>
          </p:cNvSpPr>
          <p:nvPr/>
        </p:nvSpPr>
        <p:spPr>
          <a:xfrm xmlns:a="http://schemas.openxmlformats.org/drawingml/2006/main">
            <a:off x="3438424" y="606243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81" name="data-point-1081">
            <a:extLst xmlns:a="http://schemas.openxmlformats.org/drawingml/2006/main">
              <a:ext uri="{FF2B5EF4-FFF2-40B4-BE49-F238E27FC236}">
                <a16:creationId xmlns:a16="http://schemas.microsoft.com/office/drawing/2014/main" id="{909F411C-E3B8-4DF7-957E-E265C7C80F19}"/>
              </a:ext>
            </a:extLst>
          </p:cNvPr>
          <p:cNvSpPr>
            <a:spLocks xmlns:a="http://schemas.openxmlformats.org/drawingml/2006/main" noGrp="1"/>
          </p:cNvSpPr>
          <p:nvPr/>
        </p:nvSpPr>
        <p:spPr>
          <a:xfrm xmlns:a="http://schemas.openxmlformats.org/drawingml/2006/main">
            <a:off x="3529215" y="605194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82" name="data-point-1082">
            <a:extLst xmlns:a="http://schemas.openxmlformats.org/drawingml/2006/main">
              <a:ext uri="{FF2B5EF4-FFF2-40B4-BE49-F238E27FC236}">
                <a16:creationId xmlns:a16="http://schemas.microsoft.com/office/drawing/2014/main" id="{662C3777-6A3A-4163-9B20-5A144A81A5D6}"/>
              </a:ext>
            </a:extLst>
          </p:cNvPr>
          <p:cNvSpPr>
            <a:spLocks xmlns:a="http://schemas.openxmlformats.org/drawingml/2006/main" noGrp="1"/>
          </p:cNvSpPr>
          <p:nvPr/>
        </p:nvSpPr>
        <p:spPr>
          <a:xfrm xmlns:a="http://schemas.openxmlformats.org/drawingml/2006/main">
            <a:off x="3609737" y="628115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83" name="data-point-1083">
            <a:extLst xmlns:a="http://schemas.openxmlformats.org/drawingml/2006/main">
              <a:ext uri="{FF2B5EF4-FFF2-40B4-BE49-F238E27FC236}">
                <a16:creationId xmlns:a16="http://schemas.microsoft.com/office/drawing/2014/main" id="{165255FB-269C-4C9F-9155-F5B70B610232}"/>
              </a:ext>
            </a:extLst>
          </p:cNvPr>
          <p:cNvSpPr>
            <a:spLocks xmlns:a="http://schemas.openxmlformats.org/drawingml/2006/main" noGrp="1"/>
          </p:cNvSpPr>
          <p:nvPr/>
        </p:nvSpPr>
        <p:spPr>
          <a:xfrm xmlns:a="http://schemas.openxmlformats.org/drawingml/2006/main">
            <a:off x="3145223" y="648650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084" name="data-point-1084">
            <a:extLst xmlns:a="http://schemas.openxmlformats.org/drawingml/2006/main">
              <a:ext uri="{FF2B5EF4-FFF2-40B4-BE49-F238E27FC236}">
                <a16:creationId xmlns:a16="http://schemas.microsoft.com/office/drawing/2014/main" id="{A608C437-2A95-48AB-AD3D-441EAB98DB83}"/>
              </a:ext>
            </a:extLst>
          </p:cNvPr>
          <p:cNvSpPr>
            <a:spLocks xmlns:a="http://schemas.openxmlformats.org/drawingml/2006/main" noGrp="1"/>
          </p:cNvSpPr>
          <p:nvPr/>
        </p:nvSpPr>
        <p:spPr>
          <a:xfrm xmlns:a="http://schemas.openxmlformats.org/drawingml/2006/main">
            <a:off x="3097548" y="640851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085" name="data-point-1085">
            <a:extLst xmlns:a="http://schemas.openxmlformats.org/drawingml/2006/main">
              <a:ext uri="{FF2B5EF4-FFF2-40B4-BE49-F238E27FC236}">
                <a16:creationId xmlns:a16="http://schemas.microsoft.com/office/drawing/2014/main" id="{70F81B63-9F78-474D-9A65-88165AF9E7A9}"/>
              </a:ext>
            </a:extLst>
          </p:cNvPr>
          <p:cNvSpPr>
            <a:spLocks xmlns:a="http://schemas.openxmlformats.org/drawingml/2006/main" noGrp="1"/>
          </p:cNvSpPr>
          <p:nvPr/>
        </p:nvSpPr>
        <p:spPr>
          <a:xfrm xmlns:a="http://schemas.openxmlformats.org/drawingml/2006/main">
            <a:off x="3145471" y="644567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086" name="data-point-1086">
            <a:extLst xmlns:a="http://schemas.openxmlformats.org/drawingml/2006/main">
              <a:ext uri="{FF2B5EF4-FFF2-40B4-BE49-F238E27FC236}">
                <a16:creationId xmlns:a16="http://schemas.microsoft.com/office/drawing/2014/main" id="{6BD26C07-C2A1-4E46-8321-47449A82B78A}"/>
              </a:ext>
            </a:extLst>
          </p:cNvPr>
          <p:cNvSpPr>
            <a:spLocks xmlns:a="http://schemas.openxmlformats.org/drawingml/2006/main" noGrp="1"/>
          </p:cNvSpPr>
          <p:nvPr/>
        </p:nvSpPr>
        <p:spPr>
          <a:xfrm xmlns:a="http://schemas.openxmlformats.org/drawingml/2006/main">
            <a:off x="3432750" y="628617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87" name="data-point-1087">
            <a:extLst xmlns:a="http://schemas.openxmlformats.org/drawingml/2006/main">
              <a:ext uri="{FF2B5EF4-FFF2-40B4-BE49-F238E27FC236}">
                <a16:creationId xmlns:a16="http://schemas.microsoft.com/office/drawing/2014/main" id="{93032AB4-FB50-4D5D-941B-25FD79885101}"/>
              </a:ext>
            </a:extLst>
          </p:cNvPr>
          <p:cNvSpPr>
            <a:spLocks xmlns:a="http://schemas.openxmlformats.org/drawingml/2006/main" noGrp="1"/>
          </p:cNvSpPr>
          <p:nvPr/>
        </p:nvSpPr>
        <p:spPr>
          <a:xfrm xmlns:a="http://schemas.openxmlformats.org/drawingml/2006/main">
            <a:off x="3339684" y="621373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88" name="data-point-1088">
            <a:extLst xmlns:a="http://schemas.openxmlformats.org/drawingml/2006/main">
              <a:ext uri="{FF2B5EF4-FFF2-40B4-BE49-F238E27FC236}">
                <a16:creationId xmlns:a16="http://schemas.microsoft.com/office/drawing/2014/main" id="{A7A15800-64C6-4EEC-BC9F-0C2D235C53AB}"/>
              </a:ext>
            </a:extLst>
          </p:cNvPr>
          <p:cNvSpPr>
            <a:spLocks xmlns:a="http://schemas.openxmlformats.org/drawingml/2006/main" noGrp="1"/>
          </p:cNvSpPr>
          <p:nvPr/>
        </p:nvSpPr>
        <p:spPr>
          <a:xfrm xmlns:a="http://schemas.openxmlformats.org/drawingml/2006/main">
            <a:off x="3395462" y="625828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89" name="data-point-1089">
            <a:extLst xmlns:a="http://schemas.openxmlformats.org/drawingml/2006/main">
              <a:ext uri="{FF2B5EF4-FFF2-40B4-BE49-F238E27FC236}">
                <a16:creationId xmlns:a16="http://schemas.microsoft.com/office/drawing/2014/main" id="{370048E7-8781-4D95-A886-FD6C305AF9EE}"/>
              </a:ext>
            </a:extLst>
          </p:cNvPr>
          <p:cNvSpPr>
            <a:spLocks xmlns:a="http://schemas.openxmlformats.org/drawingml/2006/main" noGrp="1"/>
          </p:cNvSpPr>
          <p:nvPr/>
        </p:nvSpPr>
        <p:spPr>
          <a:xfrm xmlns:a="http://schemas.openxmlformats.org/drawingml/2006/main">
            <a:off x="3296870" y="635541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090" name="data-point-1090">
            <a:extLst xmlns:a="http://schemas.openxmlformats.org/drawingml/2006/main">
              <a:ext uri="{FF2B5EF4-FFF2-40B4-BE49-F238E27FC236}">
                <a16:creationId xmlns:a16="http://schemas.microsoft.com/office/drawing/2014/main" id="{8C0846B2-5F34-4F7E-AAE0-1A7FDC3E0C61}"/>
              </a:ext>
            </a:extLst>
          </p:cNvPr>
          <p:cNvSpPr>
            <a:spLocks xmlns:a="http://schemas.openxmlformats.org/drawingml/2006/main" noGrp="1"/>
          </p:cNvSpPr>
          <p:nvPr/>
        </p:nvSpPr>
        <p:spPr>
          <a:xfrm xmlns:a="http://schemas.openxmlformats.org/drawingml/2006/main">
            <a:off x="3257594" y="623594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091" name="data-point-1091">
            <a:extLst xmlns:a="http://schemas.openxmlformats.org/drawingml/2006/main">
              <a:ext uri="{FF2B5EF4-FFF2-40B4-BE49-F238E27FC236}">
                <a16:creationId xmlns:a16="http://schemas.microsoft.com/office/drawing/2014/main" id="{906BE19C-D344-4A0B-8EBE-4F49B6D6EDE8}"/>
              </a:ext>
            </a:extLst>
          </p:cNvPr>
          <p:cNvSpPr>
            <a:spLocks xmlns:a="http://schemas.openxmlformats.org/drawingml/2006/main" noGrp="1"/>
          </p:cNvSpPr>
          <p:nvPr/>
        </p:nvSpPr>
        <p:spPr>
          <a:xfrm xmlns:a="http://schemas.openxmlformats.org/drawingml/2006/main">
            <a:off x="3204166" y="648526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092" name="data-point-1092">
            <a:extLst xmlns:a="http://schemas.openxmlformats.org/drawingml/2006/main">
              <a:ext uri="{FF2B5EF4-FFF2-40B4-BE49-F238E27FC236}">
                <a16:creationId xmlns:a16="http://schemas.microsoft.com/office/drawing/2014/main" id="{1EB26646-B35E-4A3E-9C26-26D4A259AFCC}"/>
              </a:ext>
            </a:extLst>
          </p:cNvPr>
          <p:cNvSpPr>
            <a:spLocks xmlns:a="http://schemas.openxmlformats.org/drawingml/2006/main" noGrp="1"/>
          </p:cNvSpPr>
          <p:nvPr/>
        </p:nvSpPr>
        <p:spPr>
          <a:xfrm xmlns:a="http://schemas.openxmlformats.org/drawingml/2006/main">
            <a:off x="3126791" y="64596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093" name="data-point-1093">
            <a:extLst xmlns:a="http://schemas.openxmlformats.org/drawingml/2006/main">
              <a:ext uri="{FF2B5EF4-FFF2-40B4-BE49-F238E27FC236}">
                <a16:creationId xmlns:a16="http://schemas.microsoft.com/office/drawing/2014/main" id="{4D095055-8244-4AD4-B685-27D1C37EDC6F}"/>
              </a:ext>
            </a:extLst>
          </p:cNvPr>
          <p:cNvSpPr>
            <a:spLocks xmlns:a="http://schemas.openxmlformats.org/drawingml/2006/main" noGrp="1"/>
          </p:cNvSpPr>
          <p:nvPr/>
        </p:nvSpPr>
        <p:spPr>
          <a:xfrm xmlns:a="http://schemas.openxmlformats.org/drawingml/2006/main">
            <a:off x="3106996" y="641452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094" name="data-point-1094">
            <a:extLst xmlns:a="http://schemas.openxmlformats.org/drawingml/2006/main">
              <a:ext uri="{FF2B5EF4-FFF2-40B4-BE49-F238E27FC236}">
                <a16:creationId xmlns:a16="http://schemas.microsoft.com/office/drawing/2014/main" id="{4D33FFA6-4E3B-4CFA-89E7-4F62F7F92ED4}"/>
              </a:ext>
            </a:extLst>
          </p:cNvPr>
          <p:cNvSpPr>
            <a:spLocks xmlns:a="http://schemas.openxmlformats.org/drawingml/2006/main" noGrp="1"/>
          </p:cNvSpPr>
          <p:nvPr/>
        </p:nvSpPr>
        <p:spPr>
          <a:xfrm xmlns:a="http://schemas.openxmlformats.org/drawingml/2006/main">
            <a:off x="3663019" y="596519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95" name="data-point-1095">
            <a:extLst xmlns:a="http://schemas.openxmlformats.org/drawingml/2006/main">
              <a:ext uri="{FF2B5EF4-FFF2-40B4-BE49-F238E27FC236}">
                <a16:creationId xmlns:a16="http://schemas.microsoft.com/office/drawing/2014/main" id="{E525AA40-C3C1-4538-9698-F65E7A21F0A5}"/>
              </a:ext>
            </a:extLst>
          </p:cNvPr>
          <p:cNvSpPr>
            <a:spLocks xmlns:a="http://schemas.openxmlformats.org/drawingml/2006/main" noGrp="1"/>
          </p:cNvSpPr>
          <p:nvPr/>
        </p:nvSpPr>
        <p:spPr>
          <a:xfrm xmlns:a="http://schemas.openxmlformats.org/drawingml/2006/main">
            <a:off x="3715490" y="605869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96" name="data-point-1096">
            <a:extLst xmlns:a="http://schemas.openxmlformats.org/drawingml/2006/main">
              <a:ext uri="{FF2B5EF4-FFF2-40B4-BE49-F238E27FC236}">
                <a16:creationId xmlns:a16="http://schemas.microsoft.com/office/drawing/2014/main" id="{86C5665E-3BFC-4F15-B2C1-017A88005AF5}"/>
              </a:ext>
            </a:extLst>
          </p:cNvPr>
          <p:cNvSpPr>
            <a:spLocks xmlns:a="http://schemas.openxmlformats.org/drawingml/2006/main" noGrp="1"/>
          </p:cNvSpPr>
          <p:nvPr/>
        </p:nvSpPr>
        <p:spPr>
          <a:xfrm xmlns:a="http://schemas.openxmlformats.org/drawingml/2006/main">
            <a:off x="3629403" y="60400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97" name="data-point-1097">
            <a:extLst xmlns:a="http://schemas.openxmlformats.org/drawingml/2006/main">
              <a:ext uri="{FF2B5EF4-FFF2-40B4-BE49-F238E27FC236}">
                <a16:creationId xmlns:a16="http://schemas.microsoft.com/office/drawing/2014/main" id="{B36E89FB-EC03-46F6-8F96-0FE3C6E23FCF}"/>
              </a:ext>
            </a:extLst>
          </p:cNvPr>
          <p:cNvSpPr>
            <a:spLocks xmlns:a="http://schemas.openxmlformats.org/drawingml/2006/main" noGrp="1"/>
          </p:cNvSpPr>
          <p:nvPr/>
        </p:nvSpPr>
        <p:spPr>
          <a:xfrm xmlns:a="http://schemas.openxmlformats.org/drawingml/2006/main">
            <a:off x="3628313" y="605138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98" name="data-point-1098">
            <a:extLst xmlns:a="http://schemas.openxmlformats.org/drawingml/2006/main">
              <a:ext uri="{FF2B5EF4-FFF2-40B4-BE49-F238E27FC236}">
                <a16:creationId xmlns:a16="http://schemas.microsoft.com/office/drawing/2014/main" id="{9BA42ED4-297D-4829-85EA-3213F77DB808}"/>
              </a:ext>
            </a:extLst>
          </p:cNvPr>
          <p:cNvSpPr>
            <a:spLocks xmlns:a="http://schemas.openxmlformats.org/drawingml/2006/main" noGrp="1"/>
          </p:cNvSpPr>
          <p:nvPr/>
        </p:nvSpPr>
        <p:spPr>
          <a:xfrm xmlns:a="http://schemas.openxmlformats.org/drawingml/2006/main">
            <a:off x="3636520" y="604048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099" name="data-point-1099">
            <a:extLst xmlns:a="http://schemas.openxmlformats.org/drawingml/2006/main">
              <a:ext uri="{FF2B5EF4-FFF2-40B4-BE49-F238E27FC236}">
                <a16:creationId xmlns:a16="http://schemas.microsoft.com/office/drawing/2014/main" id="{EDF66BC4-5C73-4D02-8161-515FCD0F0886}"/>
              </a:ext>
            </a:extLst>
          </p:cNvPr>
          <p:cNvSpPr>
            <a:spLocks xmlns:a="http://schemas.openxmlformats.org/drawingml/2006/main" noGrp="1"/>
          </p:cNvSpPr>
          <p:nvPr/>
        </p:nvSpPr>
        <p:spPr>
          <a:xfrm xmlns:a="http://schemas.openxmlformats.org/drawingml/2006/main">
            <a:off x="3166902" y="640479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00" name="data-point-1100">
            <a:extLst xmlns:a="http://schemas.openxmlformats.org/drawingml/2006/main">
              <a:ext uri="{FF2B5EF4-FFF2-40B4-BE49-F238E27FC236}">
                <a16:creationId xmlns:a16="http://schemas.microsoft.com/office/drawing/2014/main" id="{E06015A8-0E8D-4B05-AE73-14CAC8BFE3E6}"/>
              </a:ext>
            </a:extLst>
          </p:cNvPr>
          <p:cNvSpPr>
            <a:spLocks xmlns:a="http://schemas.openxmlformats.org/drawingml/2006/main" noGrp="1"/>
          </p:cNvSpPr>
          <p:nvPr/>
        </p:nvSpPr>
        <p:spPr>
          <a:xfrm xmlns:a="http://schemas.openxmlformats.org/drawingml/2006/main">
            <a:off x="3180324" y="644298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01" name="data-point-1101">
            <a:extLst xmlns:a="http://schemas.openxmlformats.org/drawingml/2006/main">
              <a:ext uri="{FF2B5EF4-FFF2-40B4-BE49-F238E27FC236}">
                <a16:creationId xmlns:a16="http://schemas.microsoft.com/office/drawing/2014/main" id="{4B1A5C79-B1F4-44AB-B611-EA545B7A71CE}"/>
              </a:ext>
            </a:extLst>
          </p:cNvPr>
          <p:cNvSpPr>
            <a:spLocks xmlns:a="http://schemas.openxmlformats.org/drawingml/2006/main" noGrp="1"/>
          </p:cNvSpPr>
          <p:nvPr/>
        </p:nvSpPr>
        <p:spPr>
          <a:xfrm xmlns:a="http://schemas.openxmlformats.org/drawingml/2006/main">
            <a:off x="3229639" y="631403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02" name="data-point-1102">
            <a:extLst xmlns:a="http://schemas.openxmlformats.org/drawingml/2006/main">
              <a:ext uri="{FF2B5EF4-FFF2-40B4-BE49-F238E27FC236}">
                <a16:creationId xmlns:a16="http://schemas.microsoft.com/office/drawing/2014/main" id="{8779262D-7615-4C25-B2B4-583630FE1D90}"/>
              </a:ext>
            </a:extLst>
          </p:cNvPr>
          <p:cNvSpPr>
            <a:spLocks xmlns:a="http://schemas.openxmlformats.org/drawingml/2006/main" noGrp="1"/>
          </p:cNvSpPr>
          <p:nvPr/>
        </p:nvSpPr>
        <p:spPr>
          <a:xfrm xmlns:a="http://schemas.openxmlformats.org/drawingml/2006/main">
            <a:off x="3275880" y="638748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03" name="data-point-1103">
            <a:extLst xmlns:a="http://schemas.openxmlformats.org/drawingml/2006/main">
              <a:ext uri="{FF2B5EF4-FFF2-40B4-BE49-F238E27FC236}">
                <a16:creationId xmlns:a16="http://schemas.microsoft.com/office/drawing/2014/main" id="{8599642F-526D-432A-8868-B7EFECC662FC}"/>
              </a:ext>
            </a:extLst>
          </p:cNvPr>
          <p:cNvSpPr>
            <a:spLocks xmlns:a="http://schemas.openxmlformats.org/drawingml/2006/main" noGrp="1"/>
          </p:cNvSpPr>
          <p:nvPr/>
        </p:nvSpPr>
        <p:spPr>
          <a:xfrm xmlns:a="http://schemas.openxmlformats.org/drawingml/2006/main">
            <a:off x="3294916" y="629995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04" name="data-point-1104">
            <a:extLst xmlns:a="http://schemas.openxmlformats.org/drawingml/2006/main">
              <a:ext uri="{FF2B5EF4-FFF2-40B4-BE49-F238E27FC236}">
                <a16:creationId xmlns:a16="http://schemas.microsoft.com/office/drawing/2014/main" id="{A16A3583-04FC-4BEB-A9E6-CEEED20D9DD9}"/>
              </a:ext>
            </a:extLst>
          </p:cNvPr>
          <p:cNvSpPr>
            <a:spLocks xmlns:a="http://schemas.openxmlformats.org/drawingml/2006/main" noGrp="1"/>
          </p:cNvSpPr>
          <p:nvPr/>
        </p:nvSpPr>
        <p:spPr>
          <a:xfrm xmlns:a="http://schemas.openxmlformats.org/drawingml/2006/main">
            <a:off x="3316412" y="639391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05" name="data-point-1105">
            <a:extLst xmlns:a="http://schemas.openxmlformats.org/drawingml/2006/main">
              <a:ext uri="{FF2B5EF4-FFF2-40B4-BE49-F238E27FC236}">
                <a16:creationId xmlns:a16="http://schemas.microsoft.com/office/drawing/2014/main" id="{8CA60E99-9041-4F53-AE7F-8CADC76B148D}"/>
              </a:ext>
            </a:extLst>
          </p:cNvPr>
          <p:cNvSpPr>
            <a:spLocks xmlns:a="http://schemas.openxmlformats.org/drawingml/2006/main" noGrp="1"/>
          </p:cNvSpPr>
          <p:nvPr/>
        </p:nvSpPr>
        <p:spPr>
          <a:xfrm xmlns:a="http://schemas.openxmlformats.org/drawingml/2006/main">
            <a:off x="3238950" y="631358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06" name="data-point-1106">
            <a:extLst xmlns:a="http://schemas.openxmlformats.org/drawingml/2006/main">
              <a:ext uri="{FF2B5EF4-FFF2-40B4-BE49-F238E27FC236}">
                <a16:creationId xmlns:a16="http://schemas.microsoft.com/office/drawing/2014/main" id="{43EC5C9A-E75D-4281-9993-4725AE5B9D6C}"/>
              </a:ext>
            </a:extLst>
          </p:cNvPr>
          <p:cNvSpPr>
            <a:spLocks xmlns:a="http://schemas.openxmlformats.org/drawingml/2006/main" noGrp="1"/>
          </p:cNvSpPr>
          <p:nvPr/>
        </p:nvSpPr>
        <p:spPr>
          <a:xfrm xmlns:a="http://schemas.openxmlformats.org/drawingml/2006/main">
            <a:off x="3268521" y="635024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07" name="data-point-1107">
            <a:extLst xmlns:a="http://schemas.openxmlformats.org/drawingml/2006/main">
              <a:ext uri="{FF2B5EF4-FFF2-40B4-BE49-F238E27FC236}">
                <a16:creationId xmlns:a16="http://schemas.microsoft.com/office/drawing/2014/main" id="{2CA5BE8F-BB29-4FF6-92D1-B187498D02F0}"/>
              </a:ext>
            </a:extLst>
          </p:cNvPr>
          <p:cNvSpPr>
            <a:spLocks xmlns:a="http://schemas.openxmlformats.org/drawingml/2006/main" noGrp="1"/>
          </p:cNvSpPr>
          <p:nvPr/>
        </p:nvSpPr>
        <p:spPr>
          <a:xfrm xmlns:a="http://schemas.openxmlformats.org/drawingml/2006/main">
            <a:off x="3386420" y="632284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08" name="data-point-1108">
            <a:extLst xmlns:a="http://schemas.openxmlformats.org/drawingml/2006/main">
              <a:ext uri="{FF2B5EF4-FFF2-40B4-BE49-F238E27FC236}">
                <a16:creationId xmlns:a16="http://schemas.microsoft.com/office/drawing/2014/main" id="{005C8E1E-A79E-499B-9933-5409AB7E4A18}"/>
              </a:ext>
            </a:extLst>
          </p:cNvPr>
          <p:cNvSpPr>
            <a:spLocks xmlns:a="http://schemas.openxmlformats.org/drawingml/2006/main" noGrp="1"/>
          </p:cNvSpPr>
          <p:nvPr/>
        </p:nvSpPr>
        <p:spPr>
          <a:xfrm xmlns:a="http://schemas.openxmlformats.org/drawingml/2006/main">
            <a:off x="3315519" y="626406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09" name="data-point-1109">
            <a:extLst xmlns:a="http://schemas.openxmlformats.org/drawingml/2006/main">
              <a:ext uri="{FF2B5EF4-FFF2-40B4-BE49-F238E27FC236}">
                <a16:creationId xmlns:a16="http://schemas.microsoft.com/office/drawing/2014/main" id="{117C76BA-D7B4-4687-8C65-E25B6CCE7E4E}"/>
              </a:ext>
            </a:extLst>
          </p:cNvPr>
          <p:cNvSpPr>
            <a:spLocks xmlns:a="http://schemas.openxmlformats.org/drawingml/2006/main" noGrp="1"/>
          </p:cNvSpPr>
          <p:nvPr/>
        </p:nvSpPr>
        <p:spPr>
          <a:xfrm xmlns:a="http://schemas.openxmlformats.org/drawingml/2006/main">
            <a:off x="3337271" y="629525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10" name="data-point-1110">
            <a:extLst xmlns:a="http://schemas.openxmlformats.org/drawingml/2006/main">
              <a:ext uri="{FF2B5EF4-FFF2-40B4-BE49-F238E27FC236}">
                <a16:creationId xmlns:a16="http://schemas.microsoft.com/office/drawing/2014/main" id="{F931D047-7053-4693-B6D5-3759C1435792}"/>
              </a:ext>
            </a:extLst>
          </p:cNvPr>
          <p:cNvSpPr>
            <a:spLocks xmlns:a="http://schemas.openxmlformats.org/drawingml/2006/main" noGrp="1"/>
          </p:cNvSpPr>
          <p:nvPr/>
        </p:nvSpPr>
        <p:spPr>
          <a:xfrm xmlns:a="http://schemas.openxmlformats.org/drawingml/2006/main">
            <a:off x="3328713" y="632341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11" name="data-point-1111">
            <a:extLst xmlns:a="http://schemas.openxmlformats.org/drawingml/2006/main">
              <a:ext uri="{FF2B5EF4-FFF2-40B4-BE49-F238E27FC236}">
                <a16:creationId xmlns:a16="http://schemas.microsoft.com/office/drawing/2014/main" id="{43A8E3E2-98F4-4C43-A0A6-13CC32DF36AB}"/>
              </a:ext>
            </a:extLst>
          </p:cNvPr>
          <p:cNvSpPr>
            <a:spLocks xmlns:a="http://schemas.openxmlformats.org/drawingml/2006/main" noGrp="1"/>
          </p:cNvSpPr>
          <p:nvPr/>
        </p:nvSpPr>
        <p:spPr>
          <a:xfrm xmlns:a="http://schemas.openxmlformats.org/drawingml/2006/main">
            <a:off x="3405601" y="61502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12" name="data-point-1112">
            <a:extLst xmlns:a="http://schemas.openxmlformats.org/drawingml/2006/main">
              <a:ext uri="{FF2B5EF4-FFF2-40B4-BE49-F238E27FC236}">
                <a16:creationId xmlns:a16="http://schemas.microsoft.com/office/drawing/2014/main" id="{884D8C12-C6E1-479C-AAA6-1C67E4F33FCD}"/>
              </a:ext>
            </a:extLst>
          </p:cNvPr>
          <p:cNvSpPr>
            <a:spLocks xmlns:a="http://schemas.openxmlformats.org/drawingml/2006/main" noGrp="1"/>
          </p:cNvSpPr>
          <p:nvPr/>
        </p:nvSpPr>
        <p:spPr>
          <a:xfrm xmlns:a="http://schemas.openxmlformats.org/drawingml/2006/main">
            <a:off x="3438270" y="6283311"/>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13" name="data-point-1113">
            <a:extLst xmlns:a="http://schemas.openxmlformats.org/drawingml/2006/main">
              <a:ext uri="{FF2B5EF4-FFF2-40B4-BE49-F238E27FC236}">
                <a16:creationId xmlns:a16="http://schemas.microsoft.com/office/drawing/2014/main" id="{EB1C9140-BB65-4ED1-9F08-F405D69FEEAB}"/>
              </a:ext>
            </a:extLst>
          </p:cNvPr>
          <p:cNvSpPr>
            <a:spLocks xmlns:a="http://schemas.openxmlformats.org/drawingml/2006/main" noGrp="1"/>
          </p:cNvSpPr>
          <p:nvPr/>
        </p:nvSpPr>
        <p:spPr>
          <a:xfrm xmlns:a="http://schemas.openxmlformats.org/drawingml/2006/main">
            <a:off x="3385441" y="638052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14" name="data-point-1114">
            <a:extLst xmlns:a="http://schemas.openxmlformats.org/drawingml/2006/main">
              <a:ext uri="{FF2B5EF4-FFF2-40B4-BE49-F238E27FC236}">
                <a16:creationId xmlns:a16="http://schemas.microsoft.com/office/drawing/2014/main" id="{50FA4B22-C11B-4090-97B7-5B2229014EAE}"/>
              </a:ext>
            </a:extLst>
          </p:cNvPr>
          <p:cNvSpPr>
            <a:spLocks xmlns:a="http://schemas.openxmlformats.org/drawingml/2006/main" noGrp="1"/>
          </p:cNvSpPr>
          <p:nvPr/>
        </p:nvSpPr>
        <p:spPr>
          <a:xfrm xmlns:a="http://schemas.openxmlformats.org/drawingml/2006/main">
            <a:off x="3676902" y="606795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15" name="data-point-1115">
            <a:extLst xmlns:a="http://schemas.openxmlformats.org/drawingml/2006/main">
              <a:ext uri="{FF2B5EF4-FFF2-40B4-BE49-F238E27FC236}">
                <a16:creationId xmlns:a16="http://schemas.microsoft.com/office/drawing/2014/main" id="{739E771B-7FF9-4994-8B81-41D878DC4F0A}"/>
              </a:ext>
            </a:extLst>
          </p:cNvPr>
          <p:cNvSpPr>
            <a:spLocks xmlns:a="http://schemas.openxmlformats.org/drawingml/2006/main" noGrp="1"/>
          </p:cNvSpPr>
          <p:nvPr/>
        </p:nvSpPr>
        <p:spPr>
          <a:xfrm xmlns:a="http://schemas.openxmlformats.org/drawingml/2006/main">
            <a:off x="3165202" y="642799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16" name="data-point-1116">
            <a:extLst xmlns:a="http://schemas.openxmlformats.org/drawingml/2006/main">
              <a:ext uri="{FF2B5EF4-FFF2-40B4-BE49-F238E27FC236}">
                <a16:creationId xmlns:a16="http://schemas.microsoft.com/office/drawing/2014/main" id="{101527A2-2715-4503-87C9-94CDB4122F08}"/>
              </a:ext>
            </a:extLst>
          </p:cNvPr>
          <p:cNvSpPr>
            <a:spLocks xmlns:a="http://schemas.openxmlformats.org/drawingml/2006/main" noGrp="1"/>
          </p:cNvSpPr>
          <p:nvPr/>
        </p:nvSpPr>
        <p:spPr>
          <a:xfrm xmlns:a="http://schemas.openxmlformats.org/drawingml/2006/main">
            <a:off x="3147717" y="651118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17" name="data-point-1117">
            <a:extLst xmlns:a="http://schemas.openxmlformats.org/drawingml/2006/main">
              <a:ext uri="{FF2B5EF4-FFF2-40B4-BE49-F238E27FC236}">
                <a16:creationId xmlns:a16="http://schemas.microsoft.com/office/drawing/2014/main" id="{7E9BBCBF-3D2B-4BB8-B025-8B530FDD89F8}"/>
              </a:ext>
            </a:extLst>
          </p:cNvPr>
          <p:cNvSpPr>
            <a:spLocks xmlns:a="http://schemas.openxmlformats.org/drawingml/2006/main" noGrp="1"/>
          </p:cNvSpPr>
          <p:nvPr/>
        </p:nvSpPr>
        <p:spPr>
          <a:xfrm xmlns:a="http://schemas.openxmlformats.org/drawingml/2006/main">
            <a:off x="3073698" y="642075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18" name="data-point-1118">
            <a:extLst xmlns:a="http://schemas.openxmlformats.org/drawingml/2006/main">
              <a:ext uri="{FF2B5EF4-FFF2-40B4-BE49-F238E27FC236}">
                <a16:creationId xmlns:a16="http://schemas.microsoft.com/office/drawing/2014/main" id="{94957816-C3C1-4A3D-B3E3-849C7817C17B}"/>
              </a:ext>
            </a:extLst>
          </p:cNvPr>
          <p:cNvSpPr>
            <a:spLocks xmlns:a="http://schemas.openxmlformats.org/drawingml/2006/main" noGrp="1"/>
          </p:cNvSpPr>
          <p:nvPr/>
        </p:nvSpPr>
        <p:spPr>
          <a:xfrm xmlns:a="http://schemas.openxmlformats.org/drawingml/2006/main">
            <a:off x="3095127" y="652061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19" name="data-point-1119">
            <a:extLst xmlns:a="http://schemas.openxmlformats.org/drawingml/2006/main">
              <a:ext uri="{FF2B5EF4-FFF2-40B4-BE49-F238E27FC236}">
                <a16:creationId xmlns:a16="http://schemas.microsoft.com/office/drawing/2014/main" id="{9C801EB1-6D2F-44A4-B52E-FA001542132B}"/>
              </a:ext>
            </a:extLst>
          </p:cNvPr>
          <p:cNvSpPr>
            <a:spLocks xmlns:a="http://schemas.openxmlformats.org/drawingml/2006/main" noGrp="1"/>
          </p:cNvSpPr>
          <p:nvPr/>
        </p:nvSpPr>
        <p:spPr>
          <a:xfrm xmlns:a="http://schemas.openxmlformats.org/drawingml/2006/main">
            <a:off x="3066405" y="644741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20" name="data-point-1120">
            <a:extLst xmlns:a="http://schemas.openxmlformats.org/drawingml/2006/main">
              <a:ext uri="{FF2B5EF4-FFF2-40B4-BE49-F238E27FC236}">
                <a16:creationId xmlns:a16="http://schemas.microsoft.com/office/drawing/2014/main" id="{DC00954F-9D98-4F0B-907B-E2AD7E9C07B5}"/>
              </a:ext>
            </a:extLst>
          </p:cNvPr>
          <p:cNvSpPr>
            <a:spLocks xmlns:a="http://schemas.openxmlformats.org/drawingml/2006/main" noGrp="1"/>
          </p:cNvSpPr>
          <p:nvPr/>
        </p:nvSpPr>
        <p:spPr>
          <a:xfrm xmlns:a="http://schemas.openxmlformats.org/drawingml/2006/main">
            <a:off x="3096787" y="645929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21" name="data-point-1121">
            <a:extLst xmlns:a="http://schemas.openxmlformats.org/drawingml/2006/main">
              <a:ext uri="{FF2B5EF4-FFF2-40B4-BE49-F238E27FC236}">
                <a16:creationId xmlns:a16="http://schemas.microsoft.com/office/drawing/2014/main" id="{BCA8F71A-43ED-4047-8E42-2FDA8BAAC571}"/>
              </a:ext>
            </a:extLst>
          </p:cNvPr>
          <p:cNvSpPr>
            <a:spLocks xmlns:a="http://schemas.openxmlformats.org/drawingml/2006/main" noGrp="1"/>
          </p:cNvSpPr>
          <p:nvPr/>
        </p:nvSpPr>
        <p:spPr>
          <a:xfrm xmlns:a="http://schemas.openxmlformats.org/drawingml/2006/main">
            <a:off x="3459420" y="629142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22" name="data-point-1122">
            <a:extLst xmlns:a="http://schemas.openxmlformats.org/drawingml/2006/main">
              <a:ext uri="{FF2B5EF4-FFF2-40B4-BE49-F238E27FC236}">
                <a16:creationId xmlns:a16="http://schemas.microsoft.com/office/drawing/2014/main" id="{EFF07340-F878-4EAC-B55B-4E92E30D0278}"/>
              </a:ext>
            </a:extLst>
          </p:cNvPr>
          <p:cNvSpPr>
            <a:spLocks xmlns:a="http://schemas.openxmlformats.org/drawingml/2006/main" noGrp="1"/>
          </p:cNvSpPr>
          <p:nvPr/>
        </p:nvSpPr>
        <p:spPr>
          <a:xfrm xmlns:a="http://schemas.openxmlformats.org/drawingml/2006/main">
            <a:off x="3363713" y="606352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23" name="data-point-1123">
            <a:extLst xmlns:a="http://schemas.openxmlformats.org/drawingml/2006/main">
              <a:ext uri="{FF2B5EF4-FFF2-40B4-BE49-F238E27FC236}">
                <a16:creationId xmlns:a16="http://schemas.microsoft.com/office/drawing/2014/main" id="{4B9D1EAA-4825-47AE-AFD5-7DAAB06A22BA}"/>
              </a:ext>
            </a:extLst>
          </p:cNvPr>
          <p:cNvSpPr>
            <a:spLocks xmlns:a="http://schemas.openxmlformats.org/drawingml/2006/main" noGrp="1"/>
          </p:cNvSpPr>
          <p:nvPr/>
        </p:nvSpPr>
        <p:spPr>
          <a:xfrm xmlns:a="http://schemas.openxmlformats.org/drawingml/2006/main">
            <a:off x="3525594" y="629769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24" name="data-point-1124">
            <a:extLst xmlns:a="http://schemas.openxmlformats.org/drawingml/2006/main">
              <a:ext uri="{FF2B5EF4-FFF2-40B4-BE49-F238E27FC236}">
                <a16:creationId xmlns:a16="http://schemas.microsoft.com/office/drawing/2014/main" id="{E2423337-5377-4E74-AD16-5CEAC6D38088}"/>
              </a:ext>
            </a:extLst>
          </p:cNvPr>
          <p:cNvSpPr>
            <a:spLocks xmlns:a="http://schemas.openxmlformats.org/drawingml/2006/main" noGrp="1"/>
          </p:cNvSpPr>
          <p:nvPr/>
        </p:nvSpPr>
        <p:spPr>
          <a:xfrm xmlns:a="http://schemas.openxmlformats.org/drawingml/2006/main">
            <a:off x="3351679" y="636865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25" name="data-point-1125">
            <a:extLst xmlns:a="http://schemas.openxmlformats.org/drawingml/2006/main">
              <a:ext uri="{FF2B5EF4-FFF2-40B4-BE49-F238E27FC236}">
                <a16:creationId xmlns:a16="http://schemas.microsoft.com/office/drawing/2014/main" id="{897AF214-A8B6-42F1-96C1-A4610EE4E700}"/>
              </a:ext>
            </a:extLst>
          </p:cNvPr>
          <p:cNvSpPr>
            <a:spLocks xmlns:a="http://schemas.openxmlformats.org/drawingml/2006/main" noGrp="1"/>
          </p:cNvSpPr>
          <p:nvPr/>
        </p:nvSpPr>
        <p:spPr>
          <a:xfrm xmlns:a="http://schemas.openxmlformats.org/drawingml/2006/main">
            <a:off x="3270860" y="639514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26" name="data-point-1126">
            <a:extLst xmlns:a="http://schemas.openxmlformats.org/drawingml/2006/main">
              <a:ext uri="{FF2B5EF4-FFF2-40B4-BE49-F238E27FC236}">
                <a16:creationId xmlns:a16="http://schemas.microsoft.com/office/drawing/2014/main" id="{35AF65E0-167F-4A7A-A8EE-6AC7C9302EDB}"/>
              </a:ext>
            </a:extLst>
          </p:cNvPr>
          <p:cNvSpPr>
            <a:spLocks xmlns:a="http://schemas.openxmlformats.org/drawingml/2006/main" noGrp="1"/>
          </p:cNvSpPr>
          <p:nvPr/>
        </p:nvSpPr>
        <p:spPr>
          <a:xfrm xmlns:a="http://schemas.openxmlformats.org/drawingml/2006/main">
            <a:off x="3204382" y="629273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27" name="data-point-1127">
            <a:extLst xmlns:a="http://schemas.openxmlformats.org/drawingml/2006/main">
              <a:ext uri="{FF2B5EF4-FFF2-40B4-BE49-F238E27FC236}">
                <a16:creationId xmlns:a16="http://schemas.microsoft.com/office/drawing/2014/main" id="{5CC2700C-B23A-459B-AF39-75F334C17E91}"/>
              </a:ext>
            </a:extLst>
          </p:cNvPr>
          <p:cNvSpPr>
            <a:spLocks xmlns:a="http://schemas.openxmlformats.org/drawingml/2006/main" noGrp="1"/>
          </p:cNvSpPr>
          <p:nvPr/>
        </p:nvSpPr>
        <p:spPr>
          <a:xfrm xmlns:a="http://schemas.openxmlformats.org/drawingml/2006/main">
            <a:off x="3358261" y="616839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28" name="data-point-1128">
            <a:extLst xmlns:a="http://schemas.openxmlformats.org/drawingml/2006/main">
              <a:ext uri="{FF2B5EF4-FFF2-40B4-BE49-F238E27FC236}">
                <a16:creationId xmlns:a16="http://schemas.microsoft.com/office/drawing/2014/main" id="{B5400FC8-CFCC-4263-B926-67E7808EC810}"/>
              </a:ext>
            </a:extLst>
          </p:cNvPr>
          <p:cNvSpPr>
            <a:spLocks xmlns:a="http://schemas.openxmlformats.org/drawingml/2006/main" noGrp="1"/>
          </p:cNvSpPr>
          <p:nvPr/>
        </p:nvSpPr>
        <p:spPr>
          <a:xfrm xmlns:a="http://schemas.openxmlformats.org/drawingml/2006/main">
            <a:off x="3449750" y="61380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29" name="data-point-1129">
            <a:extLst xmlns:a="http://schemas.openxmlformats.org/drawingml/2006/main">
              <a:ext uri="{FF2B5EF4-FFF2-40B4-BE49-F238E27FC236}">
                <a16:creationId xmlns:a16="http://schemas.microsoft.com/office/drawing/2014/main" id="{3C527B69-ED25-41F7-9398-C9949D572071}"/>
              </a:ext>
            </a:extLst>
          </p:cNvPr>
          <p:cNvSpPr>
            <a:spLocks xmlns:a="http://schemas.openxmlformats.org/drawingml/2006/main" noGrp="1"/>
          </p:cNvSpPr>
          <p:nvPr/>
        </p:nvSpPr>
        <p:spPr>
          <a:xfrm xmlns:a="http://schemas.openxmlformats.org/drawingml/2006/main">
            <a:off x="3497448" y="612361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30" name="data-point-1130">
            <a:extLst xmlns:a="http://schemas.openxmlformats.org/drawingml/2006/main">
              <a:ext uri="{FF2B5EF4-FFF2-40B4-BE49-F238E27FC236}">
                <a16:creationId xmlns:a16="http://schemas.microsoft.com/office/drawing/2014/main" id="{94ACAF66-0689-4EF6-9BFC-A557B82863A3}"/>
              </a:ext>
            </a:extLst>
          </p:cNvPr>
          <p:cNvSpPr>
            <a:spLocks xmlns:a="http://schemas.openxmlformats.org/drawingml/2006/main" noGrp="1"/>
          </p:cNvSpPr>
          <p:nvPr/>
        </p:nvSpPr>
        <p:spPr>
          <a:xfrm xmlns:a="http://schemas.openxmlformats.org/drawingml/2006/main">
            <a:off x="3453964" y="623609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31" name="data-point-1131">
            <a:extLst xmlns:a="http://schemas.openxmlformats.org/drawingml/2006/main">
              <a:ext uri="{FF2B5EF4-FFF2-40B4-BE49-F238E27FC236}">
                <a16:creationId xmlns:a16="http://schemas.microsoft.com/office/drawing/2014/main" id="{9F166775-87DE-4815-B91E-E7DFC77B85AA}"/>
              </a:ext>
            </a:extLst>
          </p:cNvPr>
          <p:cNvSpPr>
            <a:spLocks xmlns:a="http://schemas.openxmlformats.org/drawingml/2006/main" noGrp="1"/>
          </p:cNvSpPr>
          <p:nvPr/>
        </p:nvSpPr>
        <p:spPr>
          <a:xfrm xmlns:a="http://schemas.openxmlformats.org/drawingml/2006/main">
            <a:off x="3397504" y="621254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32" name="data-point-1132">
            <a:extLst xmlns:a="http://schemas.openxmlformats.org/drawingml/2006/main">
              <a:ext uri="{FF2B5EF4-FFF2-40B4-BE49-F238E27FC236}">
                <a16:creationId xmlns:a16="http://schemas.microsoft.com/office/drawing/2014/main" id="{9E2D0D4A-C07A-401F-AE9C-92E1348C42EF}"/>
              </a:ext>
            </a:extLst>
          </p:cNvPr>
          <p:cNvSpPr>
            <a:spLocks xmlns:a="http://schemas.openxmlformats.org/drawingml/2006/main" noGrp="1"/>
          </p:cNvSpPr>
          <p:nvPr/>
        </p:nvSpPr>
        <p:spPr>
          <a:xfrm xmlns:a="http://schemas.openxmlformats.org/drawingml/2006/main">
            <a:off x="3376446" y="625402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33" name="data-point-1133">
            <a:extLst xmlns:a="http://schemas.openxmlformats.org/drawingml/2006/main">
              <a:ext uri="{FF2B5EF4-FFF2-40B4-BE49-F238E27FC236}">
                <a16:creationId xmlns:a16="http://schemas.microsoft.com/office/drawing/2014/main" id="{DB178444-7E9A-4AB2-BA67-73C3842103CE}"/>
              </a:ext>
            </a:extLst>
          </p:cNvPr>
          <p:cNvSpPr>
            <a:spLocks xmlns:a="http://schemas.openxmlformats.org/drawingml/2006/main" noGrp="1"/>
          </p:cNvSpPr>
          <p:nvPr/>
        </p:nvSpPr>
        <p:spPr>
          <a:xfrm xmlns:a="http://schemas.openxmlformats.org/drawingml/2006/main">
            <a:off x="3348347" y="627811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34" name="data-point-1134">
            <a:extLst xmlns:a="http://schemas.openxmlformats.org/drawingml/2006/main">
              <a:ext uri="{FF2B5EF4-FFF2-40B4-BE49-F238E27FC236}">
                <a16:creationId xmlns:a16="http://schemas.microsoft.com/office/drawing/2014/main" id="{A686579F-A835-473B-B50F-5BBDBFC5CA33}"/>
              </a:ext>
            </a:extLst>
          </p:cNvPr>
          <p:cNvSpPr>
            <a:spLocks xmlns:a="http://schemas.openxmlformats.org/drawingml/2006/main" noGrp="1"/>
          </p:cNvSpPr>
          <p:nvPr/>
        </p:nvSpPr>
        <p:spPr>
          <a:xfrm xmlns:a="http://schemas.openxmlformats.org/drawingml/2006/main">
            <a:off x="3414509" y="624250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35" name="data-point-1135">
            <a:extLst xmlns:a="http://schemas.openxmlformats.org/drawingml/2006/main">
              <a:ext uri="{FF2B5EF4-FFF2-40B4-BE49-F238E27FC236}">
                <a16:creationId xmlns:a16="http://schemas.microsoft.com/office/drawing/2014/main" id="{9E3D35F2-0F18-4D3B-B608-AD60F4CD6375}"/>
              </a:ext>
            </a:extLst>
          </p:cNvPr>
          <p:cNvSpPr>
            <a:spLocks xmlns:a="http://schemas.openxmlformats.org/drawingml/2006/main" noGrp="1"/>
          </p:cNvSpPr>
          <p:nvPr/>
        </p:nvSpPr>
        <p:spPr>
          <a:xfrm xmlns:a="http://schemas.openxmlformats.org/drawingml/2006/main">
            <a:off x="3393170" y="62532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36" name="data-point-1136">
            <a:extLst xmlns:a="http://schemas.openxmlformats.org/drawingml/2006/main">
              <a:ext uri="{FF2B5EF4-FFF2-40B4-BE49-F238E27FC236}">
                <a16:creationId xmlns:a16="http://schemas.microsoft.com/office/drawing/2014/main" id="{79E3DF9D-C472-4F52-AA50-3F34DADC9657}"/>
              </a:ext>
            </a:extLst>
          </p:cNvPr>
          <p:cNvSpPr>
            <a:spLocks xmlns:a="http://schemas.openxmlformats.org/drawingml/2006/main" noGrp="1"/>
          </p:cNvSpPr>
          <p:nvPr/>
        </p:nvSpPr>
        <p:spPr>
          <a:xfrm xmlns:a="http://schemas.openxmlformats.org/drawingml/2006/main">
            <a:off x="3420607" y="601041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37" name="data-point-1137">
            <a:extLst xmlns:a="http://schemas.openxmlformats.org/drawingml/2006/main">
              <a:ext uri="{FF2B5EF4-FFF2-40B4-BE49-F238E27FC236}">
                <a16:creationId xmlns:a16="http://schemas.microsoft.com/office/drawing/2014/main" id="{C75A15B0-6A7D-45B5-B393-01A778800505}"/>
              </a:ext>
            </a:extLst>
          </p:cNvPr>
          <p:cNvSpPr>
            <a:spLocks xmlns:a="http://schemas.openxmlformats.org/drawingml/2006/main" noGrp="1"/>
          </p:cNvSpPr>
          <p:nvPr/>
        </p:nvSpPr>
        <p:spPr>
          <a:xfrm xmlns:a="http://schemas.openxmlformats.org/drawingml/2006/main">
            <a:off x="3574259" y="604200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38" name="data-point-1138">
            <a:extLst xmlns:a="http://schemas.openxmlformats.org/drawingml/2006/main">
              <a:ext uri="{FF2B5EF4-FFF2-40B4-BE49-F238E27FC236}">
                <a16:creationId xmlns:a16="http://schemas.microsoft.com/office/drawing/2014/main" id="{3F10582F-38A6-44D2-81B4-FF41844B4F5B}"/>
              </a:ext>
            </a:extLst>
          </p:cNvPr>
          <p:cNvSpPr>
            <a:spLocks xmlns:a="http://schemas.openxmlformats.org/drawingml/2006/main" noGrp="1"/>
          </p:cNvSpPr>
          <p:nvPr/>
        </p:nvSpPr>
        <p:spPr>
          <a:xfrm xmlns:a="http://schemas.openxmlformats.org/drawingml/2006/main">
            <a:off x="3639473" y="611839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39" name="data-point-1139">
            <a:extLst xmlns:a="http://schemas.openxmlformats.org/drawingml/2006/main">
              <a:ext uri="{FF2B5EF4-FFF2-40B4-BE49-F238E27FC236}">
                <a16:creationId xmlns:a16="http://schemas.microsoft.com/office/drawing/2014/main" id="{E0E3077F-BB69-4D66-941D-EC96FE3F7F0F}"/>
              </a:ext>
            </a:extLst>
          </p:cNvPr>
          <p:cNvSpPr>
            <a:spLocks xmlns:a="http://schemas.openxmlformats.org/drawingml/2006/main" noGrp="1"/>
          </p:cNvSpPr>
          <p:nvPr/>
        </p:nvSpPr>
        <p:spPr>
          <a:xfrm xmlns:a="http://schemas.openxmlformats.org/drawingml/2006/main">
            <a:off x="3078585" y="658216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40" name="data-point-1140">
            <a:extLst xmlns:a="http://schemas.openxmlformats.org/drawingml/2006/main">
              <a:ext uri="{FF2B5EF4-FFF2-40B4-BE49-F238E27FC236}">
                <a16:creationId xmlns:a16="http://schemas.microsoft.com/office/drawing/2014/main" id="{24FD6F99-2397-4126-B25B-9CAE281921AB}"/>
              </a:ext>
            </a:extLst>
          </p:cNvPr>
          <p:cNvSpPr>
            <a:spLocks xmlns:a="http://schemas.openxmlformats.org/drawingml/2006/main" noGrp="1"/>
          </p:cNvSpPr>
          <p:nvPr/>
        </p:nvSpPr>
        <p:spPr>
          <a:xfrm xmlns:a="http://schemas.openxmlformats.org/drawingml/2006/main">
            <a:off x="2975301" y="653248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41" name="data-point-1141">
            <a:extLst xmlns:a="http://schemas.openxmlformats.org/drawingml/2006/main">
              <a:ext uri="{FF2B5EF4-FFF2-40B4-BE49-F238E27FC236}">
                <a16:creationId xmlns:a16="http://schemas.microsoft.com/office/drawing/2014/main" id="{B066BF77-4A61-42F6-AECE-C283309EC1CF}"/>
              </a:ext>
            </a:extLst>
          </p:cNvPr>
          <p:cNvSpPr>
            <a:spLocks xmlns:a="http://schemas.openxmlformats.org/drawingml/2006/main" noGrp="1"/>
          </p:cNvSpPr>
          <p:nvPr/>
        </p:nvSpPr>
        <p:spPr>
          <a:xfrm xmlns:a="http://schemas.openxmlformats.org/drawingml/2006/main">
            <a:off x="3003358" y="651951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42" name="data-point-1142">
            <a:extLst xmlns:a="http://schemas.openxmlformats.org/drawingml/2006/main">
              <a:ext uri="{FF2B5EF4-FFF2-40B4-BE49-F238E27FC236}">
                <a16:creationId xmlns:a16="http://schemas.microsoft.com/office/drawing/2014/main" id="{B8D504DF-8440-4C4C-BCF9-C1ECA0CD2AA9}"/>
              </a:ext>
            </a:extLst>
          </p:cNvPr>
          <p:cNvSpPr>
            <a:spLocks xmlns:a="http://schemas.openxmlformats.org/drawingml/2006/main" noGrp="1"/>
          </p:cNvSpPr>
          <p:nvPr/>
        </p:nvSpPr>
        <p:spPr>
          <a:xfrm xmlns:a="http://schemas.openxmlformats.org/drawingml/2006/main">
            <a:off x="3322068" y="636859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43" name="data-point-1143">
            <a:extLst xmlns:a="http://schemas.openxmlformats.org/drawingml/2006/main">
              <a:ext uri="{FF2B5EF4-FFF2-40B4-BE49-F238E27FC236}">
                <a16:creationId xmlns:a16="http://schemas.microsoft.com/office/drawing/2014/main" id="{71E57F31-8DD8-4A60-8C34-E0585423E1B1}"/>
              </a:ext>
            </a:extLst>
          </p:cNvPr>
          <p:cNvSpPr>
            <a:spLocks xmlns:a="http://schemas.openxmlformats.org/drawingml/2006/main" noGrp="1"/>
          </p:cNvSpPr>
          <p:nvPr/>
        </p:nvSpPr>
        <p:spPr>
          <a:xfrm xmlns:a="http://schemas.openxmlformats.org/drawingml/2006/main">
            <a:off x="3264141" y="634360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44" name="data-point-1144">
            <a:extLst xmlns:a="http://schemas.openxmlformats.org/drawingml/2006/main">
              <a:ext uri="{FF2B5EF4-FFF2-40B4-BE49-F238E27FC236}">
                <a16:creationId xmlns:a16="http://schemas.microsoft.com/office/drawing/2014/main" id="{C6A08F5C-EC15-4BD5-A469-ACBEAB5008C0}"/>
              </a:ext>
            </a:extLst>
          </p:cNvPr>
          <p:cNvSpPr>
            <a:spLocks xmlns:a="http://schemas.openxmlformats.org/drawingml/2006/main" noGrp="1"/>
          </p:cNvSpPr>
          <p:nvPr/>
        </p:nvSpPr>
        <p:spPr>
          <a:xfrm xmlns:a="http://schemas.openxmlformats.org/drawingml/2006/main">
            <a:off x="3249103" y="643532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45" name="data-point-1145">
            <a:extLst xmlns:a="http://schemas.openxmlformats.org/drawingml/2006/main">
              <a:ext uri="{FF2B5EF4-FFF2-40B4-BE49-F238E27FC236}">
                <a16:creationId xmlns:a16="http://schemas.microsoft.com/office/drawing/2014/main" id="{11B55977-3EB8-4EF5-B300-8CDD7CDC8CBE}"/>
              </a:ext>
            </a:extLst>
          </p:cNvPr>
          <p:cNvSpPr>
            <a:spLocks xmlns:a="http://schemas.openxmlformats.org/drawingml/2006/main" noGrp="1"/>
          </p:cNvSpPr>
          <p:nvPr/>
        </p:nvSpPr>
        <p:spPr>
          <a:xfrm xmlns:a="http://schemas.openxmlformats.org/drawingml/2006/main">
            <a:off x="3088689" y="642293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46" name="data-point-1146">
            <a:extLst xmlns:a="http://schemas.openxmlformats.org/drawingml/2006/main">
              <a:ext uri="{FF2B5EF4-FFF2-40B4-BE49-F238E27FC236}">
                <a16:creationId xmlns:a16="http://schemas.microsoft.com/office/drawing/2014/main" id="{399E3EC7-BF16-4E3D-A71C-7BC705EB70A0}"/>
              </a:ext>
            </a:extLst>
          </p:cNvPr>
          <p:cNvSpPr>
            <a:spLocks xmlns:a="http://schemas.openxmlformats.org/drawingml/2006/main" noGrp="1"/>
          </p:cNvSpPr>
          <p:nvPr/>
        </p:nvSpPr>
        <p:spPr>
          <a:xfrm xmlns:a="http://schemas.openxmlformats.org/drawingml/2006/main">
            <a:off x="3612854" y="612762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47" name="data-point-1147">
            <a:extLst xmlns:a="http://schemas.openxmlformats.org/drawingml/2006/main">
              <a:ext uri="{FF2B5EF4-FFF2-40B4-BE49-F238E27FC236}">
                <a16:creationId xmlns:a16="http://schemas.microsoft.com/office/drawing/2014/main" id="{A967DB46-58B1-4A63-8870-5482885AC52C}"/>
              </a:ext>
            </a:extLst>
          </p:cNvPr>
          <p:cNvSpPr>
            <a:spLocks xmlns:a="http://schemas.openxmlformats.org/drawingml/2006/main" noGrp="1"/>
          </p:cNvSpPr>
          <p:nvPr/>
        </p:nvSpPr>
        <p:spPr>
          <a:xfrm xmlns:a="http://schemas.openxmlformats.org/drawingml/2006/main">
            <a:off x="3542784" y="598234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48" name="data-point-1148">
            <a:extLst xmlns:a="http://schemas.openxmlformats.org/drawingml/2006/main">
              <a:ext uri="{FF2B5EF4-FFF2-40B4-BE49-F238E27FC236}">
                <a16:creationId xmlns:a16="http://schemas.microsoft.com/office/drawing/2014/main" id="{9215A8D4-CF37-407B-8F55-E7E746320442}"/>
              </a:ext>
            </a:extLst>
          </p:cNvPr>
          <p:cNvSpPr>
            <a:spLocks xmlns:a="http://schemas.openxmlformats.org/drawingml/2006/main" noGrp="1"/>
          </p:cNvSpPr>
          <p:nvPr/>
        </p:nvSpPr>
        <p:spPr>
          <a:xfrm xmlns:a="http://schemas.openxmlformats.org/drawingml/2006/main">
            <a:off x="3152624" y="640014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49" name="data-point-1149">
            <a:extLst xmlns:a="http://schemas.openxmlformats.org/drawingml/2006/main">
              <a:ext uri="{FF2B5EF4-FFF2-40B4-BE49-F238E27FC236}">
                <a16:creationId xmlns:a16="http://schemas.microsoft.com/office/drawing/2014/main" id="{3FEFAB8A-9C7A-4111-B356-4C5BBFBE5AE4}"/>
              </a:ext>
            </a:extLst>
          </p:cNvPr>
          <p:cNvSpPr>
            <a:spLocks xmlns:a="http://schemas.openxmlformats.org/drawingml/2006/main" noGrp="1"/>
          </p:cNvSpPr>
          <p:nvPr/>
        </p:nvSpPr>
        <p:spPr>
          <a:xfrm xmlns:a="http://schemas.openxmlformats.org/drawingml/2006/main">
            <a:off x="3680414" y="61970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50" name="data-point-1150">
            <a:extLst xmlns:a="http://schemas.openxmlformats.org/drawingml/2006/main">
              <a:ext uri="{FF2B5EF4-FFF2-40B4-BE49-F238E27FC236}">
                <a16:creationId xmlns:a16="http://schemas.microsoft.com/office/drawing/2014/main" id="{5087D6FE-6552-4029-A708-8248B0C4044C}"/>
              </a:ext>
            </a:extLst>
          </p:cNvPr>
          <p:cNvSpPr>
            <a:spLocks xmlns:a="http://schemas.openxmlformats.org/drawingml/2006/main" noGrp="1"/>
          </p:cNvSpPr>
          <p:nvPr/>
        </p:nvSpPr>
        <p:spPr>
          <a:xfrm xmlns:a="http://schemas.openxmlformats.org/drawingml/2006/main">
            <a:off x="3522028" y="602158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51" name="data-point-1151">
            <a:extLst xmlns:a="http://schemas.openxmlformats.org/drawingml/2006/main">
              <a:ext uri="{FF2B5EF4-FFF2-40B4-BE49-F238E27FC236}">
                <a16:creationId xmlns:a16="http://schemas.microsoft.com/office/drawing/2014/main" id="{F8518594-8F1A-4099-AD1D-BB734B7BB89B}"/>
              </a:ext>
            </a:extLst>
          </p:cNvPr>
          <p:cNvSpPr>
            <a:spLocks xmlns:a="http://schemas.openxmlformats.org/drawingml/2006/main" noGrp="1"/>
          </p:cNvSpPr>
          <p:nvPr/>
        </p:nvSpPr>
        <p:spPr>
          <a:xfrm xmlns:a="http://schemas.openxmlformats.org/drawingml/2006/main">
            <a:off x="3586658" y="60399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52" name="data-point-1152">
            <a:extLst xmlns:a="http://schemas.openxmlformats.org/drawingml/2006/main">
              <a:ext uri="{FF2B5EF4-FFF2-40B4-BE49-F238E27FC236}">
                <a16:creationId xmlns:a16="http://schemas.microsoft.com/office/drawing/2014/main" id="{EF9CABD4-C7D7-4750-8FCB-055156BC7845}"/>
              </a:ext>
            </a:extLst>
          </p:cNvPr>
          <p:cNvSpPr>
            <a:spLocks xmlns:a="http://schemas.openxmlformats.org/drawingml/2006/main" noGrp="1"/>
          </p:cNvSpPr>
          <p:nvPr/>
        </p:nvSpPr>
        <p:spPr>
          <a:xfrm xmlns:a="http://schemas.openxmlformats.org/drawingml/2006/main">
            <a:off x="3551267" y="608005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53" name="data-point-1153">
            <a:extLst xmlns:a="http://schemas.openxmlformats.org/drawingml/2006/main">
              <a:ext uri="{FF2B5EF4-FFF2-40B4-BE49-F238E27FC236}">
                <a16:creationId xmlns:a16="http://schemas.microsoft.com/office/drawing/2014/main" id="{606FBF77-8CDA-4B35-9D47-F679F46B7D61}"/>
              </a:ext>
            </a:extLst>
          </p:cNvPr>
          <p:cNvSpPr>
            <a:spLocks xmlns:a="http://schemas.openxmlformats.org/drawingml/2006/main" noGrp="1"/>
          </p:cNvSpPr>
          <p:nvPr/>
        </p:nvSpPr>
        <p:spPr>
          <a:xfrm xmlns:a="http://schemas.openxmlformats.org/drawingml/2006/main">
            <a:off x="3572792" y="611324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54" name="data-point-1154">
            <a:extLst xmlns:a="http://schemas.openxmlformats.org/drawingml/2006/main">
              <a:ext uri="{FF2B5EF4-FFF2-40B4-BE49-F238E27FC236}">
                <a16:creationId xmlns:a16="http://schemas.microsoft.com/office/drawing/2014/main" id="{167753EE-9582-4BEC-9750-FE1C7B0CFD02}"/>
              </a:ext>
            </a:extLst>
          </p:cNvPr>
          <p:cNvSpPr>
            <a:spLocks xmlns:a="http://schemas.openxmlformats.org/drawingml/2006/main" noGrp="1"/>
          </p:cNvSpPr>
          <p:nvPr/>
        </p:nvSpPr>
        <p:spPr>
          <a:xfrm xmlns:a="http://schemas.openxmlformats.org/drawingml/2006/main">
            <a:off x="3566825" y="605998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55" name="data-point-1155">
            <a:extLst xmlns:a="http://schemas.openxmlformats.org/drawingml/2006/main">
              <a:ext uri="{FF2B5EF4-FFF2-40B4-BE49-F238E27FC236}">
                <a16:creationId xmlns:a16="http://schemas.microsoft.com/office/drawing/2014/main" id="{C8F8EF1C-EA60-489D-94E4-96C88986FBE1}"/>
              </a:ext>
            </a:extLst>
          </p:cNvPr>
          <p:cNvSpPr>
            <a:spLocks xmlns:a="http://schemas.openxmlformats.org/drawingml/2006/main" noGrp="1"/>
          </p:cNvSpPr>
          <p:nvPr/>
        </p:nvSpPr>
        <p:spPr>
          <a:xfrm xmlns:a="http://schemas.openxmlformats.org/drawingml/2006/main">
            <a:off x="3490701" y="600861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56" name="data-point-1156">
            <a:extLst xmlns:a="http://schemas.openxmlformats.org/drawingml/2006/main">
              <a:ext uri="{FF2B5EF4-FFF2-40B4-BE49-F238E27FC236}">
                <a16:creationId xmlns:a16="http://schemas.microsoft.com/office/drawing/2014/main" id="{5E3584F3-E609-4786-860A-E7BDFBA45ABA}"/>
              </a:ext>
            </a:extLst>
          </p:cNvPr>
          <p:cNvSpPr>
            <a:spLocks xmlns:a="http://schemas.openxmlformats.org/drawingml/2006/main" noGrp="1"/>
          </p:cNvSpPr>
          <p:nvPr/>
        </p:nvSpPr>
        <p:spPr>
          <a:xfrm xmlns:a="http://schemas.openxmlformats.org/drawingml/2006/main">
            <a:off x="3611392" y="614083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57" name="data-point-1157">
            <a:extLst xmlns:a="http://schemas.openxmlformats.org/drawingml/2006/main">
              <a:ext uri="{FF2B5EF4-FFF2-40B4-BE49-F238E27FC236}">
                <a16:creationId xmlns:a16="http://schemas.microsoft.com/office/drawing/2014/main" id="{64E726AA-2512-4392-B4D5-9B26B0E75398}"/>
              </a:ext>
            </a:extLst>
          </p:cNvPr>
          <p:cNvSpPr>
            <a:spLocks xmlns:a="http://schemas.openxmlformats.org/drawingml/2006/main" noGrp="1"/>
          </p:cNvSpPr>
          <p:nvPr/>
        </p:nvSpPr>
        <p:spPr>
          <a:xfrm xmlns:a="http://schemas.openxmlformats.org/drawingml/2006/main">
            <a:off x="3560535" y="600922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58" name="data-point-1158">
            <a:extLst xmlns:a="http://schemas.openxmlformats.org/drawingml/2006/main">
              <a:ext uri="{FF2B5EF4-FFF2-40B4-BE49-F238E27FC236}">
                <a16:creationId xmlns:a16="http://schemas.microsoft.com/office/drawing/2014/main" id="{78FD11D3-AB21-4A28-90EB-67933E0F0285}"/>
              </a:ext>
            </a:extLst>
          </p:cNvPr>
          <p:cNvSpPr>
            <a:spLocks xmlns:a="http://schemas.openxmlformats.org/drawingml/2006/main" noGrp="1"/>
          </p:cNvSpPr>
          <p:nvPr/>
        </p:nvSpPr>
        <p:spPr>
          <a:xfrm xmlns:a="http://schemas.openxmlformats.org/drawingml/2006/main">
            <a:off x="3617476" y="601394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59" name="data-point-1159">
            <a:extLst xmlns:a="http://schemas.openxmlformats.org/drawingml/2006/main">
              <a:ext uri="{FF2B5EF4-FFF2-40B4-BE49-F238E27FC236}">
                <a16:creationId xmlns:a16="http://schemas.microsoft.com/office/drawing/2014/main" id="{54B5725E-26BD-4069-B476-FFF461206808}"/>
              </a:ext>
            </a:extLst>
          </p:cNvPr>
          <p:cNvSpPr>
            <a:spLocks xmlns:a="http://schemas.openxmlformats.org/drawingml/2006/main" noGrp="1"/>
          </p:cNvSpPr>
          <p:nvPr/>
        </p:nvSpPr>
        <p:spPr>
          <a:xfrm xmlns:a="http://schemas.openxmlformats.org/drawingml/2006/main">
            <a:off x="3099225" y="651747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60" name="data-point-1160">
            <a:extLst xmlns:a="http://schemas.openxmlformats.org/drawingml/2006/main">
              <a:ext uri="{FF2B5EF4-FFF2-40B4-BE49-F238E27FC236}">
                <a16:creationId xmlns:a16="http://schemas.microsoft.com/office/drawing/2014/main" id="{FB522FA3-A786-43B6-86AA-CDF923F00FD4}"/>
              </a:ext>
            </a:extLst>
          </p:cNvPr>
          <p:cNvSpPr>
            <a:spLocks xmlns:a="http://schemas.openxmlformats.org/drawingml/2006/main" noGrp="1"/>
          </p:cNvSpPr>
          <p:nvPr/>
        </p:nvSpPr>
        <p:spPr>
          <a:xfrm xmlns:a="http://schemas.openxmlformats.org/drawingml/2006/main">
            <a:off x="3058610" y="646183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61" name="data-point-1161">
            <a:extLst xmlns:a="http://schemas.openxmlformats.org/drawingml/2006/main">
              <a:ext uri="{FF2B5EF4-FFF2-40B4-BE49-F238E27FC236}">
                <a16:creationId xmlns:a16="http://schemas.microsoft.com/office/drawing/2014/main" id="{0C084AC3-A3BB-4214-B2C1-C2F78412F24C}"/>
              </a:ext>
            </a:extLst>
          </p:cNvPr>
          <p:cNvSpPr>
            <a:spLocks xmlns:a="http://schemas.openxmlformats.org/drawingml/2006/main" noGrp="1"/>
          </p:cNvSpPr>
          <p:nvPr/>
        </p:nvSpPr>
        <p:spPr>
          <a:xfrm xmlns:a="http://schemas.openxmlformats.org/drawingml/2006/main">
            <a:off x="3075478" y="639246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62" name="data-point-1162">
            <a:extLst xmlns:a="http://schemas.openxmlformats.org/drawingml/2006/main">
              <a:ext uri="{FF2B5EF4-FFF2-40B4-BE49-F238E27FC236}">
                <a16:creationId xmlns:a16="http://schemas.microsoft.com/office/drawing/2014/main" id="{D686F1FF-264D-40EE-9465-D028B17FBCE6}"/>
              </a:ext>
            </a:extLst>
          </p:cNvPr>
          <p:cNvSpPr>
            <a:spLocks xmlns:a="http://schemas.openxmlformats.org/drawingml/2006/main" noGrp="1"/>
          </p:cNvSpPr>
          <p:nvPr/>
        </p:nvSpPr>
        <p:spPr>
          <a:xfrm xmlns:a="http://schemas.openxmlformats.org/drawingml/2006/main">
            <a:off x="3480716" y="618137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63" name="data-point-1163">
            <a:extLst xmlns:a="http://schemas.openxmlformats.org/drawingml/2006/main">
              <a:ext uri="{FF2B5EF4-FFF2-40B4-BE49-F238E27FC236}">
                <a16:creationId xmlns:a16="http://schemas.microsoft.com/office/drawing/2014/main" id="{738D4BDA-86CE-40A7-9BF1-DBE03CBB4509}"/>
              </a:ext>
            </a:extLst>
          </p:cNvPr>
          <p:cNvSpPr>
            <a:spLocks xmlns:a="http://schemas.openxmlformats.org/drawingml/2006/main" noGrp="1"/>
          </p:cNvSpPr>
          <p:nvPr/>
        </p:nvSpPr>
        <p:spPr>
          <a:xfrm xmlns:a="http://schemas.openxmlformats.org/drawingml/2006/main">
            <a:off x="3278358" y="636785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64" name="data-point-1164">
            <a:extLst xmlns:a="http://schemas.openxmlformats.org/drawingml/2006/main">
              <a:ext uri="{FF2B5EF4-FFF2-40B4-BE49-F238E27FC236}">
                <a16:creationId xmlns:a16="http://schemas.microsoft.com/office/drawing/2014/main" id="{E7EDEF5A-39A6-48E1-97BF-31B277F91131}"/>
              </a:ext>
            </a:extLst>
          </p:cNvPr>
          <p:cNvSpPr>
            <a:spLocks xmlns:a="http://schemas.openxmlformats.org/drawingml/2006/main" noGrp="1"/>
          </p:cNvSpPr>
          <p:nvPr/>
        </p:nvSpPr>
        <p:spPr>
          <a:xfrm xmlns:a="http://schemas.openxmlformats.org/drawingml/2006/main">
            <a:off x="3243141" y="633955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65" name="data-point-1165">
            <a:extLst xmlns:a="http://schemas.openxmlformats.org/drawingml/2006/main">
              <a:ext uri="{FF2B5EF4-FFF2-40B4-BE49-F238E27FC236}">
                <a16:creationId xmlns:a16="http://schemas.microsoft.com/office/drawing/2014/main" id="{91739DCE-9CC5-4678-919B-3AD7248EA68F}"/>
              </a:ext>
            </a:extLst>
          </p:cNvPr>
          <p:cNvSpPr>
            <a:spLocks xmlns:a="http://schemas.openxmlformats.org/drawingml/2006/main" noGrp="1"/>
          </p:cNvSpPr>
          <p:nvPr/>
        </p:nvSpPr>
        <p:spPr>
          <a:xfrm xmlns:a="http://schemas.openxmlformats.org/drawingml/2006/main">
            <a:off x="3293414" y="623780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66" name="data-point-1166">
            <a:extLst xmlns:a="http://schemas.openxmlformats.org/drawingml/2006/main">
              <a:ext uri="{FF2B5EF4-FFF2-40B4-BE49-F238E27FC236}">
                <a16:creationId xmlns:a16="http://schemas.microsoft.com/office/drawing/2014/main" id="{A2D66109-C506-4DC5-A0D0-E78843DAE201}"/>
              </a:ext>
            </a:extLst>
          </p:cNvPr>
          <p:cNvSpPr>
            <a:spLocks xmlns:a="http://schemas.openxmlformats.org/drawingml/2006/main" noGrp="1"/>
          </p:cNvSpPr>
          <p:nvPr/>
        </p:nvSpPr>
        <p:spPr>
          <a:xfrm xmlns:a="http://schemas.openxmlformats.org/drawingml/2006/main">
            <a:off x="3448250" y="635654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67" name="data-point-1167">
            <a:extLst xmlns:a="http://schemas.openxmlformats.org/drawingml/2006/main">
              <a:ext uri="{FF2B5EF4-FFF2-40B4-BE49-F238E27FC236}">
                <a16:creationId xmlns:a16="http://schemas.microsoft.com/office/drawing/2014/main" id="{8A127D28-56A4-4CD1-8602-410D8745D7A8}"/>
              </a:ext>
            </a:extLst>
          </p:cNvPr>
          <p:cNvSpPr>
            <a:spLocks xmlns:a="http://schemas.openxmlformats.org/drawingml/2006/main" noGrp="1"/>
          </p:cNvSpPr>
          <p:nvPr/>
        </p:nvSpPr>
        <p:spPr>
          <a:xfrm xmlns:a="http://schemas.openxmlformats.org/drawingml/2006/main">
            <a:off x="3312150" y="638826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68" name="data-point-1168">
            <a:extLst xmlns:a="http://schemas.openxmlformats.org/drawingml/2006/main">
              <a:ext uri="{FF2B5EF4-FFF2-40B4-BE49-F238E27FC236}">
                <a16:creationId xmlns:a16="http://schemas.microsoft.com/office/drawing/2014/main" id="{EF932018-E6E9-4C40-8D1C-BD8EAA24B3AB}"/>
              </a:ext>
            </a:extLst>
          </p:cNvPr>
          <p:cNvSpPr>
            <a:spLocks xmlns:a="http://schemas.openxmlformats.org/drawingml/2006/main" noGrp="1"/>
          </p:cNvSpPr>
          <p:nvPr/>
        </p:nvSpPr>
        <p:spPr>
          <a:xfrm xmlns:a="http://schemas.openxmlformats.org/drawingml/2006/main">
            <a:off x="2956922" y="651869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69" name="data-point-1169">
            <a:extLst xmlns:a="http://schemas.openxmlformats.org/drawingml/2006/main">
              <a:ext uri="{FF2B5EF4-FFF2-40B4-BE49-F238E27FC236}">
                <a16:creationId xmlns:a16="http://schemas.microsoft.com/office/drawing/2014/main" id="{D87FD2F9-60B9-4B04-92C4-52CD7F2759C4}"/>
              </a:ext>
            </a:extLst>
          </p:cNvPr>
          <p:cNvSpPr>
            <a:spLocks xmlns:a="http://schemas.openxmlformats.org/drawingml/2006/main" noGrp="1"/>
          </p:cNvSpPr>
          <p:nvPr/>
        </p:nvSpPr>
        <p:spPr>
          <a:xfrm xmlns:a="http://schemas.openxmlformats.org/drawingml/2006/main">
            <a:off x="3029492" y="65909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70" name="data-point-1170">
            <a:extLst xmlns:a="http://schemas.openxmlformats.org/drawingml/2006/main">
              <a:ext uri="{FF2B5EF4-FFF2-40B4-BE49-F238E27FC236}">
                <a16:creationId xmlns:a16="http://schemas.microsoft.com/office/drawing/2014/main" id="{6A4005D1-E341-4F41-B167-360412A2AF28}"/>
              </a:ext>
            </a:extLst>
          </p:cNvPr>
          <p:cNvSpPr>
            <a:spLocks xmlns:a="http://schemas.openxmlformats.org/drawingml/2006/main" noGrp="1"/>
          </p:cNvSpPr>
          <p:nvPr/>
        </p:nvSpPr>
        <p:spPr>
          <a:xfrm xmlns:a="http://schemas.openxmlformats.org/drawingml/2006/main">
            <a:off x="3310832" y="629269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71" name="data-point-1171">
            <a:extLst xmlns:a="http://schemas.openxmlformats.org/drawingml/2006/main">
              <a:ext uri="{FF2B5EF4-FFF2-40B4-BE49-F238E27FC236}">
                <a16:creationId xmlns:a16="http://schemas.microsoft.com/office/drawing/2014/main" id="{8569FDA8-B210-4B4B-8A09-82AA1DD9F1A3}"/>
              </a:ext>
            </a:extLst>
          </p:cNvPr>
          <p:cNvSpPr>
            <a:spLocks xmlns:a="http://schemas.openxmlformats.org/drawingml/2006/main" noGrp="1"/>
          </p:cNvSpPr>
          <p:nvPr/>
        </p:nvSpPr>
        <p:spPr>
          <a:xfrm xmlns:a="http://schemas.openxmlformats.org/drawingml/2006/main">
            <a:off x="3064782" y="649925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72" name="data-point-1172">
            <a:extLst xmlns:a="http://schemas.openxmlformats.org/drawingml/2006/main">
              <a:ext uri="{FF2B5EF4-FFF2-40B4-BE49-F238E27FC236}">
                <a16:creationId xmlns:a16="http://schemas.microsoft.com/office/drawing/2014/main" id="{45996225-39DA-4DA2-8729-C0C74A355B83}"/>
              </a:ext>
            </a:extLst>
          </p:cNvPr>
          <p:cNvSpPr>
            <a:spLocks xmlns:a="http://schemas.openxmlformats.org/drawingml/2006/main" noGrp="1"/>
          </p:cNvSpPr>
          <p:nvPr/>
        </p:nvSpPr>
        <p:spPr>
          <a:xfrm xmlns:a="http://schemas.openxmlformats.org/drawingml/2006/main">
            <a:off x="3362411" y="61429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73" name="data-point-1173">
            <a:extLst xmlns:a="http://schemas.openxmlformats.org/drawingml/2006/main">
              <a:ext uri="{FF2B5EF4-FFF2-40B4-BE49-F238E27FC236}">
                <a16:creationId xmlns:a16="http://schemas.microsoft.com/office/drawing/2014/main" id="{46C35F49-61A3-45DF-9E8F-F1E8D9816B02}"/>
              </a:ext>
            </a:extLst>
          </p:cNvPr>
          <p:cNvSpPr>
            <a:spLocks xmlns:a="http://schemas.openxmlformats.org/drawingml/2006/main" noGrp="1"/>
          </p:cNvSpPr>
          <p:nvPr/>
        </p:nvSpPr>
        <p:spPr>
          <a:xfrm xmlns:a="http://schemas.openxmlformats.org/drawingml/2006/main">
            <a:off x="3445353" y="638842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74" name="data-point-1174">
            <a:extLst xmlns:a="http://schemas.openxmlformats.org/drawingml/2006/main">
              <a:ext uri="{FF2B5EF4-FFF2-40B4-BE49-F238E27FC236}">
                <a16:creationId xmlns:a16="http://schemas.microsoft.com/office/drawing/2014/main" id="{3D69A305-4055-4726-9AAF-21E122BCC03D}"/>
              </a:ext>
            </a:extLst>
          </p:cNvPr>
          <p:cNvSpPr>
            <a:spLocks xmlns:a="http://schemas.openxmlformats.org/drawingml/2006/main" noGrp="1"/>
          </p:cNvSpPr>
          <p:nvPr/>
        </p:nvSpPr>
        <p:spPr>
          <a:xfrm xmlns:a="http://schemas.openxmlformats.org/drawingml/2006/main">
            <a:off x="3529221" y="618658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75" name="data-point-1175">
            <a:extLst xmlns:a="http://schemas.openxmlformats.org/drawingml/2006/main">
              <a:ext uri="{FF2B5EF4-FFF2-40B4-BE49-F238E27FC236}">
                <a16:creationId xmlns:a16="http://schemas.microsoft.com/office/drawing/2014/main" id="{D6443637-BAC0-4F9F-A14B-C5A6E8D91E06}"/>
              </a:ext>
            </a:extLst>
          </p:cNvPr>
          <p:cNvSpPr>
            <a:spLocks xmlns:a="http://schemas.openxmlformats.org/drawingml/2006/main" noGrp="1"/>
          </p:cNvSpPr>
          <p:nvPr/>
        </p:nvSpPr>
        <p:spPr>
          <a:xfrm xmlns:a="http://schemas.openxmlformats.org/drawingml/2006/main">
            <a:off x="3306460" y="623238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76" name="data-point-1176">
            <a:extLst xmlns:a="http://schemas.openxmlformats.org/drawingml/2006/main">
              <a:ext uri="{FF2B5EF4-FFF2-40B4-BE49-F238E27FC236}">
                <a16:creationId xmlns:a16="http://schemas.microsoft.com/office/drawing/2014/main" id="{C6D2EE18-4A56-486E-B2F7-053FC7760AAE}"/>
              </a:ext>
            </a:extLst>
          </p:cNvPr>
          <p:cNvSpPr>
            <a:spLocks xmlns:a="http://schemas.openxmlformats.org/drawingml/2006/main" noGrp="1"/>
          </p:cNvSpPr>
          <p:nvPr/>
        </p:nvSpPr>
        <p:spPr>
          <a:xfrm xmlns:a="http://schemas.openxmlformats.org/drawingml/2006/main">
            <a:off x="3201994" y="645046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77" name="data-point-1177">
            <a:extLst xmlns:a="http://schemas.openxmlformats.org/drawingml/2006/main">
              <a:ext uri="{FF2B5EF4-FFF2-40B4-BE49-F238E27FC236}">
                <a16:creationId xmlns:a16="http://schemas.microsoft.com/office/drawing/2014/main" id="{ECDED4B0-F2EA-4CF5-9B67-78D633CC2C67}"/>
              </a:ext>
            </a:extLst>
          </p:cNvPr>
          <p:cNvSpPr>
            <a:spLocks xmlns:a="http://schemas.openxmlformats.org/drawingml/2006/main" noGrp="1"/>
          </p:cNvSpPr>
          <p:nvPr/>
        </p:nvSpPr>
        <p:spPr>
          <a:xfrm xmlns:a="http://schemas.openxmlformats.org/drawingml/2006/main">
            <a:off x="3145924" y="630033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78" name="data-point-1178">
            <a:extLst xmlns:a="http://schemas.openxmlformats.org/drawingml/2006/main">
              <a:ext uri="{FF2B5EF4-FFF2-40B4-BE49-F238E27FC236}">
                <a16:creationId xmlns:a16="http://schemas.microsoft.com/office/drawing/2014/main" id="{8D04CC07-4756-45DC-942A-9E83FB4D61FC}"/>
              </a:ext>
            </a:extLst>
          </p:cNvPr>
          <p:cNvSpPr>
            <a:spLocks xmlns:a="http://schemas.openxmlformats.org/drawingml/2006/main" noGrp="1"/>
          </p:cNvSpPr>
          <p:nvPr/>
        </p:nvSpPr>
        <p:spPr>
          <a:xfrm xmlns:a="http://schemas.openxmlformats.org/drawingml/2006/main">
            <a:off x="3251061" y="629389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79" name="data-point-1179">
            <a:extLst xmlns:a="http://schemas.openxmlformats.org/drawingml/2006/main">
              <a:ext uri="{FF2B5EF4-FFF2-40B4-BE49-F238E27FC236}">
                <a16:creationId xmlns:a16="http://schemas.microsoft.com/office/drawing/2014/main" id="{EDFEA95D-34E0-43FA-8A5E-BC2EB5723C7B}"/>
              </a:ext>
            </a:extLst>
          </p:cNvPr>
          <p:cNvSpPr>
            <a:spLocks xmlns:a="http://schemas.openxmlformats.org/drawingml/2006/main" noGrp="1"/>
          </p:cNvSpPr>
          <p:nvPr/>
        </p:nvSpPr>
        <p:spPr>
          <a:xfrm xmlns:a="http://schemas.openxmlformats.org/drawingml/2006/main">
            <a:off x="3139430" y="647161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80" name="data-point-1180">
            <a:extLst xmlns:a="http://schemas.openxmlformats.org/drawingml/2006/main">
              <a:ext uri="{FF2B5EF4-FFF2-40B4-BE49-F238E27FC236}">
                <a16:creationId xmlns:a16="http://schemas.microsoft.com/office/drawing/2014/main" id="{D390D382-3F70-4594-BBAE-56495EE6A614}"/>
              </a:ext>
            </a:extLst>
          </p:cNvPr>
          <p:cNvSpPr>
            <a:spLocks xmlns:a="http://schemas.openxmlformats.org/drawingml/2006/main" noGrp="1"/>
          </p:cNvSpPr>
          <p:nvPr/>
        </p:nvSpPr>
        <p:spPr>
          <a:xfrm xmlns:a="http://schemas.openxmlformats.org/drawingml/2006/main">
            <a:off x="3114643" y="648368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81" name="data-point-1181">
            <a:extLst xmlns:a="http://schemas.openxmlformats.org/drawingml/2006/main">
              <a:ext uri="{FF2B5EF4-FFF2-40B4-BE49-F238E27FC236}">
                <a16:creationId xmlns:a16="http://schemas.microsoft.com/office/drawing/2014/main" id="{77D44536-7E18-4EA4-83F9-76A88437DC38}"/>
              </a:ext>
            </a:extLst>
          </p:cNvPr>
          <p:cNvSpPr>
            <a:spLocks xmlns:a="http://schemas.openxmlformats.org/drawingml/2006/main" noGrp="1"/>
          </p:cNvSpPr>
          <p:nvPr/>
        </p:nvSpPr>
        <p:spPr>
          <a:xfrm xmlns:a="http://schemas.openxmlformats.org/drawingml/2006/main">
            <a:off x="3158953" y="641391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82" name="data-point-1182">
            <a:extLst xmlns:a="http://schemas.openxmlformats.org/drawingml/2006/main">
              <a:ext uri="{FF2B5EF4-FFF2-40B4-BE49-F238E27FC236}">
                <a16:creationId xmlns:a16="http://schemas.microsoft.com/office/drawing/2014/main" id="{00BCB038-1F84-4BF0-A1A9-15199C3AC239}"/>
              </a:ext>
            </a:extLst>
          </p:cNvPr>
          <p:cNvSpPr>
            <a:spLocks xmlns:a="http://schemas.openxmlformats.org/drawingml/2006/main" noGrp="1"/>
          </p:cNvSpPr>
          <p:nvPr/>
        </p:nvSpPr>
        <p:spPr>
          <a:xfrm xmlns:a="http://schemas.openxmlformats.org/drawingml/2006/main">
            <a:off x="3156928" y="64905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83" name="data-point-1183">
            <a:extLst xmlns:a="http://schemas.openxmlformats.org/drawingml/2006/main">
              <a:ext uri="{FF2B5EF4-FFF2-40B4-BE49-F238E27FC236}">
                <a16:creationId xmlns:a16="http://schemas.microsoft.com/office/drawing/2014/main" id="{C017B041-B575-460C-9609-27929BE05BC4}"/>
              </a:ext>
            </a:extLst>
          </p:cNvPr>
          <p:cNvSpPr>
            <a:spLocks xmlns:a="http://schemas.openxmlformats.org/drawingml/2006/main" noGrp="1"/>
          </p:cNvSpPr>
          <p:nvPr/>
        </p:nvSpPr>
        <p:spPr>
          <a:xfrm xmlns:a="http://schemas.openxmlformats.org/drawingml/2006/main">
            <a:off x="3291262" y="650401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84" name="data-point-1184">
            <a:extLst xmlns:a="http://schemas.openxmlformats.org/drawingml/2006/main">
              <a:ext uri="{FF2B5EF4-FFF2-40B4-BE49-F238E27FC236}">
                <a16:creationId xmlns:a16="http://schemas.microsoft.com/office/drawing/2014/main" id="{AFF40334-FCEE-4BD2-9096-5EDB7EC47761}"/>
              </a:ext>
            </a:extLst>
          </p:cNvPr>
          <p:cNvSpPr>
            <a:spLocks xmlns:a="http://schemas.openxmlformats.org/drawingml/2006/main" noGrp="1"/>
          </p:cNvSpPr>
          <p:nvPr/>
        </p:nvSpPr>
        <p:spPr>
          <a:xfrm xmlns:a="http://schemas.openxmlformats.org/drawingml/2006/main">
            <a:off x="3108036" y="648124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85" name="data-point-1185">
            <a:extLst xmlns:a="http://schemas.openxmlformats.org/drawingml/2006/main">
              <a:ext uri="{FF2B5EF4-FFF2-40B4-BE49-F238E27FC236}">
                <a16:creationId xmlns:a16="http://schemas.microsoft.com/office/drawing/2014/main" id="{889B3BDB-F151-4110-BE89-A3A39339FFF3}"/>
              </a:ext>
            </a:extLst>
          </p:cNvPr>
          <p:cNvSpPr>
            <a:spLocks xmlns:a="http://schemas.openxmlformats.org/drawingml/2006/main" noGrp="1"/>
          </p:cNvSpPr>
          <p:nvPr/>
        </p:nvSpPr>
        <p:spPr>
          <a:xfrm xmlns:a="http://schemas.openxmlformats.org/drawingml/2006/main">
            <a:off x="3077285" y="640924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86" name="data-point-1186">
            <a:extLst xmlns:a="http://schemas.openxmlformats.org/drawingml/2006/main">
              <a:ext uri="{FF2B5EF4-FFF2-40B4-BE49-F238E27FC236}">
                <a16:creationId xmlns:a16="http://schemas.microsoft.com/office/drawing/2014/main" id="{D9BF83ED-9BD2-4EEB-B1CB-D89541F09514}"/>
              </a:ext>
            </a:extLst>
          </p:cNvPr>
          <p:cNvSpPr>
            <a:spLocks xmlns:a="http://schemas.openxmlformats.org/drawingml/2006/main" noGrp="1"/>
          </p:cNvSpPr>
          <p:nvPr/>
        </p:nvSpPr>
        <p:spPr>
          <a:xfrm xmlns:a="http://schemas.openxmlformats.org/drawingml/2006/main">
            <a:off x="3525722" y="612503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87" name="data-point-1187">
            <a:extLst xmlns:a="http://schemas.openxmlformats.org/drawingml/2006/main">
              <a:ext uri="{FF2B5EF4-FFF2-40B4-BE49-F238E27FC236}">
                <a16:creationId xmlns:a16="http://schemas.microsoft.com/office/drawing/2014/main" id="{A44E1FA9-7532-4CE6-B4A1-2A0C188BB30B}"/>
              </a:ext>
            </a:extLst>
          </p:cNvPr>
          <p:cNvSpPr>
            <a:spLocks xmlns:a="http://schemas.openxmlformats.org/drawingml/2006/main" noGrp="1"/>
          </p:cNvSpPr>
          <p:nvPr/>
        </p:nvSpPr>
        <p:spPr>
          <a:xfrm xmlns:a="http://schemas.openxmlformats.org/drawingml/2006/main">
            <a:off x="3534548" y="609800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88" name="data-point-1188">
            <a:extLst xmlns:a="http://schemas.openxmlformats.org/drawingml/2006/main">
              <a:ext uri="{FF2B5EF4-FFF2-40B4-BE49-F238E27FC236}">
                <a16:creationId xmlns:a16="http://schemas.microsoft.com/office/drawing/2014/main" id="{475E925D-FDD6-42B5-8546-92C824ECC85B}"/>
              </a:ext>
            </a:extLst>
          </p:cNvPr>
          <p:cNvSpPr>
            <a:spLocks xmlns:a="http://schemas.openxmlformats.org/drawingml/2006/main" noGrp="1"/>
          </p:cNvSpPr>
          <p:nvPr/>
        </p:nvSpPr>
        <p:spPr>
          <a:xfrm xmlns:a="http://schemas.openxmlformats.org/drawingml/2006/main">
            <a:off x="3367503" y="630738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89" name="data-point-1189">
            <a:extLst xmlns:a="http://schemas.openxmlformats.org/drawingml/2006/main">
              <a:ext uri="{FF2B5EF4-FFF2-40B4-BE49-F238E27FC236}">
                <a16:creationId xmlns:a16="http://schemas.microsoft.com/office/drawing/2014/main" id="{97197FF7-0C44-4720-8BA2-3C05F331A565}"/>
              </a:ext>
            </a:extLst>
          </p:cNvPr>
          <p:cNvSpPr>
            <a:spLocks xmlns:a="http://schemas.openxmlformats.org/drawingml/2006/main" noGrp="1"/>
          </p:cNvSpPr>
          <p:nvPr/>
        </p:nvSpPr>
        <p:spPr>
          <a:xfrm xmlns:a="http://schemas.openxmlformats.org/drawingml/2006/main">
            <a:off x="3295670" y="620977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90" name="data-point-1190">
            <a:extLst xmlns:a="http://schemas.openxmlformats.org/drawingml/2006/main">
              <a:ext uri="{FF2B5EF4-FFF2-40B4-BE49-F238E27FC236}">
                <a16:creationId xmlns:a16="http://schemas.microsoft.com/office/drawing/2014/main" id="{BBBE0AF2-8D84-4B77-A8F0-B08A2CD1730C}"/>
              </a:ext>
            </a:extLst>
          </p:cNvPr>
          <p:cNvSpPr>
            <a:spLocks xmlns:a="http://schemas.openxmlformats.org/drawingml/2006/main" noGrp="1"/>
          </p:cNvSpPr>
          <p:nvPr/>
        </p:nvSpPr>
        <p:spPr>
          <a:xfrm xmlns:a="http://schemas.openxmlformats.org/drawingml/2006/main">
            <a:off x="3386304" y="623431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91" name="data-point-1191">
            <a:extLst xmlns:a="http://schemas.openxmlformats.org/drawingml/2006/main">
              <a:ext uri="{FF2B5EF4-FFF2-40B4-BE49-F238E27FC236}">
                <a16:creationId xmlns:a16="http://schemas.microsoft.com/office/drawing/2014/main" id="{8CA77823-E6B8-4CED-8312-6F69C315FD80}"/>
              </a:ext>
            </a:extLst>
          </p:cNvPr>
          <p:cNvSpPr>
            <a:spLocks xmlns:a="http://schemas.openxmlformats.org/drawingml/2006/main" noGrp="1"/>
          </p:cNvSpPr>
          <p:nvPr/>
        </p:nvSpPr>
        <p:spPr>
          <a:xfrm xmlns:a="http://schemas.openxmlformats.org/drawingml/2006/main">
            <a:off x="3420149" y="608348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92" name="data-point-1192">
            <a:extLst xmlns:a="http://schemas.openxmlformats.org/drawingml/2006/main">
              <a:ext uri="{FF2B5EF4-FFF2-40B4-BE49-F238E27FC236}">
                <a16:creationId xmlns:a16="http://schemas.microsoft.com/office/drawing/2014/main" id="{7F8B366C-4FAA-462C-995C-790FAF307FE0}"/>
              </a:ext>
            </a:extLst>
          </p:cNvPr>
          <p:cNvSpPr>
            <a:spLocks xmlns:a="http://schemas.openxmlformats.org/drawingml/2006/main" noGrp="1"/>
          </p:cNvSpPr>
          <p:nvPr/>
        </p:nvSpPr>
        <p:spPr>
          <a:xfrm xmlns:a="http://schemas.openxmlformats.org/drawingml/2006/main">
            <a:off x="3483971" y="601522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93" name="data-point-1193">
            <a:extLst xmlns:a="http://schemas.openxmlformats.org/drawingml/2006/main">
              <a:ext uri="{FF2B5EF4-FFF2-40B4-BE49-F238E27FC236}">
                <a16:creationId xmlns:a16="http://schemas.microsoft.com/office/drawing/2014/main" id="{0FE3D0D4-D619-4E83-81E7-B3653012399D}"/>
              </a:ext>
            </a:extLst>
          </p:cNvPr>
          <p:cNvSpPr>
            <a:spLocks xmlns:a="http://schemas.openxmlformats.org/drawingml/2006/main" noGrp="1"/>
          </p:cNvSpPr>
          <p:nvPr/>
        </p:nvSpPr>
        <p:spPr>
          <a:xfrm xmlns:a="http://schemas.openxmlformats.org/drawingml/2006/main">
            <a:off x="3620945" y="637791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94" name="data-point-1194">
            <a:extLst xmlns:a="http://schemas.openxmlformats.org/drawingml/2006/main">
              <a:ext uri="{FF2B5EF4-FFF2-40B4-BE49-F238E27FC236}">
                <a16:creationId xmlns:a16="http://schemas.microsoft.com/office/drawing/2014/main" id="{FF672A0E-EFF1-400B-ACBF-10CC95398D6E}"/>
              </a:ext>
            </a:extLst>
          </p:cNvPr>
          <p:cNvSpPr>
            <a:spLocks xmlns:a="http://schemas.openxmlformats.org/drawingml/2006/main" noGrp="1"/>
          </p:cNvSpPr>
          <p:nvPr/>
        </p:nvSpPr>
        <p:spPr>
          <a:xfrm xmlns:a="http://schemas.openxmlformats.org/drawingml/2006/main">
            <a:off x="3567540" y="615968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195" name="data-point-1195">
            <a:extLst xmlns:a="http://schemas.openxmlformats.org/drawingml/2006/main">
              <a:ext uri="{FF2B5EF4-FFF2-40B4-BE49-F238E27FC236}">
                <a16:creationId xmlns:a16="http://schemas.microsoft.com/office/drawing/2014/main" id="{95B16090-3FC4-4B84-A210-9C3A047E37C4}"/>
              </a:ext>
            </a:extLst>
          </p:cNvPr>
          <p:cNvSpPr>
            <a:spLocks xmlns:a="http://schemas.openxmlformats.org/drawingml/2006/main" noGrp="1"/>
          </p:cNvSpPr>
          <p:nvPr/>
        </p:nvSpPr>
        <p:spPr>
          <a:xfrm xmlns:a="http://schemas.openxmlformats.org/drawingml/2006/main">
            <a:off x="3281371" y="641113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196" name="data-point-1196">
            <a:extLst xmlns:a="http://schemas.openxmlformats.org/drawingml/2006/main">
              <a:ext uri="{FF2B5EF4-FFF2-40B4-BE49-F238E27FC236}">
                <a16:creationId xmlns:a16="http://schemas.microsoft.com/office/drawing/2014/main" id="{B2185636-FCC9-48E8-A4A4-E5B8B2261C9C}"/>
              </a:ext>
            </a:extLst>
          </p:cNvPr>
          <p:cNvSpPr>
            <a:spLocks xmlns:a="http://schemas.openxmlformats.org/drawingml/2006/main" noGrp="1"/>
          </p:cNvSpPr>
          <p:nvPr/>
        </p:nvSpPr>
        <p:spPr>
          <a:xfrm xmlns:a="http://schemas.openxmlformats.org/drawingml/2006/main">
            <a:off x="3533943" y="618905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97" name="data-point-1197">
            <a:extLst xmlns:a="http://schemas.openxmlformats.org/drawingml/2006/main">
              <a:ext uri="{FF2B5EF4-FFF2-40B4-BE49-F238E27FC236}">
                <a16:creationId xmlns:a16="http://schemas.microsoft.com/office/drawing/2014/main" id="{3AA7B812-75D2-4F76-B0FC-B3EA59CDE1AD}"/>
              </a:ext>
            </a:extLst>
          </p:cNvPr>
          <p:cNvSpPr>
            <a:spLocks xmlns:a="http://schemas.openxmlformats.org/drawingml/2006/main" noGrp="1"/>
          </p:cNvSpPr>
          <p:nvPr/>
        </p:nvSpPr>
        <p:spPr>
          <a:xfrm xmlns:a="http://schemas.openxmlformats.org/drawingml/2006/main">
            <a:off x="3464437" y="618169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98" name="data-point-1198">
            <a:extLst xmlns:a="http://schemas.openxmlformats.org/drawingml/2006/main">
              <a:ext uri="{FF2B5EF4-FFF2-40B4-BE49-F238E27FC236}">
                <a16:creationId xmlns:a16="http://schemas.microsoft.com/office/drawing/2014/main" id="{B577D7CA-3011-4826-B078-39B82FB2E419}"/>
              </a:ext>
            </a:extLst>
          </p:cNvPr>
          <p:cNvSpPr>
            <a:spLocks xmlns:a="http://schemas.openxmlformats.org/drawingml/2006/main" noGrp="1"/>
          </p:cNvSpPr>
          <p:nvPr/>
        </p:nvSpPr>
        <p:spPr>
          <a:xfrm xmlns:a="http://schemas.openxmlformats.org/drawingml/2006/main">
            <a:off x="3380664" y="624542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199" name="text-1199">
            <a:extLst xmlns:a="http://schemas.openxmlformats.org/drawingml/2006/main">
              <a:ext uri="{FF2B5EF4-FFF2-40B4-BE49-F238E27FC236}">
                <a16:creationId xmlns:a16="http://schemas.microsoft.com/office/drawing/2014/main" id="{D43A64C3-D9C3-4FBC-A8F2-D3F27AAB75D6}"/>
              </a:ext>
            </a:extLst>
          </p:cNvPr>
          <p:cNvSpPr>
            <a:spLocks xmlns:a="http://schemas.openxmlformats.org/drawingml/2006/main" noGrp="1"/>
          </p:cNvSpPr>
          <p:nvPr/>
        </p:nvSpPr>
        <p:spPr>
          <a:xfrm xmlns:a="http://schemas.openxmlformats.org/drawingml/2006/main" rot="0">
            <a:off x="2583000" y="5467500"/>
            <a:ext cx="16785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R² 0.729    MAE 0.462</a:t>
            </a:r>
          </a:p>
        </p:txBody>
      </p:sp>
      <p:sp>
        <p:nvSpPr>
          <p:cNvPr id="1200" name="text-1200">
            <a:extLst xmlns:a="http://schemas.openxmlformats.org/drawingml/2006/main">
              <a:ext uri="{FF2B5EF4-FFF2-40B4-BE49-F238E27FC236}">
                <a16:creationId xmlns:a16="http://schemas.microsoft.com/office/drawing/2014/main" id="{E7B13D6D-431B-473A-9CD9-594866F3CC68}"/>
              </a:ext>
            </a:extLst>
          </p:cNvPr>
          <p:cNvSpPr>
            <a:spLocks xmlns:a="http://schemas.openxmlformats.org/drawingml/2006/main" noGrp="1"/>
          </p:cNvSpPr>
          <p:nvPr/>
        </p:nvSpPr>
        <p:spPr>
          <a:xfrm xmlns:a="http://schemas.openxmlformats.org/drawingml/2006/main" rot="0">
            <a:off x="2506500" y="7222500"/>
            <a:ext cx="1773000" cy="13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MAE CI 0.386–0.538</a:t>
            </a:r>
          </a:p>
        </p:txBody>
      </p:sp>
      <p:sp>
        <p:nvSpPr>
          <p:cNvPr id="1201" name="text-1201">
            <a:extLst xmlns:a="http://schemas.openxmlformats.org/drawingml/2006/main">
              <a:ext uri="{FF2B5EF4-FFF2-40B4-BE49-F238E27FC236}">
                <a16:creationId xmlns:a16="http://schemas.microsoft.com/office/drawing/2014/main" id="{6B78D202-21CF-4EF6-825C-2F1EE9071DC8}"/>
              </a:ext>
            </a:extLst>
          </p:cNvPr>
          <p:cNvSpPr>
            <a:spLocks xmlns:a="http://schemas.openxmlformats.org/drawingml/2006/main" noGrp="1"/>
          </p:cNvSpPr>
          <p:nvPr/>
        </p:nvSpPr>
        <p:spPr>
          <a:xfrm xmlns:a="http://schemas.openxmlformats.org/drawingml/2006/main" rot="0">
            <a:off x="4401000" y="5238000"/>
            <a:ext cx="153000" cy="17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6" b="1">
                <a:solidFill>
                  <a:srgbClr val="000000"/>
                </a:solidFill>
                <a:latin typeface="Times New Roman"/>
                <a:ea typeface="Times New Roman"/>
                <a:cs typeface="Times New Roman"/>
              </a:defRPr>
            </a:pPr>
            <a:r>
              <a:rPr sz="1276" b="1">
                <a:solidFill>
                  <a:srgbClr val="000000"/>
                </a:solidFill>
                <a:latin typeface="Times New Roman"/>
                <a:ea typeface="Times New Roman"/>
                <a:cs typeface="Times New Roman"/>
              </a:rPr>
              <a:t>I</a:t>
            </a:r>
          </a:p>
        </p:txBody>
      </p:sp>
      <p:sp>
        <p:nvSpPr>
          <p:cNvPr id="1202" name="text-1202">
            <a:extLst xmlns:a="http://schemas.openxmlformats.org/drawingml/2006/main">
              <a:ext uri="{FF2B5EF4-FFF2-40B4-BE49-F238E27FC236}">
                <a16:creationId xmlns:a16="http://schemas.microsoft.com/office/drawing/2014/main" id="{ECEBED30-8368-4687-AC98-5A9D038FD8E0}"/>
              </a:ext>
            </a:extLst>
          </p:cNvPr>
          <p:cNvSpPr>
            <a:spLocks xmlns:a="http://schemas.openxmlformats.org/drawingml/2006/main" noGrp="1"/>
          </p:cNvSpPr>
          <p:nvPr/>
        </p:nvSpPr>
        <p:spPr>
          <a:xfrm xmlns:a="http://schemas.openxmlformats.org/drawingml/2006/main" rot="0">
            <a:off x="4590000" y="5242500"/>
            <a:ext cx="1813500" cy="1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86" b="1">
                <a:solidFill>
                  <a:srgbClr val="000000"/>
                </a:solidFill>
                <a:latin typeface="Times New Roman"/>
                <a:ea typeface="Times New Roman"/>
                <a:cs typeface="Times New Roman"/>
              </a:defRPr>
            </a:pPr>
            <a:r>
              <a:rPr sz="886" b="1">
                <a:solidFill>
                  <a:srgbClr val="000000"/>
                </a:solidFill>
                <a:latin typeface="Times New Roman"/>
                <a:ea typeface="Times New Roman"/>
                <a:cs typeface="Times New Roman"/>
              </a:rPr>
              <a:t>Modules with shrinkage</a:t>
            </a:r>
          </a:p>
        </p:txBody>
      </p:sp>
      <p:sp>
        <p:nvSpPr>
          <p:cNvPr id="1203" name="data-path-1203">
            <a:extLst xmlns:a="http://schemas.openxmlformats.org/drawingml/2006/main">
              <a:ext uri="{FF2B5EF4-FFF2-40B4-BE49-F238E27FC236}">
                <a16:creationId xmlns:a16="http://schemas.microsoft.com/office/drawing/2014/main" id="{92C575FE-8230-4E4B-8DAE-8DF6945A3F86}"/>
              </a:ext>
            </a:extLst>
          </p:cNvPr>
          <p:cNvSpPr>
            <a:spLocks xmlns:a="http://schemas.openxmlformats.org/drawingml/2006/main" noGrp="1"/>
          </p:cNvSpPr>
          <p:nvPr/>
        </p:nvSpPr>
        <p:spPr>
          <a:xfrm xmlns:a="http://schemas.openxmlformats.org/drawingml/2006/main">
            <a:off x="4765500" y="6826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1204" name="data-path-1204">
            <a:extLst xmlns:a="http://schemas.openxmlformats.org/drawingml/2006/main">
              <a:ext uri="{FF2B5EF4-FFF2-40B4-BE49-F238E27FC236}">
                <a16:creationId xmlns:a16="http://schemas.microsoft.com/office/drawing/2014/main" id="{B19EFD36-7695-4555-BD83-CC8E5ADE27E1}"/>
              </a:ext>
            </a:extLst>
          </p:cNvPr>
          <p:cNvSpPr>
            <a:spLocks xmlns:a="http://schemas.openxmlformats.org/drawingml/2006/main" noGrp="1"/>
          </p:cNvSpPr>
          <p:nvPr/>
        </p:nvSpPr>
        <p:spPr>
          <a:xfrm xmlns:a="http://schemas.openxmlformats.org/drawingml/2006/main">
            <a:off x="4765500" y="654525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1205" name="data-path-1205">
            <a:extLst xmlns:a="http://schemas.openxmlformats.org/drawingml/2006/main">
              <a:ext uri="{FF2B5EF4-FFF2-40B4-BE49-F238E27FC236}">
                <a16:creationId xmlns:a16="http://schemas.microsoft.com/office/drawing/2014/main" id="{69EE34D0-E357-45A0-8629-6B4E3764A1A2}"/>
              </a:ext>
            </a:extLst>
          </p:cNvPr>
          <p:cNvSpPr>
            <a:spLocks xmlns:a="http://schemas.openxmlformats.org/drawingml/2006/main" noGrp="1"/>
          </p:cNvSpPr>
          <p:nvPr/>
        </p:nvSpPr>
        <p:spPr>
          <a:xfrm xmlns:a="http://schemas.openxmlformats.org/drawingml/2006/main">
            <a:off x="4765500" y="62640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1206" name="data-path-1206">
            <a:extLst xmlns:a="http://schemas.openxmlformats.org/drawingml/2006/main">
              <a:ext uri="{FF2B5EF4-FFF2-40B4-BE49-F238E27FC236}">
                <a16:creationId xmlns:a16="http://schemas.microsoft.com/office/drawing/2014/main" id="{77B21754-4D87-43F9-8210-01512F335053}"/>
              </a:ext>
            </a:extLst>
          </p:cNvPr>
          <p:cNvSpPr>
            <a:spLocks xmlns:a="http://schemas.openxmlformats.org/drawingml/2006/main" noGrp="1"/>
          </p:cNvSpPr>
          <p:nvPr/>
        </p:nvSpPr>
        <p:spPr>
          <a:xfrm xmlns:a="http://schemas.openxmlformats.org/drawingml/2006/main">
            <a:off x="4765500" y="598275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1207" name="data-path-1207">
            <a:extLst xmlns:a="http://schemas.openxmlformats.org/drawingml/2006/main">
              <a:ext uri="{FF2B5EF4-FFF2-40B4-BE49-F238E27FC236}">
                <a16:creationId xmlns:a16="http://schemas.microsoft.com/office/drawing/2014/main" id="{D8831182-03A9-4E26-B694-989FEBF64109}"/>
              </a:ext>
            </a:extLst>
          </p:cNvPr>
          <p:cNvSpPr>
            <a:spLocks xmlns:a="http://schemas.openxmlformats.org/drawingml/2006/main" noGrp="1"/>
          </p:cNvSpPr>
          <p:nvPr/>
        </p:nvSpPr>
        <p:spPr>
          <a:xfrm xmlns:a="http://schemas.openxmlformats.org/drawingml/2006/main">
            <a:off x="4765500" y="5701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4500">
            <a:solidFill>
              <a:srgbClr val="E1E8EA"/>
            </a:solidFill>
          </a:ln>
        </p:spPr>
      </p:sp>
      <p:sp>
        <p:nvSpPr>
          <p:cNvPr id="1208" name="data-path-1208">
            <a:extLst xmlns:a="http://schemas.openxmlformats.org/drawingml/2006/main">
              <a:ext uri="{FF2B5EF4-FFF2-40B4-BE49-F238E27FC236}">
                <a16:creationId xmlns:a16="http://schemas.microsoft.com/office/drawing/2014/main" id="{BE79FF5C-6537-431A-B9E2-C3508515AFA6}"/>
              </a:ext>
            </a:extLst>
          </p:cNvPr>
          <p:cNvSpPr>
            <a:spLocks xmlns:a="http://schemas.openxmlformats.org/drawingml/2006/main" noGrp="1"/>
          </p:cNvSpPr>
          <p:nvPr/>
        </p:nvSpPr>
        <p:spPr>
          <a:xfrm xmlns:a="http://schemas.openxmlformats.org/drawingml/2006/main">
            <a:off x="4765500" y="5701500"/>
            <a:ext cx="450" cy="1125000"/>
          </a:xfrm>
          <a:custGeom xmlns:a="http://schemas.openxmlformats.org/drawingml/2006/main">
            <a:pathLst>
              <a:path w="450" h="1125000">
                <a:moveTo>
                  <a:pt x="0" y="0"/>
                </a:moveTo>
                <a:lnTo>
                  <a:pt x="0" y="1125000"/>
                </a:lnTo>
              </a:path>
            </a:pathLst>
          </a:custGeom>
          <a:noFill xmlns:a="http://schemas.openxmlformats.org/drawingml/2006/main"/>
          <a:ln xmlns:a="http://schemas.openxmlformats.org/drawingml/2006/main" w="6750">
            <a:solidFill>
              <a:srgbClr val="34454D"/>
            </a:solidFill>
          </a:ln>
        </p:spPr>
      </p:sp>
      <p:sp>
        <p:nvSpPr>
          <p:cNvPr id="1209" name="data-path-1209">
            <a:extLst xmlns:a="http://schemas.openxmlformats.org/drawingml/2006/main">
              <a:ext uri="{FF2B5EF4-FFF2-40B4-BE49-F238E27FC236}">
                <a16:creationId xmlns:a16="http://schemas.microsoft.com/office/drawing/2014/main" id="{539E8ACA-1910-4A61-8C8A-AA44740F9101}"/>
              </a:ext>
            </a:extLst>
          </p:cNvPr>
          <p:cNvSpPr>
            <a:spLocks xmlns:a="http://schemas.openxmlformats.org/drawingml/2006/main" noGrp="1"/>
          </p:cNvSpPr>
          <p:nvPr/>
        </p:nvSpPr>
        <p:spPr>
          <a:xfrm xmlns:a="http://schemas.openxmlformats.org/drawingml/2006/main">
            <a:off x="4765500" y="6826500"/>
            <a:ext cx="1534500" cy="450"/>
          </a:xfrm>
          <a:custGeom xmlns:a="http://schemas.openxmlformats.org/drawingml/2006/main">
            <a:pathLst>
              <a:path w="1534500" h="450">
                <a:moveTo>
                  <a:pt x="0" y="0"/>
                </a:moveTo>
                <a:lnTo>
                  <a:pt x="1534500" y="0"/>
                </a:lnTo>
              </a:path>
            </a:pathLst>
          </a:custGeom>
          <a:noFill xmlns:a="http://schemas.openxmlformats.org/drawingml/2006/main"/>
          <a:ln xmlns:a="http://schemas.openxmlformats.org/drawingml/2006/main" w="6750">
            <a:solidFill>
              <a:srgbClr val="34454D"/>
            </a:solidFill>
          </a:ln>
        </p:spPr>
      </p:sp>
      <p:sp>
        <p:nvSpPr>
          <p:cNvPr id="1210" name="data-path-1210">
            <a:extLst xmlns:a="http://schemas.openxmlformats.org/drawingml/2006/main">
              <a:ext uri="{FF2B5EF4-FFF2-40B4-BE49-F238E27FC236}">
                <a16:creationId xmlns:a16="http://schemas.microsoft.com/office/drawing/2014/main" id="{F9B1BE40-7738-4E91-BF6B-9378DB739BA7}"/>
              </a:ext>
            </a:extLst>
          </p:cNvPr>
          <p:cNvSpPr>
            <a:spLocks xmlns:a="http://schemas.openxmlformats.org/drawingml/2006/main" noGrp="1"/>
          </p:cNvSpPr>
          <p:nvPr/>
        </p:nvSpPr>
        <p:spPr>
          <a:xfrm xmlns:a="http://schemas.openxmlformats.org/drawingml/2006/main">
            <a:off x="4765500"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211" name="text-1211">
            <a:extLst xmlns:a="http://schemas.openxmlformats.org/drawingml/2006/main">
              <a:ext uri="{FF2B5EF4-FFF2-40B4-BE49-F238E27FC236}">
                <a16:creationId xmlns:a16="http://schemas.microsoft.com/office/drawing/2014/main" id="{86EF6AE8-C2FF-4921-9140-77303587C478}"/>
              </a:ext>
            </a:extLst>
          </p:cNvPr>
          <p:cNvSpPr>
            <a:spLocks xmlns:a="http://schemas.openxmlformats.org/drawingml/2006/main" noGrp="1"/>
          </p:cNvSpPr>
          <p:nvPr/>
        </p:nvSpPr>
        <p:spPr>
          <a:xfrm xmlns:a="http://schemas.openxmlformats.org/drawingml/2006/main" rot="0">
            <a:off x="4603500"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1212" name="data-path-1212">
            <a:extLst xmlns:a="http://schemas.openxmlformats.org/drawingml/2006/main">
              <a:ext uri="{FF2B5EF4-FFF2-40B4-BE49-F238E27FC236}">
                <a16:creationId xmlns:a16="http://schemas.microsoft.com/office/drawing/2014/main" id="{DFB4D0B9-1809-49DE-BCB6-6FA0D748DEB9}"/>
              </a:ext>
            </a:extLst>
          </p:cNvPr>
          <p:cNvSpPr>
            <a:spLocks xmlns:a="http://schemas.openxmlformats.org/drawingml/2006/main" noGrp="1"/>
          </p:cNvSpPr>
          <p:nvPr/>
        </p:nvSpPr>
        <p:spPr>
          <a:xfrm xmlns:a="http://schemas.openxmlformats.org/drawingml/2006/main">
            <a:off x="5149125"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213" name="text-1213">
            <a:extLst xmlns:a="http://schemas.openxmlformats.org/drawingml/2006/main">
              <a:ext uri="{FF2B5EF4-FFF2-40B4-BE49-F238E27FC236}">
                <a16:creationId xmlns:a16="http://schemas.microsoft.com/office/drawing/2014/main" id="{D949AA50-A627-4AD6-AF65-17F27A78B7E7}"/>
              </a:ext>
            </a:extLst>
          </p:cNvPr>
          <p:cNvSpPr>
            <a:spLocks xmlns:a="http://schemas.openxmlformats.org/drawingml/2006/main" noGrp="1"/>
          </p:cNvSpPr>
          <p:nvPr/>
        </p:nvSpPr>
        <p:spPr>
          <a:xfrm xmlns:a="http://schemas.openxmlformats.org/drawingml/2006/main" rot="0">
            <a:off x="4987125"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1214" name="data-path-1214">
            <a:extLst xmlns:a="http://schemas.openxmlformats.org/drawingml/2006/main">
              <a:ext uri="{FF2B5EF4-FFF2-40B4-BE49-F238E27FC236}">
                <a16:creationId xmlns:a16="http://schemas.microsoft.com/office/drawing/2014/main" id="{989A3882-AA33-4B1D-A6A2-9E256DEE3A7B}"/>
              </a:ext>
            </a:extLst>
          </p:cNvPr>
          <p:cNvSpPr>
            <a:spLocks xmlns:a="http://schemas.openxmlformats.org/drawingml/2006/main" noGrp="1"/>
          </p:cNvSpPr>
          <p:nvPr/>
        </p:nvSpPr>
        <p:spPr>
          <a:xfrm xmlns:a="http://schemas.openxmlformats.org/drawingml/2006/main">
            <a:off x="5532750"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215" name="text-1215">
            <a:extLst xmlns:a="http://schemas.openxmlformats.org/drawingml/2006/main">
              <a:ext uri="{FF2B5EF4-FFF2-40B4-BE49-F238E27FC236}">
                <a16:creationId xmlns:a16="http://schemas.microsoft.com/office/drawing/2014/main" id="{D4963941-7B2A-4233-82F2-D152F443A7E4}"/>
              </a:ext>
            </a:extLst>
          </p:cNvPr>
          <p:cNvSpPr>
            <a:spLocks xmlns:a="http://schemas.openxmlformats.org/drawingml/2006/main" noGrp="1"/>
          </p:cNvSpPr>
          <p:nvPr/>
        </p:nvSpPr>
        <p:spPr>
          <a:xfrm xmlns:a="http://schemas.openxmlformats.org/drawingml/2006/main" rot="0">
            <a:off x="5370750"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1216" name="data-path-1216">
            <a:extLst xmlns:a="http://schemas.openxmlformats.org/drawingml/2006/main">
              <a:ext uri="{FF2B5EF4-FFF2-40B4-BE49-F238E27FC236}">
                <a16:creationId xmlns:a16="http://schemas.microsoft.com/office/drawing/2014/main" id="{BD0A7357-C982-4F08-A198-6205F63BAED4}"/>
              </a:ext>
            </a:extLst>
          </p:cNvPr>
          <p:cNvSpPr>
            <a:spLocks xmlns:a="http://schemas.openxmlformats.org/drawingml/2006/main" noGrp="1"/>
          </p:cNvSpPr>
          <p:nvPr/>
        </p:nvSpPr>
        <p:spPr>
          <a:xfrm xmlns:a="http://schemas.openxmlformats.org/drawingml/2006/main">
            <a:off x="5916375"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217" name="text-1217">
            <a:extLst xmlns:a="http://schemas.openxmlformats.org/drawingml/2006/main">
              <a:ext uri="{FF2B5EF4-FFF2-40B4-BE49-F238E27FC236}">
                <a16:creationId xmlns:a16="http://schemas.microsoft.com/office/drawing/2014/main" id="{39382BD1-3F5A-4FCE-8FDE-F5D8DA7FF615}"/>
              </a:ext>
            </a:extLst>
          </p:cNvPr>
          <p:cNvSpPr>
            <a:spLocks xmlns:a="http://schemas.openxmlformats.org/drawingml/2006/main" noGrp="1"/>
          </p:cNvSpPr>
          <p:nvPr/>
        </p:nvSpPr>
        <p:spPr>
          <a:xfrm xmlns:a="http://schemas.openxmlformats.org/drawingml/2006/main" rot="0">
            <a:off x="5754375"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1218" name="data-path-1218">
            <a:extLst xmlns:a="http://schemas.openxmlformats.org/drawingml/2006/main">
              <a:ext uri="{FF2B5EF4-FFF2-40B4-BE49-F238E27FC236}">
                <a16:creationId xmlns:a16="http://schemas.microsoft.com/office/drawing/2014/main" id="{05F31107-8863-4ACB-A71F-0A4C7D6D0221}"/>
              </a:ext>
            </a:extLst>
          </p:cNvPr>
          <p:cNvSpPr>
            <a:spLocks xmlns:a="http://schemas.openxmlformats.org/drawingml/2006/main" noGrp="1"/>
          </p:cNvSpPr>
          <p:nvPr/>
        </p:nvSpPr>
        <p:spPr>
          <a:xfrm xmlns:a="http://schemas.openxmlformats.org/drawingml/2006/main">
            <a:off x="6300000" y="6826500"/>
            <a:ext cx="450" cy="22500"/>
          </a:xfrm>
          <a:custGeom xmlns:a="http://schemas.openxmlformats.org/drawingml/2006/main">
            <a:pathLst>
              <a:path w="450" h="22500">
                <a:moveTo>
                  <a:pt x="0" y="0"/>
                </a:moveTo>
                <a:lnTo>
                  <a:pt x="0" y="22500"/>
                </a:lnTo>
              </a:path>
            </a:pathLst>
          </a:custGeom>
          <a:noFill xmlns:a="http://schemas.openxmlformats.org/drawingml/2006/main"/>
          <a:ln xmlns:a="http://schemas.openxmlformats.org/drawingml/2006/main" w="6750">
            <a:solidFill>
              <a:srgbClr val="34454D"/>
            </a:solidFill>
          </a:ln>
        </p:spPr>
      </p:sp>
      <p:sp>
        <p:nvSpPr>
          <p:cNvPr id="1219" name="text-1219">
            <a:extLst xmlns:a="http://schemas.openxmlformats.org/drawingml/2006/main">
              <a:ext uri="{FF2B5EF4-FFF2-40B4-BE49-F238E27FC236}">
                <a16:creationId xmlns:a16="http://schemas.microsoft.com/office/drawing/2014/main" id="{1D7BB023-64E0-4765-9BEB-AC04908F8FAB}"/>
              </a:ext>
            </a:extLst>
          </p:cNvPr>
          <p:cNvSpPr>
            <a:spLocks xmlns:a="http://schemas.openxmlformats.org/drawingml/2006/main" noGrp="1"/>
          </p:cNvSpPr>
          <p:nvPr/>
        </p:nvSpPr>
        <p:spPr>
          <a:xfrm xmlns:a="http://schemas.openxmlformats.org/drawingml/2006/main" rot="0">
            <a:off x="6138000" y="6867000"/>
            <a:ext cx="3240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1220" name="data-path-1220">
            <a:extLst xmlns:a="http://schemas.openxmlformats.org/drawingml/2006/main">
              <a:ext uri="{FF2B5EF4-FFF2-40B4-BE49-F238E27FC236}">
                <a16:creationId xmlns:a16="http://schemas.microsoft.com/office/drawing/2014/main" id="{127856D4-6C04-4ADC-B81D-E00E29BB6709}"/>
              </a:ext>
            </a:extLst>
          </p:cNvPr>
          <p:cNvSpPr>
            <a:spLocks xmlns:a="http://schemas.openxmlformats.org/drawingml/2006/main" noGrp="1"/>
          </p:cNvSpPr>
          <p:nvPr/>
        </p:nvSpPr>
        <p:spPr>
          <a:xfrm xmlns:a="http://schemas.openxmlformats.org/drawingml/2006/main">
            <a:off x="4743000" y="68265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221" name="text-1221">
            <a:extLst xmlns:a="http://schemas.openxmlformats.org/drawingml/2006/main">
              <a:ext uri="{FF2B5EF4-FFF2-40B4-BE49-F238E27FC236}">
                <a16:creationId xmlns:a16="http://schemas.microsoft.com/office/drawing/2014/main" id="{E8284750-2540-4D7F-B77F-F494D04476E8}"/>
              </a:ext>
            </a:extLst>
          </p:cNvPr>
          <p:cNvSpPr>
            <a:spLocks xmlns:a="http://schemas.openxmlformats.org/drawingml/2006/main" noGrp="1"/>
          </p:cNvSpPr>
          <p:nvPr/>
        </p:nvSpPr>
        <p:spPr>
          <a:xfrm xmlns:a="http://schemas.openxmlformats.org/drawingml/2006/main" rot="0">
            <a:off x="4513500" y="67680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1222" name="data-path-1222">
            <a:extLst xmlns:a="http://schemas.openxmlformats.org/drawingml/2006/main">
              <a:ext uri="{FF2B5EF4-FFF2-40B4-BE49-F238E27FC236}">
                <a16:creationId xmlns:a16="http://schemas.microsoft.com/office/drawing/2014/main" id="{D453E383-0B5F-4BAA-826E-9DDB6DCF0659}"/>
              </a:ext>
            </a:extLst>
          </p:cNvPr>
          <p:cNvSpPr>
            <a:spLocks xmlns:a="http://schemas.openxmlformats.org/drawingml/2006/main" noGrp="1"/>
          </p:cNvSpPr>
          <p:nvPr/>
        </p:nvSpPr>
        <p:spPr>
          <a:xfrm xmlns:a="http://schemas.openxmlformats.org/drawingml/2006/main">
            <a:off x="4743000" y="654525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223" name="text-1223">
            <a:extLst xmlns:a="http://schemas.openxmlformats.org/drawingml/2006/main">
              <a:ext uri="{FF2B5EF4-FFF2-40B4-BE49-F238E27FC236}">
                <a16:creationId xmlns:a16="http://schemas.microsoft.com/office/drawing/2014/main" id="{425AE19E-A4B4-4284-A1E6-A43A703A8830}"/>
              </a:ext>
            </a:extLst>
          </p:cNvPr>
          <p:cNvSpPr>
            <a:spLocks xmlns:a="http://schemas.openxmlformats.org/drawingml/2006/main" noGrp="1"/>
          </p:cNvSpPr>
          <p:nvPr/>
        </p:nvSpPr>
        <p:spPr>
          <a:xfrm xmlns:a="http://schemas.openxmlformats.org/drawingml/2006/main" rot="0">
            <a:off x="4513500" y="648675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1224" name="data-path-1224">
            <a:extLst xmlns:a="http://schemas.openxmlformats.org/drawingml/2006/main">
              <a:ext uri="{FF2B5EF4-FFF2-40B4-BE49-F238E27FC236}">
                <a16:creationId xmlns:a16="http://schemas.microsoft.com/office/drawing/2014/main" id="{73D181C3-1DEA-492D-8222-40B047F218A4}"/>
              </a:ext>
            </a:extLst>
          </p:cNvPr>
          <p:cNvSpPr>
            <a:spLocks xmlns:a="http://schemas.openxmlformats.org/drawingml/2006/main" noGrp="1"/>
          </p:cNvSpPr>
          <p:nvPr/>
        </p:nvSpPr>
        <p:spPr>
          <a:xfrm xmlns:a="http://schemas.openxmlformats.org/drawingml/2006/main">
            <a:off x="4743000" y="62640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225" name="text-1225">
            <a:extLst xmlns:a="http://schemas.openxmlformats.org/drawingml/2006/main">
              <a:ext uri="{FF2B5EF4-FFF2-40B4-BE49-F238E27FC236}">
                <a16:creationId xmlns:a16="http://schemas.microsoft.com/office/drawing/2014/main" id="{2A7C714E-DC37-433C-93E9-4CDBA507B203}"/>
              </a:ext>
            </a:extLst>
          </p:cNvPr>
          <p:cNvSpPr>
            <a:spLocks xmlns:a="http://schemas.openxmlformats.org/drawingml/2006/main" noGrp="1"/>
          </p:cNvSpPr>
          <p:nvPr/>
        </p:nvSpPr>
        <p:spPr>
          <a:xfrm xmlns:a="http://schemas.openxmlformats.org/drawingml/2006/main" rot="0">
            <a:off x="4513500" y="62055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0</a:t>
            </a:r>
          </a:p>
        </p:txBody>
      </p:sp>
      <p:sp>
        <p:nvSpPr>
          <p:cNvPr id="1226" name="data-path-1226">
            <a:extLst xmlns:a="http://schemas.openxmlformats.org/drawingml/2006/main">
              <a:ext uri="{FF2B5EF4-FFF2-40B4-BE49-F238E27FC236}">
                <a16:creationId xmlns:a16="http://schemas.microsoft.com/office/drawing/2014/main" id="{0ED82B13-0653-415E-A5DE-ECDC202580B3}"/>
              </a:ext>
            </a:extLst>
          </p:cNvPr>
          <p:cNvSpPr>
            <a:spLocks xmlns:a="http://schemas.openxmlformats.org/drawingml/2006/main" noGrp="1"/>
          </p:cNvSpPr>
          <p:nvPr/>
        </p:nvSpPr>
        <p:spPr>
          <a:xfrm xmlns:a="http://schemas.openxmlformats.org/drawingml/2006/main">
            <a:off x="4743000" y="598275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227" name="text-1227">
            <a:extLst xmlns:a="http://schemas.openxmlformats.org/drawingml/2006/main">
              <a:ext uri="{FF2B5EF4-FFF2-40B4-BE49-F238E27FC236}">
                <a16:creationId xmlns:a16="http://schemas.microsoft.com/office/drawing/2014/main" id="{45C0C421-7458-4A01-B711-C2C7CC0EF807}"/>
              </a:ext>
            </a:extLst>
          </p:cNvPr>
          <p:cNvSpPr>
            <a:spLocks xmlns:a="http://schemas.openxmlformats.org/drawingml/2006/main" noGrp="1"/>
          </p:cNvSpPr>
          <p:nvPr/>
        </p:nvSpPr>
        <p:spPr>
          <a:xfrm xmlns:a="http://schemas.openxmlformats.org/drawingml/2006/main" rot="0">
            <a:off x="4513500" y="592425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2</a:t>
            </a:r>
          </a:p>
        </p:txBody>
      </p:sp>
      <p:sp>
        <p:nvSpPr>
          <p:cNvPr id="1228" name="data-path-1228">
            <a:extLst xmlns:a="http://schemas.openxmlformats.org/drawingml/2006/main">
              <a:ext uri="{FF2B5EF4-FFF2-40B4-BE49-F238E27FC236}">
                <a16:creationId xmlns:a16="http://schemas.microsoft.com/office/drawing/2014/main" id="{51CC609B-E100-4DD9-96F6-7B99C313FA8F}"/>
              </a:ext>
            </a:extLst>
          </p:cNvPr>
          <p:cNvSpPr>
            <a:spLocks xmlns:a="http://schemas.openxmlformats.org/drawingml/2006/main" noGrp="1"/>
          </p:cNvSpPr>
          <p:nvPr/>
        </p:nvSpPr>
        <p:spPr>
          <a:xfrm xmlns:a="http://schemas.openxmlformats.org/drawingml/2006/main">
            <a:off x="4743000" y="5701500"/>
            <a:ext cx="22500" cy="450"/>
          </a:xfrm>
          <a:custGeom xmlns:a="http://schemas.openxmlformats.org/drawingml/2006/main">
            <a:pathLst>
              <a:path w="22500" h="450">
                <a:moveTo>
                  <a:pt x="0" y="0"/>
                </a:moveTo>
                <a:lnTo>
                  <a:pt x="22500" y="0"/>
                </a:lnTo>
              </a:path>
            </a:pathLst>
          </a:custGeom>
          <a:noFill xmlns:a="http://schemas.openxmlformats.org/drawingml/2006/main"/>
          <a:ln xmlns:a="http://schemas.openxmlformats.org/drawingml/2006/main" w="6750">
            <a:solidFill>
              <a:srgbClr val="34454D"/>
            </a:solidFill>
          </a:ln>
        </p:spPr>
      </p:sp>
      <p:sp>
        <p:nvSpPr>
          <p:cNvPr id="1229" name="text-1229">
            <a:extLst xmlns:a="http://schemas.openxmlformats.org/drawingml/2006/main">
              <a:ext uri="{FF2B5EF4-FFF2-40B4-BE49-F238E27FC236}">
                <a16:creationId xmlns:a16="http://schemas.microsoft.com/office/drawing/2014/main" id="{140F4A20-21C9-4F71-8ABB-D2C750F872BE}"/>
              </a:ext>
            </a:extLst>
          </p:cNvPr>
          <p:cNvSpPr>
            <a:spLocks xmlns:a="http://schemas.openxmlformats.org/drawingml/2006/main" noGrp="1"/>
          </p:cNvSpPr>
          <p:nvPr/>
        </p:nvSpPr>
        <p:spPr>
          <a:xfrm xmlns:a="http://schemas.openxmlformats.org/drawingml/2006/main" rot="0">
            <a:off x="4513500" y="5643000"/>
            <a:ext cx="202500" cy="11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4</a:t>
            </a:r>
          </a:p>
        </p:txBody>
      </p:sp>
      <p:sp>
        <p:nvSpPr>
          <p:cNvPr id="1230" name="text-1230">
            <a:extLst xmlns:a="http://schemas.openxmlformats.org/drawingml/2006/main">
              <a:ext uri="{FF2B5EF4-FFF2-40B4-BE49-F238E27FC236}">
                <a16:creationId xmlns:a16="http://schemas.microsoft.com/office/drawing/2014/main" id="{AFDA0816-9515-49B5-B9E4-B9CDE0B62FE3}"/>
              </a:ext>
            </a:extLst>
          </p:cNvPr>
          <p:cNvSpPr>
            <a:spLocks xmlns:a="http://schemas.openxmlformats.org/drawingml/2006/main" noGrp="1"/>
          </p:cNvSpPr>
          <p:nvPr/>
        </p:nvSpPr>
        <p:spPr>
          <a:xfrm xmlns:a="http://schemas.openxmlformats.org/drawingml/2006/main" rot="0">
            <a:off x="4738500" y="7024500"/>
            <a:ext cx="15885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Predicted next-visit HI</a:t>
            </a:r>
          </a:p>
        </p:txBody>
      </p:sp>
      <p:sp>
        <p:nvSpPr>
          <p:cNvPr id="1231" name="text-1231">
            <a:extLst xmlns:a="http://schemas.openxmlformats.org/drawingml/2006/main">
              <a:ext uri="{FF2B5EF4-FFF2-40B4-BE49-F238E27FC236}">
                <a16:creationId xmlns:a16="http://schemas.microsoft.com/office/drawing/2014/main" id="{480FFB7B-C771-4667-9AA7-0D2012F80EFF}"/>
              </a:ext>
            </a:extLst>
          </p:cNvPr>
          <p:cNvSpPr>
            <a:spLocks xmlns:a="http://schemas.openxmlformats.org/drawingml/2006/main" noGrp="1"/>
          </p:cNvSpPr>
          <p:nvPr/>
        </p:nvSpPr>
        <p:spPr>
          <a:xfrm xmlns:a="http://schemas.openxmlformats.org/drawingml/2006/main" rot="16200000">
            <a:off x="4045500" y="6196500"/>
            <a:ext cx="6750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Observed next-visit HI</a:t>
            </a:r>
          </a:p>
        </p:txBody>
      </p:sp>
      <p:sp>
        <p:nvSpPr>
          <p:cNvPr id="1232" name="data-path-1232">
            <a:extLst xmlns:a="http://schemas.openxmlformats.org/drawingml/2006/main">
              <a:ext uri="{FF2B5EF4-FFF2-40B4-BE49-F238E27FC236}">
                <a16:creationId xmlns:a16="http://schemas.microsoft.com/office/drawing/2014/main" id="{E0B0382B-450D-49A9-A522-11ED649FF286}"/>
              </a:ext>
            </a:extLst>
          </p:cNvPr>
          <p:cNvSpPr>
            <a:spLocks xmlns:a="http://schemas.openxmlformats.org/drawingml/2006/main" noGrp="1"/>
          </p:cNvSpPr>
          <p:nvPr/>
        </p:nvSpPr>
        <p:spPr>
          <a:xfrm xmlns:a="http://schemas.openxmlformats.org/drawingml/2006/main">
            <a:off x="4765500" y="5701500"/>
            <a:ext cx="1534500" cy="1125000"/>
          </a:xfrm>
          <a:custGeom xmlns:a="http://schemas.openxmlformats.org/drawingml/2006/main">
            <a:pathLst>
              <a:path w="1534500" h="1125000">
                <a:moveTo>
                  <a:pt x="0" y="1125000"/>
                </a:moveTo>
                <a:lnTo>
                  <a:pt x="1534500" y="0"/>
                </a:lnTo>
              </a:path>
            </a:pathLst>
          </a:custGeom>
          <a:noFill xmlns:a="http://schemas.openxmlformats.org/drawingml/2006/main"/>
          <a:ln xmlns:a="http://schemas.openxmlformats.org/drawingml/2006/main" w="8100">
            <a:solidFill>
              <a:srgbClr val="87999E"/>
            </a:solidFill>
          </a:ln>
        </p:spPr>
      </p:sp>
      <p:sp>
        <p:nvSpPr>
          <p:cNvPr id="1233" name="data-point-1233">
            <a:extLst xmlns:a="http://schemas.openxmlformats.org/drawingml/2006/main">
              <a:ext uri="{FF2B5EF4-FFF2-40B4-BE49-F238E27FC236}">
                <a16:creationId xmlns:a16="http://schemas.microsoft.com/office/drawing/2014/main" id="{370C2F06-14BB-46A5-865C-8374BB502DE3}"/>
              </a:ext>
            </a:extLst>
          </p:cNvPr>
          <p:cNvSpPr>
            <a:spLocks xmlns:a="http://schemas.openxmlformats.org/drawingml/2006/main" noGrp="1"/>
          </p:cNvSpPr>
          <p:nvPr/>
        </p:nvSpPr>
        <p:spPr>
          <a:xfrm xmlns:a="http://schemas.openxmlformats.org/drawingml/2006/main">
            <a:off x="5454264" y="621488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34" name="data-point-1234">
            <a:extLst xmlns:a="http://schemas.openxmlformats.org/drawingml/2006/main">
              <a:ext uri="{FF2B5EF4-FFF2-40B4-BE49-F238E27FC236}">
                <a16:creationId xmlns:a16="http://schemas.microsoft.com/office/drawing/2014/main" id="{DBD2613D-A98A-46C8-80AC-D8A96A81F4C7}"/>
              </a:ext>
            </a:extLst>
          </p:cNvPr>
          <p:cNvSpPr>
            <a:spLocks xmlns:a="http://schemas.openxmlformats.org/drawingml/2006/main" noGrp="1"/>
          </p:cNvSpPr>
          <p:nvPr/>
        </p:nvSpPr>
        <p:spPr>
          <a:xfrm xmlns:a="http://schemas.openxmlformats.org/drawingml/2006/main">
            <a:off x="5526887" y="631346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35" name="data-point-1235">
            <a:extLst xmlns:a="http://schemas.openxmlformats.org/drawingml/2006/main">
              <a:ext uri="{FF2B5EF4-FFF2-40B4-BE49-F238E27FC236}">
                <a16:creationId xmlns:a16="http://schemas.microsoft.com/office/drawing/2014/main" id="{A1B9CDAD-D19F-453C-A38B-F1344C644815}"/>
              </a:ext>
            </a:extLst>
          </p:cNvPr>
          <p:cNvSpPr>
            <a:spLocks xmlns:a="http://schemas.openxmlformats.org/drawingml/2006/main" noGrp="1"/>
          </p:cNvSpPr>
          <p:nvPr/>
        </p:nvSpPr>
        <p:spPr>
          <a:xfrm xmlns:a="http://schemas.openxmlformats.org/drawingml/2006/main">
            <a:off x="5458225" y="630247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36" name="data-point-1236">
            <a:extLst xmlns:a="http://schemas.openxmlformats.org/drawingml/2006/main">
              <a:ext uri="{FF2B5EF4-FFF2-40B4-BE49-F238E27FC236}">
                <a16:creationId xmlns:a16="http://schemas.microsoft.com/office/drawing/2014/main" id="{1D86CCD5-E79E-4149-9F2D-6F296ECE0E40}"/>
              </a:ext>
            </a:extLst>
          </p:cNvPr>
          <p:cNvSpPr>
            <a:spLocks xmlns:a="http://schemas.openxmlformats.org/drawingml/2006/main" noGrp="1"/>
          </p:cNvSpPr>
          <p:nvPr/>
        </p:nvSpPr>
        <p:spPr>
          <a:xfrm xmlns:a="http://schemas.openxmlformats.org/drawingml/2006/main">
            <a:off x="5997775" y="588026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37" name="data-point-1237">
            <a:extLst xmlns:a="http://schemas.openxmlformats.org/drawingml/2006/main">
              <a:ext uri="{FF2B5EF4-FFF2-40B4-BE49-F238E27FC236}">
                <a16:creationId xmlns:a16="http://schemas.microsoft.com/office/drawing/2014/main" id="{99B78AFF-72E7-41B8-B659-CE59151A5333}"/>
              </a:ext>
            </a:extLst>
          </p:cNvPr>
          <p:cNvSpPr>
            <a:spLocks xmlns:a="http://schemas.openxmlformats.org/drawingml/2006/main" noGrp="1"/>
          </p:cNvSpPr>
          <p:nvPr/>
        </p:nvSpPr>
        <p:spPr>
          <a:xfrm xmlns:a="http://schemas.openxmlformats.org/drawingml/2006/main">
            <a:off x="6002476" y="591130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38" name="data-point-1238">
            <a:extLst xmlns:a="http://schemas.openxmlformats.org/drawingml/2006/main">
              <a:ext uri="{FF2B5EF4-FFF2-40B4-BE49-F238E27FC236}">
                <a16:creationId xmlns:a16="http://schemas.microsoft.com/office/drawing/2014/main" id="{0DFBE211-C98E-4C09-8500-88F9B2FE14FE}"/>
              </a:ext>
            </a:extLst>
          </p:cNvPr>
          <p:cNvSpPr>
            <a:spLocks xmlns:a="http://schemas.openxmlformats.org/drawingml/2006/main" noGrp="1"/>
          </p:cNvSpPr>
          <p:nvPr/>
        </p:nvSpPr>
        <p:spPr>
          <a:xfrm xmlns:a="http://schemas.openxmlformats.org/drawingml/2006/main">
            <a:off x="5962059" y="590254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39" name="data-point-1239">
            <a:extLst xmlns:a="http://schemas.openxmlformats.org/drawingml/2006/main">
              <a:ext uri="{FF2B5EF4-FFF2-40B4-BE49-F238E27FC236}">
                <a16:creationId xmlns:a16="http://schemas.microsoft.com/office/drawing/2014/main" id="{DAA23075-A0EA-4C47-82F5-19EE1B95865F}"/>
              </a:ext>
            </a:extLst>
          </p:cNvPr>
          <p:cNvSpPr>
            <a:spLocks xmlns:a="http://schemas.openxmlformats.org/drawingml/2006/main" noGrp="1"/>
          </p:cNvSpPr>
          <p:nvPr/>
        </p:nvSpPr>
        <p:spPr>
          <a:xfrm xmlns:a="http://schemas.openxmlformats.org/drawingml/2006/main">
            <a:off x="5688012" y="614759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40" name="data-point-1240">
            <a:extLst xmlns:a="http://schemas.openxmlformats.org/drawingml/2006/main">
              <a:ext uri="{FF2B5EF4-FFF2-40B4-BE49-F238E27FC236}">
                <a16:creationId xmlns:a16="http://schemas.microsoft.com/office/drawing/2014/main" id="{7DF0FA23-615D-4C0F-97CE-7B7C7D981254}"/>
              </a:ext>
            </a:extLst>
          </p:cNvPr>
          <p:cNvSpPr>
            <a:spLocks xmlns:a="http://schemas.openxmlformats.org/drawingml/2006/main" noGrp="1"/>
          </p:cNvSpPr>
          <p:nvPr/>
        </p:nvSpPr>
        <p:spPr>
          <a:xfrm xmlns:a="http://schemas.openxmlformats.org/drawingml/2006/main">
            <a:off x="5638557" y="60131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41" name="data-point-1241">
            <a:extLst xmlns:a="http://schemas.openxmlformats.org/drawingml/2006/main">
              <a:ext uri="{FF2B5EF4-FFF2-40B4-BE49-F238E27FC236}">
                <a16:creationId xmlns:a16="http://schemas.microsoft.com/office/drawing/2014/main" id="{1AF68FA3-B840-43C2-A286-158DE05D844E}"/>
              </a:ext>
            </a:extLst>
          </p:cNvPr>
          <p:cNvSpPr>
            <a:spLocks xmlns:a="http://schemas.openxmlformats.org/drawingml/2006/main" noGrp="1"/>
          </p:cNvSpPr>
          <p:nvPr/>
        </p:nvSpPr>
        <p:spPr>
          <a:xfrm xmlns:a="http://schemas.openxmlformats.org/drawingml/2006/main">
            <a:off x="5773073" y="60448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42" name="data-point-1242">
            <a:extLst xmlns:a="http://schemas.openxmlformats.org/drawingml/2006/main">
              <a:ext uri="{FF2B5EF4-FFF2-40B4-BE49-F238E27FC236}">
                <a16:creationId xmlns:a16="http://schemas.microsoft.com/office/drawing/2014/main" id="{FCC57947-CF1B-4A56-8053-DF0915FA641A}"/>
              </a:ext>
            </a:extLst>
          </p:cNvPr>
          <p:cNvSpPr>
            <a:spLocks xmlns:a="http://schemas.openxmlformats.org/drawingml/2006/main" noGrp="1"/>
          </p:cNvSpPr>
          <p:nvPr/>
        </p:nvSpPr>
        <p:spPr>
          <a:xfrm xmlns:a="http://schemas.openxmlformats.org/drawingml/2006/main">
            <a:off x="5558576" y="627018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43" name="data-point-1243">
            <a:extLst xmlns:a="http://schemas.openxmlformats.org/drawingml/2006/main">
              <a:ext uri="{FF2B5EF4-FFF2-40B4-BE49-F238E27FC236}">
                <a16:creationId xmlns:a16="http://schemas.microsoft.com/office/drawing/2014/main" id="{78741F14-6F03-4B1F-94FE-6A9A62488593}"/>
              </a:ext>
            </a:extLst>
          </p:cNvPr>
          <p:cNvSpPr>
            <a:spLocks xmlns:a="http://schemas.openxmlformats.org/drawingml/2006/main" noGrp="1"/>
          </p:cNvSpPr>
          <p:nvPr/>
        </p:nvSpPr>
        <p:spPr>
          <a:xfrm xmlns:a="http://schemas.openxmlformats.org/drawingml/2006/main">
            <a:off x="5510922" y="607920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44" name="data-point-1244">
            <a:extLst xmlns:a="http://schemas.openxmlformats.org/drawingml/2006/main">
              <a:ext uri="{FF2B5EF4-FFF2-40B4-BE49-F238E27FC236}">
                <a16:creationId xmlns:a16="http://schemas.microsoft.com/office/drawing/2014/main" id="{B1E118BF-BBFC-48C4-B9DF-9A776FA0F3E5}"/>
              </a:ext>
            </a:extLst>
          </p:cNvPr>
          <p:cNvSpPr>
            <a:spLocks xmlns:a="http://schemas.openxmlformats.org/drawingml/2006/main" noGrp="1"/>
          </p:cNvSpPr>
          <p:nvPr/>
        </p:nvSpPr>
        <p:spPr>
          <a:xfrm xmlns:a="http://schemas.openxmlformats.org/drawingml/2006/main">
            <a:off x="5670751" y="621280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45" name="data-point-1245">
            <a:extLst xmlns:a="http://schemas.openxmlformats.org/drawingml/2006/main">
              <a:ext uri="{FF2B5EF4-FFF2-40B4-BE49-F238E27FC236}">
                <a16:creationId xmlns:a16="http://schemas.microsoft.com/office/drawing/2014/main" id="{D72C4B63-8868-47DD-BE1A-9179E8363FCA}"/>
              </a:ext>
            </a:extLst>
          </p:cNvPr>
          <p:cNvSpPr>
            <a:spLocks xmlns:a="http://schemas.openxmlformats.org/drawingml/2006/main" noGrp="1"/>
          </p:cNvSpPr>
          <p:nvPr/>
        </p:nvSpPr>
        <p:spPr>
          <a:xfrm xmlns:a="http://schemas.openxmlformats.org/drawingml/2006/main">
            <a:off x="5588373" y="620152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46" name="data-point-1246">
            <a:extLst xmlns:a="http://schemas.openxmlformats.org/drawingml/2006/main">
              <a:ext uri="{FF2B5EF4-FFF2-40B4-BE49-F238E27FC236}">
                <a16:creationId xmlns:a16="http://schemas.microsoft.com/office/drawing/2014/main" id="{55644BD9-ADA4-4F84-833E-B3CD4B0347C1}"/>
              </a:ext>
            </a:extLst>
          </p:cNvPr>
          <p:cNvSpPr>
            <a:spLocks xmlns:a="http://schemas.openxmlformats.org/drawingml/2006/main" noGrp="1"/>
          </p:cNvSpPr>
          <p:nvPr/>
        </p:nvSpPr>
        <p:spPr>
          <a:xfrm xmlns:a="http://schemas.openxmlformats.org/drawingml/2006/main">
            <a:off x="5593288" y="620323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47" name="data-point-1247">
            <a:extLst xmlns:a="http://schemas.openxmlformats.org/drawingml/2006/main">
              <a:ext uri="{FF2B5EF4-FFF2-40B4-BE49-F238E27FC236}">
                <a16:creationId xmlns:a16="http://schemas.microsoft.com/office/drawing/2014/main" id="{68D66170-B2B9-461A-A0AB-094F8A725414}"/>
              </a:ext>
            </a:extLst>
          </p:cNvPr>
          <p:cNvSpPr>
            <a:spLocks xmlns:a="http://schemas.openxmlformats.org/drawingml/2006/main" noGrp="1"/>
          </p:cNvSpPr>
          <p:nvPr/>
        </p:nvSpPr>
        <p:spPr>
          <a:xfrm xmlns:a="http://schemas.openxmlformats.org/drawingml/2006/main">
            <a:off x="5580564" y="61114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48" name="data-point-1248">
            <a:extLst xmlns:a="http://schemas.openxmlformats.org/drawingml/2006/main">
              <a:ext uri="{FF2B5EF4-FFF2-40B4-BE49-F238E27FC236}">
                <a16:creationId xmlns:a16="http://schemas.microsoft.com/office/drawing/2014/main" id="{50E5802F-FC06-4BD6-A96D-A21CA2FD8DA9}"/>
              </a:ext>
            </a:extLst>
          </p:cNvPr>
          <p:cNvSpPr>
            <a:spLocks xmlns:a="http://schemas.openxmlformats.org/drawingml/2006/main" noGrp="1"/>
          </p:cNvSpPr>
          <p:nvPr/>
        </p:nvSpPr>
        <p:spPr>
          <a:xfrm xmlns:a="http://schemas.openxmlformats.org/drawingml/2006/main">
            <a:off x="5638420" y="608669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49" name="data-point-1249">
            <a:extLst xmlns:a="http://schemas.openxmlformats.org/drawingml/2006/main">
              <a:ext uri="{FF2B5EF4-FFF2-40B4-BE49-F238E27FC236}">
                <a16:creationId xmlns:a16="http://schemas.microsoft.com/office/drawing/2014/main" id="{D52F6F41-A941-4C0E-A279-3E1E2B052CEC}"/>
              </a:ext>
            </a:extLst>
          </p:cNvPr>
          <p:cNvSpPr>
            <a:spLocks xmlns:a="http://schemas.openxmlformats.org/drawingml/2006/main" noGrp="1"/>
          </p:cNvSpPr>
          <p:nvPr/>
        </p:nvSpPr>
        <p:spPr>
          <a:xfrm xmlns:a="http://schemas.openxmlformats.org/drawingml/2006/main">
            <a:off x="5727467" y="590280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50" name="data-point-1250">
            <a:extLst xmlns:a="http://schemas.openxmlformats.org/drawingml/2006/main">
              <a:ext uri="{FF2B5EF4-FFF2-40B4-BE49-F238E27FC236}">
                <a16:creationId xmlns:a16="http://schemas.microsoft.com/office/drawing/2014/main" id="{71E22B93-E0F7-4AF3-A106-90577AD46D93}"/>
              </a:ext>
            </a:extLst>
          </p:cNvPr>
          <p:cNvSpPr>
            <a:spLocks xmlns:a="http://schemas.openxmlformats.org/drawingml/2006/main" noGrp="1"/>
          </p:cNvSpPr>
          <p:nvPr/>
        </p:nvSpPr>
        <p:spPr>
          <a:xfrm xmlns:a="http://schemas.openxmlformats.org/drawingml/2006/main">
            <a:off x="5917574" y="600704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51" name="data-point-1251">
            <a:extLst xmlns:a="http://schemas.openxmlformats.org/drawingml/2006/main">
              <a:ext uri="{FF2B5EF4-FFF2-40B4-BE49-F238E27FC236}">
                <a16:creationId xmlns:a16="http://schemas.microsoft.com/office/drawing/2014/main" id="{8B0263FA-EA79-4A63-88BB-10F8A14FACC5}"/>
              </a:ext>
            </a:extLst>
          </p:cNvPr>
          <p:cNvSpPr>
            <a:spLocks xmlns:a="http://schemas.openxmlformats.org/drawingml/2006/main" noGrp="1"/>
          </p:cNvSpPr>
          <p:nvPr/>
        </p:nvSpPr>
        <p:spPr>
          <a:xfrm xmlns:a="http://schemas.openxmlformats.org/drawingml/2006/main">
            <a:off x="5551242" y="624349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52" name="data-point-1252">
            <a:extLst xmlns:a="http://schemas.openxmlformats.org/drawingml/2006/main">
              <a:ext uri="{FF2B5EF4-FFF2-40B4-BE49-F238E27FC236}">
                <a16:creationId xmlns:a16="http://schemas.microsoft.com/office/drawing/2014/main" id="{A8C15037-3185-4DC1-A909-530B5C265CE2}"/>
              </a:ext>
            </a:extLst>
          </p:cNvPr>
          <p:cNvSpPr>
            <a:spLocks xmlns:a="http://schemas.openxmlformats.org/drawingml/2006/main" noGrp="1"/>
          </p:cNvSpPr>
          <p:nvPr/>
        </p:nvSpPr>
        <p:spPr>
          <a:xfrm xmlns:a="http://schemas.openxmlformats.org/drawingml/2006/main">
            <a:off x="5538625" y="623427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53" name="data-point-1253">
            <a:extLst xmlns:a="http://schemas.openxmlformats.org/drawingml/2006/main">
              <a:ext uri="{FF2B5EF4-FFF2-40B4-BE49-F238E27FC236}">
                <a16:creationId xmlns:a16="http://schemas.microsoft.com/office/drawing/2014/main" id="{F6E4ACD8-BCA3-4ED0-9A9D-ABFE039FCDE0}"/>
              </a:ext>
            </a:extLst>
          </p:cNvPr>
          <p:cNvSpPr>
            <a:spLocks xmlns:a="http://schemas.openxmlformats.org/drawingml/2006/main" noGrp="1"/>
          </p:cNvSpPr>
          <p:nvPr/>
        </p:nvSpPr>
        <p:spPr>
          <a:xfrm xmlns:a="http://schemas.openxmlformats.org/drawingml/2006/main">
            <a:off x="5398137" y="645443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54" name="data-point-1254">
            <a:extLst xmlns:a="http://schemas.openxmlformats.org/drawingml/2006/main">
              <a:ext uri="{FF2B5EF4-FFF2-40B4-BE49-F238E27FC236}">
                <a16:creationId xmlns:a16="http://schemas.microsoft.com/office/drawing/2014/main" id="{8183026B-D864-4F3A-ADD0-3DA324AA2E70}"/>
              </a:ext>
            </a:extLst>
          </p:cNvPr>
          <p:cNvSpPr>
            <a:spLocks xmlns:a="http://schemas.openxmlformats.org/drawingml/2006/main" noGrp="1"/>
          </p:cNvSpPr>
          <p:nvPr/>
        </p:nvSpPr>
        <p:spPr>
          <a:xfrm xmlns:a="http://schemas.openxmlformats.org/drawingml/2006/main">
            <a:off x="5286794" y="644539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55" name="data-point-1255">
            <a:extLst xmlns:a="http://schemas.openxmlformats.org/drawingml/2006/main">
              <a:ext uri="{FF2B5EF4-FFF2-40B4-BE49-F238E27FC236}">
                <a16:creationId xmlns:a16="http://schemas.microsoft.com/office/drawing/2014/main" id="{0A0F4C5A-2802-4E04-9ABF-4A04B4AEBA0A}"/>
              </a:ext>
            </a:extLst>
          </p:cNvPr>
          <p:cNvSpPr>
            <a:spLocks xmlns:a="http://schemas.openxmlformats.org/drawingml/2006/main" noGrp="1"/>
          </p:cNvSpPr>
          <p:nvPr/>
        </p:nvSpPr>
        <p:spPr>
          <a:xfrm xmlns:a="http://schemas.openxmlformats.org/drawingml/2006/main">
            <a:off x="5564637" y="6213931"/>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56" name="data-point-1256">
            <a:extLst xmlns:a="http://schemas.openxmlformats.org/drawingml/2006/main">
              <a:ext uri="{FF2B5EF4-FFF2-40B4-BE49-F238E27FC236}">
                <a16:creationId xmlns:a16="http://schemas.microsoft.com/office/drawing/2014/main" id="{C01743AC-7C4F-4797-80E4-C567E44FBCA7}"/>
              </a:ext>
            </a:extLst>
          </p:cNvPr>
          <p:cNvSpPr>
            <a:spLocks xmlns:a="http://schemas.openxmlformats.org/drawingml/2006/main" noGrp="1"/>
          </p:cNvSpPr>
          <p:nvPr/>
        </p:nvSpPr>
        <p:spPr>
          <a:xfrm xmlns:a="http://schemas.openxmlformats.org/drawingml/2006/main">
            <a:off x="5550952" y="626770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57" name="data-point-1257">
            <a:extLst xmlns:a="http://schemas.openxmlformats.org/drawingml/2006/main">
              <a:ext uri="{FF2B5EF4-FFF2-40B4-BE49-F238E27FC236}">
                <a16:creationId xmlns:a16="http://schemas.microsoft.com/office/drawing/2014/main" id="{3DA29401-D882-47E8-A8AF-075BFC61F14C}"/>
              </a:ext>
            </a:extLst>
          </p:cNvPr>
          <p:cNvSpPr>
            <a:spLocks xmlns:a="http://schemas.openxmlformats.org/drawingml/2006/main" noGrp="1"/>
          </p:cNvSpPr>
          <p:nvPr/>
        </p:nvSpPr>
        <p:spPr>
          <a:xfrm xmlns:a="http://schemas.openxmlformats.org/drawingml/2006/main">
            <a:off x="5604449" y="61709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58" name="data-point-1258">
            <a:extLst xmlns:a="http://schemas.openxmlformats.org/drawingml/2006/main">
              <a:ext uri="{FF2B5EF4-FFF2-40B4-BE49-F238E27FC236}">
                <a16:creationId xmlns:a16="http://schemas.microsoft.com/office/drawing/2014/main" id="{868D76EC-7AF4-4A41-9B61-B3AF84E9CE69}"/>
              </a:ext>
            </a:extLst>
          </p:cNvPr>
          <p:cNvSpPr>
            <a:spLocks xmlns:a="http://schemas.openxmlformats.org/drawingml/2006/main" noGrp="1"/>
          </p:cNvSpPr>
          <p:nvPr/>
        </p:nvSpPr>
        <p:spPr>
          <a:xfrm xmlns:a="http://schemas.openxmlformats.org/drawingml/2006/main">
            <a:off x="5589765" y="619940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59" name="data-point-1259">
            <a:extLst xmlns:a="http://schemas.openxmlformats.org/drawingml/2006/main">
              <a:ext uri="{FF2B5EF4-FFF2-40B4-BE49-F238E27FC236}">
                <a16:creationId xmlns:a16="http://schemas.microsoft.com/office/drawing/2014/main" id="{C6E89F0C-35E9-4BE4-BA5A-6C8F49C68206}"/>
              </a:ext>
            </a:extLst>
          </p:cNvPr>
          <p:cNvSpPr>
            <a:spLocks xmlns:a="http://schemas.openxmlformats.org/drawingml/2006/main" noGrp="1"/>
          </p:cNvSpPr>
          <p:nvPr/>
        </p:nvSpPr>
        <p:spPr>
          <a:xfrm xmlns:a="http://schemas.openxmlformats.org/drawingml/2006/main">
            <a:off x="5666346" y="619934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60" name="data-point-1260">
            <a:extLst xmlns:a="http://schemas.openxmlformats.org/drawingml/2006/main">
              <a:ext uri="{FF2B5EF4-FFF2-40B4-BE49-F238E27FC236}">
                <a16:creationId xmlns:a16="http://schemas.microsoft.com/office/drawing/2014/main" id="{1784E577-05EF-45B6-814C-536E9EDDCD19}"/>
              </a:ext>
            </a:extLst>
          </p:cNvPr>
          <p:cNvSpPr>
            <a:spLocks xmlns:a="http://schemas.openxmlformats.org/drawingml/2006/main" noGrp="1"/>
          </p:cNvSpPr>
          <p:nvPr/>
        </p:nvSpPr>
        <p:spPr>
          <a:xfrm xmlns:a="http://schemas.openxmlformats.org/drawingml/2006/main">
            <a:off x="5604972" y="621835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61" name="data-point-1261">
            <a:extLst xmlns:a="http://schemas.openxmlformats.org/drawingml/2006/main">
              <a:ext uri="{FF2B5EF4-FFF2-40B4-BE49-F238E27FC236}">
                <a16:creationId xmlns:a16="http://schemas.microsoft.com/office/drawing/2014/main" id="{A403460A-2476-47BF-806D-C905F2BC467C}"/>
              </a:ext>
            </a:extLst>
          </p:cNvPr>
          <p:cNvSpPr>
            <a:spLocks xmlns:a="http://schemas.openxmlformats.org/drawingml/2006/main" noGrp="1"/>
          </p:cNvSpPr>
          <p:nvPr/>
        </p:nvSpPr>
        <p:spPr>
          <a:xfrm xmlns:a="http://schemas.openxmlformats.org/drawingml/2006/main">
            <a:off x="5442637" y="636210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62" name="data-point-1262">
            <a:extLst xmlns:a="http://schemas.openxmlformats.org/drawingml/2006/main">
              <a:ext uri="{FF2B5EF4-FFF2-40B4-BE49-F238E27FC236}">
                <a16:creationId xmlns:a16="http://schemas.microsoft.com/office/drawing/2014/main" id="{8008726C-ED8A-44F3-8099-346663846D38}"/>
              </a:ext>
            </a:extLst>
          </p:cNvPr>
          <p:cNvSpPr>
            <a:spLocks xmlns:a="http://schemas.openxmlformats.org/drawingml/2006/main" noGrp="1"/>
          </p:cNvSpPr>
          <p:nvPr/>
        </p:nvSpPr>
        <p:spPr>
          <a:xfrm xmlns:a="http://schemas.openxmlformats.org/drawingml/2006/main">
            <a:off x="5361957" y="628011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63" name="data-point-1263">
            <a:extLst xmlns:a="http://schemas.openxmlformats.org/drawingml/2006/main">
              <a:ext uri="{FF2B5EF4-FFF2-40B4-BE49-F238E27FC236}">
                <a16:creationId xmlns:a16="http://schemas.microsoft.com/office/drawing/2014/main" id="{42463E8D-DDC1-43A8-9778-4618FDA9D554}"/>
              </a:ext>
            </a:extLst>
          </p:cNvPr>
          <p:cNvSpPr>
            <a:spLocks xmlns:a="http://schemas.openxmlformats.org/drawingml/2006/main" noGrp="1"/>
          </p:cNvSpPr>
          <p:nvPr/>
        </p:nvSpPr>
        <p:spPr>
          <a:xfrm xmlns:a="http://schemas.openxmlformats.org/drawingml/2006/main">
            <a:off x="5669065" y="62851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64" name="data-point-1264">
            <a:extLst xmlns:a="http://schemas.openxmlformats.org/drawingml/2006/main">
              <a:ext uri="{FF2B5EF4-FFF2-40B4-BE49-F238E27FC236}">
                <a16:creationId xmlns:a16="http://schemas.microsoft.com/office/drawing/2014/main" id="{D5D03D53-56B0-4593-9F8B-C2FF3E0DCFDB}"/>
              </a:ext>
            </a:extLst>
          </p:cNvPr>
          <p:cNvSpPr>
            <a:spLocks xmlns:a="http://schemas.openxmlformats.org/drawingml/2006/main" noGrp="1"/>
          </p:cNvSpPr>
          <p:nvPr/>
        </p:nvSpPr>
        <p:spPr>
          <a:xfrm xmlns:a="http://schemas.openxmlformats.org/drawingml/2006/main">
            <a:off x="5544756" y="605773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65" name="data-point-1265">
            <a:extLst xmlns:a="http://schemas.openxmlformats.org/drawingml/2006/main">
              <a:ext uri="{FF2B5EF4-FFF2-40B4-BE49-F238E27FC236}">
                <a16:creationId xmlns:a16="http://schemas.microsoft.com/office/drawing/2014/main" id="{5C1866E3-68CB-41D2-BB36-A222502120BE}"/>
              </a:ext>
            </a:extLst>
          </p:cNvPr>
          <p:cNvSpPr>
            <a:spLocks xmlns:a="http://schemas.openxmlformats.org/drawingml/2006/main" noGrp="1"/>
          </p:cNvSpPr>
          <p:nvPr/>
        </p:nvSpPr>
        <p:spPr>
          <a:xfrm xmlns:a="http://schemas.openxmlformats.org/drawingml/2006/main">
            <a:off x="5669452" y="613015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66" name="data-point-1266">
            <a:extLst xmlns:a="http://schemas.openxmlformats.org/drawingml/2006/main">
              <a:ext uri="{FF2B5EF4-FFF2-40B4-BE49-F238E27FC236}">
                <a16:creationId xmlns:a16="http://schemas.microsoft.com/office/drawing/2014/main" id="{DA5BEA75-E9AA-407E-8DBE-65B72C9F5E04}"/>
              </a:ext>
            </a:extLst>
          </p:cNvPr>
          <p:cNvSpPr>
            <a:spLocks xmlns:a="http://schemas.openxmlformats.org/drawingml/2006/main" noGrp="1"/>
          </p:cNvSpPr>
          <p:nvPr/>
        </p:nvSpPr>
        <p:spPr>
          <a:xfrm xmlns:a="http://schemas.openxmlformats.org/drawingml/2006/main">
            <a:off x="5591611" y="606243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67" name="data-point-1267">
            <a:extLst xmlns:a="http://schemas.openxmlformats.org/drawingml/2006/main">
              <a:ext uri="{FF2B5EF4-FFF2-40B4-BE49-F238E27FC236}">
                <a16:creationId xmlns:a16="http://schemas.microsoft.com/office/drawing/2014/main" id="{E5423F62-0A27-4D7F-968D-A47960DB7639}"/>
              </a:ext>
            </a:extLst>
          </p:cNvPr>
          <p:cNvSpPr>
            <a:spLocks xmlns:a="http://schemas.openxmlformats.org/drawingml/2006/main" noGrp="1"/>
          </p:cNvSpPr>
          <p:nvPr/>
        </p:nvSpPr>
        <p:spPr>
          <a:xfrm xmlns:a="http://schemas.openxmlformats.org/drawingml/2006/main">
            <a:off x="5711584" y="605194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68" name="data-point-1268">
            <a:extLst xmlns:a="http://schemas.openxmlformats.org/drawingml/2006/main">
              <a:ext uri="{FF2B5EF4-FFF2-40B4-BE49-F238E27FC236}">
                <a16:creationId xmlns:a16="http://schemas.microsoft.com/office/drawing/2014/main" id="{D81415FE-A890-4B5B-9847-069BA72E18AB}"/>
              </a:ext>
            </a:extLst>
          </p:cNvPr>
          <p:cNvSpPr>
            <a:spLocks xmlns:a="http://schemas.openxmlformats.org/drawingml/2006/main" noGrp="1"/>
          </p:cNvSpPr>
          <p:nvPr/>
        </p:nvSpPr>
        <p:spPr>
          <a:xfrm xmlns:a="http://schemas.openxmlformats.org/drawingml/2006/main">
            <a:off x="5732058" y="628115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69" name="data-point-1269">
            <a:extLst xmlns:a="http://schemas.openxmlformats.org/drawingml/2006/main">
              <a:ext uri="{FF2B5EF4-FFF2-40B4-BE49-F238E27FC236}">
                <a16:creationId xmlns:a16="http://schemas.microsoft.com/office/drawing/2014/main" id="{6AC397CA-0EB1-4DF6-B211-4C022A3F4CE9}"/>
              </a:ext>
            </a:extLst>
          </p:cNvPr>
          <p:cNvSpPr>
            <a:spLocks xmlns:a="http://schemas.openxmlformats.org/drawingml/2006/main" noGrp="1"/>
          </p:cNvSpPr>
          <p:nvPr/>
        </p:nvSpPr>
        <p:spPr>
          <a:xfrm xmlns:a="http://schemas.openxmlformats.org/drawingml/2006/main">
            <a:off x="5296521" y="648650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70" name="data-point-1270">
            <a:extLst xmlns:a="http://schemas.openxmlformats.org/drawingml/2006/main">
              <a:ext uri="{FF2B5EF4-FFF2-40B4-BE49-F238E27FC236}">
                <a16:creationId xmlns:a16="http://schemas.microsoft.com/office/drawing/2014/main" id="{19DC85B8-A902-477D-B737-6F57A6C3D1E0}"/>
              </a:ext>
            </a:extLst>
          </p:cNvPr>
          <p:cNvSpPr>
            <a:spLocks xmlns:a="http://schemas.openxmlformats.org/drawingml/2006/main" noGrp="1"/>
          </p:cNvSpPr>
          <p:nvPr/>
        </p:nvSpPr>
        <p:spPr>
          <a:xfrm xmlns:a="http://schemas.openxmlformats.org/drawingml/2006/main">
            <a:off x="5255679" y="640851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71" name="data-point-1271">
            <a:extLst xmlns:a="http://schemas.openxmlformats.org/drawingml/2006/main">
              <a:ext uri="{FF2B5EF4-FFF2-40B4-BE49-F238E27FC236}">
                <a16:creationId xmlns:a16="http://schemas.microsoft.com/office/drawing/2014/main" id="{B5C12766-205B-4A01-952A-9DE7BFC8E4E3}"/>
              </a:ext>
            </a:extLst>
          </p:cNvPr>
          <p:cNvSpPr>
            <a:spLocks xmlns:a="http://schemas.openxmlformats.org/drawingml/2006/main" noGrp="1"/>
          </p:cNvSpPr>
          <p:nvPr/>
        </p:nvSpPr>
        <p:spPr>
          <a:xfrm xmlns:a="http://schemas.openxmlformats.org/drawingml/2006/main">
            <a:off x="5299777" y="644567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72" name="data-point-1272">
            <a:extLst xmlns:a="http://schemas.openxmlformats.org/drawingml/2006/main">
              <a:ext uri="{FF2B5EF4-FFF2-40B4-BE49-F238E27FC236}">
                <a16:creationId xmlns:a16="http://schemas.microsoft.com/office/drawing/2014/main" id="{6D5C923D-BBBC-46FD-83CA-36C3336A7EBA}"/>
              </a:ext>
            </a:extLst>
          </p:cNvPr>
          <p:cNvSpPr>
            <a:spLocks xmlns:a="http://schemas.openxmlformats.org/drawingml/2006/main" noGrp="1"/>
          </p:cNvSpPr>
          <p:nvPr/>
        </p:nvSpPr>
        <p:spPr>
          <a:xfrm xmlns:a="http://schemas.openxmlformats.org/drawingml/2006/main">
            <a:off x="5607326" y="628617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73" name="data-point-1273">
            <a:extLst xmlns:a="http://schemas.openxmlformats.org/drawingml/2006/main">
              <a:ext uri="{FF2B5EF4-FFF2-40B4-BE49-F238E27FC236}">
                <a16:creationId xmlns:a16="http://schemas.microsoft.com/office/drawing/2014/main" id="{BE78E457-C2B5-4F72-BE38-C67F1EBFEA37}"/>
              </a:ext>
            </a:extLst>
          </p:cNvPr>
          <p:cNvSpPr>
            <a:spLocks xmlns:a="http://schemas.openxmlformats.org/drawingml/2006/main" noGrp="1"/>
          </p:cNvSpPr>
          <p:nvPr/>
        </p:nvSpPr>
        <p:spPr>
          <a:xfrm xmlns:a="http://schemas.openxmlformats.org/drawingml/2006/main">
            <a:off x="5510215" y="621373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74" name="data-point-1274">
            <a:extLst xmlns:a="http://schemas.openxmlformats.org/drawingml/2006/main">
              <a:ext uri="{FF2B5EF4-FFF2-40B4-BE49-F238E27FC236}">
                <a16:creationId xmlns:a16="http://schemas.microsoft.com/office/drawing/2014/main" id="{F554155D-E582-430A-B340-543273B314D7}"/>
              </a:ext>
            </a:extLst>
          </p:cNvPr>
          <p:cNvSpPr>
            <a:spLocks xmlns:a="http://schemas.openxmlformats.org/drawingml/2006/main" noGrp="1"/>
          </p:cNvSpPr>
          <p:nvPr/>
        </p:nvSpPr>
        <p:spPr>
          <a:xfrm xmlns:a="http://schemas.openxmlformats.org/drawingml/2006/main">
            <a:off x="5579379" y="625828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75" name="data-point-1275">
            <a:extLst xmlns:a="http://schemas.openxmlformats.org/drawingml/2006/main">
              <a:ext uri="{FF2B5EF4-FFF2-40B4-BE49-F238E27FC236}">
                <a16:creationId xmlns:a16="http://schemas.microsoft.com/office/drawing/2014/main" id="{CCE3788D-59AC-47C9-BCB3-10F8546CD1B0}"/>
              </a:ext>
            </a:extLst>
          </p:cNvPr>
          <p:cNvSpPr>
            <a:spLocks xmlns:a="http://schemas.openxmlformats.org/drawingml/2006/main" noGrp="1"/>
          </p:cNvSpPr>
          <p:nvPr/>
        </p:nvSpPr>
        <p:spPr>
          <a:xfrm xmlns:a="http://schemas.openxmlformats.org/drawingml/2006/main">
            <a:off x="5453671" y="635541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76" name="data-point-1276">
            <a:extLst xmlns:a="http://schemas.openxmlformats.org/drawingml/2006/main">
              <a:ext uri="{FF2B5EF4-FFF2-40B4-BE49-F238E27FC236}">
                <a16:creationId xmlns:a16="http://schemas.microsoft.com/office/drawing/2014/main" id="{800CB54A-2789-4BCC-BC41-3D39B0E6F43F}"/>
              </a:ext>
            </a:extLst>
          </p:cNvPr>
          <p:cNvSpPr>
            <a:spLocks xmlns:a="http://schemas.openxmlformats.org/drawingml/2006/main" noGrp="1"/>
          </p:cNvSpPr>
          <p:nvPr/>
        </p:nvSpPr>
        <p:spPr>
          <a:xfrm xmlns:a="http://schemas.openxmlformats.org/drawingml/2006/main">
            <a:off x="5416993" y="623594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77" name="data-point-1277">
            <a:extLst xmlns:a="http://schemas.openxmlformats.org/drawingml/2006/main">
              <a:ext uri="{FF2B5EF4-FFF2-40B4-BE49-F238E27FC236}">
                <a16:creationId xmlns:a16="http://schemas.microsoft.com/office/drawing/2014/main" id="{174FE891-27B4-4EE1-8536-2CC304A038F5}"/>
              </a:ext>
            </a:extLst>
          </p:cNvPr>
          <p:cNvSpPr>
            <a:spLocks xmlns:a="http://schemas.openxmlformats.org/drawingml/2006/main" noGrp="1"/>
          </p:cNvSpPr>
          <p:nvPr/>
        </p:nvSpPr>
        <p:spPr>
          <a:xfrm xmlns:a="http://schemas.openxmlformats.org/drawingml/2006/main">
            <a:off x="5363382" y="648526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78" name="data-point-1278">
            <a:extLst xmlns:a="http://schemas.openxmlformats.org/drawingml/2006/main">
              <a:ext uri="{FF2B5EF4-FFF2-40B4-BE49-F238E27FC236}">
                <a16:creationId xmlns:a16="http://schemas.microsoft.com/office/drawing/2014/main" id="{0BB0A712-41CB-465A-BA41-B2A58963FDED}"/>
              </a:ext>
            </a:extLst>
          </p:cNvPr>
          <p:cNvSpPr>
            <a:spLocks xmlns:a="http://schemas.openxmlformats.org/drawingml/2006/main" noGrp="1"/>
          </p:cNvSpPr>
          <p:nvPr/>
        </p:nvSpPr>
        <p:spPr>
          <a:xfrm xmlns:a="http://schemas.openxmlformats.org/drawingml/2006/main">
            <a:off x="5286098" y="64596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79" name="data-point-1279">
            <a:extLst xmlns:a="http://schemas.openxmlformats.org/drawingml/2006/main">
              <a:ext uri="{FF2B5EF4-FFF2-40B4-BE49-F238E27FC236}">
                <a16:creationId xmlns:a16="http://schemas.microsoft.com/office/drawing/2014/main" id="{15E8D036-B552-4DA7-B44A-C8D9255CD486}"/>
              </a:ext>
            </a:extLst>
          </p:cNvPr>
          <p:cNvSpPr>
            <a:spLocks xmlns:a="http://schemas.openxmlformats.org/drawingml/2006/main" noGrp="1"/>
          </p:cNvSpPr>
          <p:nvPr/>
        </p:nvSpPr>
        <p:spPr>
          <a:xfrm xmlns:a="http://schemas.openxmlformats.org/drawingml/2006/main">
            <a:off x="5268682" y="641452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80" name="data-point-1280">
            <a:extLst xmlns:a="http://schemas.openxmlformats.org/drawingml/2006/main">
              <a:ext uri="{FF2B5EF4-FFF2-40B4-BE49-F238E27FC236}">
                <a16:creationId xmlns:a16="http://schemas.microsoft.com/office/drawing/2014/main" id="{08740E7A-53F6-492A-A3BA-8D36907A53E0}"/>
              </a:ext>
            </a:extLst>
          </p:cNvPr>
          <p:cNvSpPr>
            <a:spLocks xmlns:a="http://schemas.openxmlformats.org/drawingml/2006/main" noGrp="1"/>
          </p:cNvSpPr>
          <p:nvPr/>
        </p:nvSpPr>
        <p:spPr>
          <a:xfrm xmlns:a="http://schemas.openxmlformats.org/drawingml/2006/main">
            <a:off x="5810355" y="596519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81" name="data-point-1281">
            <a:extLst xmlns:a="http://schemas.openxmlformats.org/drawingml/2006/main">
              <a:ext uri="{FF2B5EF4-FFF2-40B4-BE49-F238E27FC236}">
                <a16:creationId xmlns:a16="http://schemas.microsoft.com/office/drawing/2014/main" id="{FDD5EFFD-3FBA-4CB0-B0D0-F09F36D5BA9E}"/>
              </a:ext>
            </a:extLst>
          </p:cNvPr>
          <p:cNvSpPr>
            <a:spLocks xmlns:a="http://schemas.openxmlformats.org/drawingml/2006/main" noGrp="1"/>
          </p:cNvSpPr>
          <p:nvPr/>
        </p:nvSpPr>
        <p:spPr>
          <a:xfrm xmlns:a="http://schemas.openxmlformats.org/drawingml/2006/main">
            <a:off x="5838225" y="605869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82" name="data-point-1282">
            <a:extLst xmlns:a="http://schemas.openxmlformats.org/drawingml/2006/main">
              <a:ext uri="{FF2B5EF4-FFF2-40B4-BE49-F238E27FC236}">
                <a16:creationId xmlns:a16="http://schemas.microsoft.com/office/drawing/2014/main" id="{17DD6452-1C5F-44C8-ACA0-BFB5EDD6C862}"/>
              </a:ext>
            </a:extLst>
          </p:cNvPr>
          <p:cNvSpPr>
            <a:spLocks xmlns:a="http://schemas.openxmlformats.org/drawingml/2006/main" noGrp="1"/>
          </p:cNvSpPr>
          <p:nvPr/>
        </p:nvSpPr>
        <p:spPr>
          <a:xfrm xmlns:a="http://schemas.openxmlformats.org/drawingml/2006/main">
            <a:off x="5774052" y="604007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83" name="data-point-1283">
            <a:extLst xmlns:a="http://schemas.openxmlformats.org/drawingml/2006/main">
              <a:ext uri="{FF2B5EF4-FFF2-40B4-BE49-F238E27FC236}">
                <a16:creationId xmlns:a16="http://schemas.microsoft.com/office/drawing/2014/main" id="{90A7CC2F-8D3D-494D-A927-DFDCFB54FB14}"/>
              </a:ext>
            </a:extLst>
          </p:cNvPr>
          <p:cNvSpPr>
            <a:spLocks xmlns:a="http://schemas.openxmlformats.org/drawingml/2006/main" noGrp="1"/>
          </p:cNvSpPr>
          <p:nvPr/>
        </p:nvSpPr>
        <p:spPr>
          <a:xfrm xmlns:a="http://schemas.openxmlformats.org/drawingml/2006/main">
            <a:off x="5771214" y="605138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84" name="data-point-1284">
            <a:extLst xmlns:a="http://schemas.openxmlformats.org/drawingml/2006/main">
              <a:ext uri="{FF2B5EF4-FFF2-40B4-BE49-F238E27FC236}">
                <a16:creationId xmlns:a16="http://schemas.microsoft.com/office/drawing/2014/main" id="{54967DAC-2147-4611-9F4B-300F80C3D170}"/>
              </a:ext>
            </a:extLst>
          </p:cNvPr>
          <p:cNvSpPr>
            <a:spLocks xmlns:a="http://schemas.openxmlformats.org/drawingml/2006/main" noGrp="1"/>
          </p:cNvSpPr>
          <p:nvPr/>
        </p:nvSpPr>
        <p:spPr>
          <a:xfrm xmlns:a="http://schemas.openxmlformats.org/drawingml/2006/main">
            <a:off x="5782066" y="604048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85" name="data-point-1285">
            <a:extLst xmlns:a="http://schemas.openxmlformats.org/drawingml/2006/main">
              <a:ext uri="{FF2B5EF4-FFF2-40B4-BE49-F238E27FC236}">
                <a16:creationId xmlns:a16="http://schemas.microsoft.com/office/drawing/2014/main" id="{298E7C4D-AB4A-4C44-94AE-4763680B500D}"/>
              </a:ext>
            </a:extLst>
          </p:cNvPr>
          <p:cNvSpPr>
            <a:spLocks xmlns:a="http://schemas.openxmlformats.org/drawingml/2006/main" noGrp="1"/>
          </p:cNvSpPr>
          <p:nvPr/>
        </p:nvSpPr>
        <p:spPr>
          <a:xfrm xmlns:a="http://schemas.openxmlformats.org/drawingml/2006/main">
            <a:off x="5282246" y="640479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86" name="data-point-1286">
            <a:extLst xmlns:a="http://schemas.openxmlformats.org/drawingml/2006/main">
              <a:ext uri="{FF2B5EF4-FFF2-40B4-BE49-F238E27FC236}">
                <a16:creationId xmlns:a16="http://schemas.microsoft.com/office/drawing/2014/main" id="{912B96FB-4749-47C8-87CB-4FFBD49BCF27}"/>
              </a:ext>
            </a:extLst>
          </p:cNvPr>
          <p:cNvSpPr>
            <a:spLocks xmlns:a="http://schemas.openxmlformats.org/drawingml/2006/main" noGrp="1"/>
          </p:cNvSpPr>
          <p:nvPr/>
        </p:nvSpPr>
        <p:spPr>
          <a:xfrm xmlns:a="http://schemas.openxmlformats.org/drawingml/2006/main">
            <a:off x="5307486" y="644298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87" name="data-point-1287">
            <a:extLst xmlns:a="http://schemas.openxmlformats.org/drawingml/2006/main">
              <a:ext uri="{FF2B5EF4-FFF2-40B4-BE49-F238E27FC236}">
                <a16:creationId xmlns:a16="http://schemas.microsoft.com/office/drawing/2014/main" id="{0CE1C593-E768-4DC5-BC97-2CA1AE307BBE}"/>
              </a:ext>
            </a:extLst>
          </p:cNvPr>
          <p:cNvSpPr>
            <a:spLocks xmlns:a="http://schemas.openxmlformats.org/drawingml/2006/main" noGrp="1"/>
          </p:cNvSpPr>
          <p:nvPr/>
        </p:nvSpPr>
        <p:spPr>
          <a:xfrm xmlns:a="http://schemas.openxmlformats.org/drawingml/2006/main">
            <a:off x="5365049" y="631403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88" name="data-point-1288">
            <a:extLst xmlns:a="http://schemas.openxmlformats.org/drawingml/2006/main">
              <a:ext uri="{FF2B5EF4-FFF2-40B4-BE49-F238E27FC236}">
                <a16:creationId xmlns:a16="http://schemas.microsoft.com/office/drawing/2014/main" id="{A5117D5B-CB71-428A-A909-F69B2FADE52D}"/>
              </a:ext>
            </a:extLst>
          </p:cNvPr>
          <p:cNvSpPr>
            <a:spLocks xmlns:a="http://schemas.openxmlformats.org/drawingml/2006/main" noGrp="1"/>
          </p:cNvSpPr>
          <p:nvPr/>
        </p:nvSpPr>
        <p:spPr>
          <a:xfrm xmlns:a="http://schemas.openxmlformats.org/drawingml/2006/main">
            <a:off x="5426145" y="638748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89" name="data-point-1289">
            <a:extLst xmlns:a="http://schemas.openxmlformats.org/drawingml/2006/main">
              <a:ext uri="{FF2B5EF4-FFF2-40B4-BE49-F238E27FC236}">
                <a16:creationId xmlns:a16="http://schemas.microsoft.com/office/drawing/2014/main" id="{4FA2571C-5800-4A45-8D3E-BB4E63B1CF1E}"/>
              </a:ext>
            </a:extLst>
          </p:cNvPr>
          <p:cNvSpPr>
            <a:spLocks xmlns:a="http://schemas.openxmlformats.org/drawingml/2006/main" noGrp="1"/>
          </p:cNvSpPr>
          <p:nvPr/>
        </p:nvSpPr>
        <p:spPr>
          <a:xfrm xmlns:a="http://schemas.openxmlformats.org/drawingml/2006/main">
            <a:off x="5426271" y="629995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90" name="data-point-1290">
            <a:extLst xmlns:a="http://schemas.openxmlformats.org/drawingml/2006/main">
              <a:ext uri="{FF2B5EF4-FFF2-40B4-BE49-F238E27FC236}">
                <a16:creationId xmlns:a16="http://schemas.microsoft.com/office/drawing/2014/main" id="{5840DAF2-EC5B-4E3F-8391-4915B72083F3}"/>
              </a:ext>
            </a:extLst>
          </p:cNvPr>
          <p:cNvSpPr>
            <a:spLocks xmlns:a="http://schemas.openxmlformats.org/drawingml/2006/main" noGrp="1"/>
          </p:cNvSpPr>
          <p:nvPr/>
        </p:nvSpPr>
        <p:spPr>
          <a:xfrm xmlns:a="http://schemas.openxmlformats.org/drawingml/2006/main">
            <a:off x="5457300" y="639391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91" name="data-point-1291">
            <a:extLst xmlns:a="http://schemas.openxmlformats.org/drawingml/2006/main">
              <a:ext uri="{FF2B5EF4-FFF2-40B4-BE49-F238E27FC236}">
                <a16:creationId xmlns:a16="http://schemas.microsoft.com/office/drawing/2014/main" id="{CEBA5A1C-E0E3-41E5-ADD8-4A462D1326CA}"/>
              </a:ext>
            </a:extLst>
          </p:cNvPr>
          <p:cNvSpPr>
            <a:spLocks xmlns:a="http://schemas.openxmlformats.org/drawingml/2006/main" noGrp="1"/>
          </p:cNvSpPr>
          <p:nvPr/>
        </p:nvSpPr>
        <p:spPr>
          <a:xfrm xmlns:a="http://schemas.openxmlformats.org/drawingml/2006/main">
            <a:off x="5363717" y="631358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92" name="data-point-1292">
            <a:extLst xmlns:a="http://schemas.openxmlformats.org/drawingml/2006/main">
              <a:ext uri="{FF2B5EF4-FFF2-40B4-BE49-F238E27FC236}">
                <a16:creationId xmlns:a16="http://schemas.microsoft.com/office/drawing/2014/main" id="{D1D34BFD-F315-43B5-A585-29B06A5D587D}"/>
              </a:ext>
            </a:extLst>
          </p:cNvPr>
          <p:cNvSpPr>
            <a:spLocks xmlns:a="http://schemas.openxmlformats.org/drawingml/2006/main" noGrp="1"/>
          </p:cNvSpPr>
          <p:nvPr/>
        </p:nvSpPr>
        <p:spPr>
          <a:xfrm xmlns:a="http://schemas.openxmlformats.org/drawingml/2006/main">
            <a:off x="5426519" y="635024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93" name="data-point-1293">
            <a:extLst xmlns:a="http://schemas.openxmlformats.org/drawingml/2006/main">
              <a:ext uri="{FF2B5EF4-FFF2-40B4-BE49-F238E27FC236}">
                <a16:creationId xmlns:a16="http://schemas.microsoft.com/office/drawing/2014/main" id="{82CBF431-96FA-44CA-BB62-1D591D96B52A}"/>
              </a:ext>
            </a:extLst>
          </p:cNvPr>
          <p:cNvSpPr>
            <a:spLocks xmlns:a="http://schemas.openxmlformats.org/drawingml/2006/main" noGrp="1"/>
          </p:cNvSpPr>
          <p:nvPr/>
        </p:nvSpPr>
        <p:spPr>
          <a:xfrm xmlns:a="http://schemas.openxmlformats.org/drawingml/2006/main">
            <a:off x="5533382" y="632284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94" name="data-point-1294">
            <a:extLst xmlns:a="http://schemas.openxmlformats.org/drawingml/2006/main">
              <a:ext uri="{FF2B5EF4-FFF2-40B4-BE49-F238E27FC236}">
                <a16:creationId xmlns:a16="http://schemas.microsoft.com/office/drawing/2014/main" id="{C0E4EB2B-A38A-4E34-B8F2-40C929398CD8}"/>
              </a:ext>
            </a:extLst>
          </p:cNvPr>
          <p:cNvSpPr>
            <a:spLocks xmlns:a="http://schemas.openxmlformats.org/drawingml/2006/main" noGrp="1"/>
          </p:cNvSpPr>
          <p:nvPr/>
        </p:nvSpPr>
        <p:spPr>
          <a:xfrm xmlns:a="http://schemas.openxmlformats.org/drawingml/2006/main">
            <a:off x="5461163" y="626406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95" name="data-point-1295">
            <a:extLst xmlns:a="http://schemas.openxmlformats.org/drawingml/2006/main">
              <a:ext uri="{FF2B5EF4-FFF2-40B4-BE49-F238E27FC236}">
                <a16:creationId xmlns:a16="http://schemas.microsoft.com/office/drawing/2014/main" id="{8AA9E653-BDFB-4E25-87FD-927F29EE6450}"/>
              </a:ext>
            </a:extLst>
          </p:cNvPr>
          <p:cNvSpPr>
            <a:spLocks xmlns:a="http://schemas.openxmlformats.org/drawingml/2006/main" noGrp="1"/>
          </p:cNvSpPr>
          <p:nvPr/>
        </p:nvSpPr>
        <p:spPr>
          <a:xfrm xmlns:a="http://schemas.openxmlformats.org/drawingml/2006/main">
            <a:off x="5463810" y="629525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96" name="data-point-1296">
            <a:extLst xmlns:a="http://schemas.openxmlformats.org/drawingml/2006/main">
              <a:ext uri="{FF2B5EF4-FFF2-40B4-BE49-F238E27FC236}">
                <a16:creationId xmlns:a16="http://schemas.microsoft.com/office/drawing/2014/main" id="{0E796355-EB83-4D15-9B56-E5A562595BBE}"/>
              </a:ext>
            </a:extLst>
          </p:cNvPr>
          <p:cNvSpPr>
            <a:spLocks xmlns:a="http://schemas.openxmlformats.org/drawingml/2006/main" noGrp="1"/>
          </p:cNvSpPr>
          <p:nvPr/>
        </p:nvSpPr>
        <p:spPr>
          <a:xfrm xmlns:a="http://schemas.openxmlformats.org/drawingml/2006/main">
            <a:off x="5478390" y="632341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297" name="data-point-1297">
            <a:extLst xmlns:a="http://schemas.openxmlformats.org/drawingml/2006/main">
              <a:ext uri="{FF2B5EF4-FFF2-40B4-BE49-F238E27FC236}">
                <a16:creationId xmlns:a16="http://schemas.microsoft.com/office/drawing/2014/main" id="{0CA91A56-0848-415F-9D27-2EC5CDC4790B}"/>
              </a:ext>
            </a:extLst>
          </p:cNvPr>
          <p:cNvSpPr>
            <a:spLocks xmlns:a="http://schemas.openxmlformats.org/drawingml/2006/main" noGrp="1"/>
          </p:cNvSpPr>
          <p:nvPr/>
        </p:nvSpPr>
        <p:spPr>
          <a:xfrm xmlns:a="http://schemas.openxmlformats.org/drawingml/2006/main">
            <a:off x="5550643" y="61502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298" name="data-point-1298">
            <a:extLst xmlns:a="http://schemas.openxmlformats.org/drawingml/2006/main">
              <a:ext uri="{FF2B5EF4-FFF2-40B4-BE49-F238E27FC236}">
                <a16:creationId xmlns:a16="http://schemas.microsoft.com/office/drawing/2014/main" id="{2A993E30-0000-4280-9D12-81D036EFBCAB}"/>
              </a:ext>
            </a:extLst>
          </p:cNvPr>
          <p:cNvSpPr>
            <a:spLocks xmlns:a="http://schemas.openxmlformats.org/drawingml/2006/main" noGrp="1"/>
          </p:cNvSpPr>
          <p:nvPr/>
        </p:nvSpPr>
        <p:spPr>
          <a:xfrm xmlns:a="http://schemas.openxmlformats.org/drawingml/2006/main">
            <a:off x="5510707" y="6283311"/>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299" name="data-point-1299">
            <a:extLst xmlns:a="http://schemas.openxmlformats.org/drawingml/2006/main">
              <a:ext uri="{FF2B5EF4-FFF2-40B4-BE49-F238E27FC236}">
                <a16:creationId xmlns:a16="http://schemas.microsoft.com/office/drawing/2014/main" id="{990060FC-613E-425B-B8D0-212EF54F84E9}"/>
              </a:ext>
            </a:extLst>
          </p:cNvPr>
          <p:cNvSpPr>
            <a:spLocks xmlns:a="http://schemas.openxmlformats.org/drawingml/2006/main" noGrp="1"/>
          </p:cNvSpPr>
          <p:nvPr/>
        </p:nvSpPr>
        <p:spPr>
          <a:xfrm xmlns:a="http://schemas.openxmlformats.org/drawingml/2006/main">
            <a:off x="5512856" y="638052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00" name="data-point-1300">
            <a:extLst xmlns:a="http://schemas.openxmlformats.org/drawingml/2006/main">
              <a:ext uri="{FF2B5EF4-FFF2-40B4-BE49-F238E27FC236}">
                <a16:creationId xmlns:a16="http://schemas.microsoft.com/office/drawing/2014/main" id="{F75184C8-EC5A-43A6-8AF4-F7A896777BDC}"/>
              </a:ext>
            </a:extLst>
          </p:cNvPr>
          <p:cNvSpPr>
            <a:spLocks xmlns:a="http://schemas.openxmlformats.org/drawingml/2006/main" noGrp="1"/>
          </p:cNvSpPr>
          <p:nvPr/>
        </p:nvSpPr>
        <p:spPr>
          <a:xfrm xmlns:a="http://schemas.openxmlformats.org/drawingml/2006/main">
            <a:off x="5819948" y="606795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01" name="data-point-1301">
            <a:extLst xmlns:a="http://schemas.openxmlformats.org/drawingml/2006/main">
              <a:ext uri="{FF2B5EF4-FFF2-40B4-BE49-F238E27FC236}">
                <a16:creationId xmlns:a16="http://schemas.microsoft.com/office/drawing/2014/main" id="{802BF851-D51D-40B8-9C18-6EDB00B87995}"/>
              </a:ext>
            </a:extLst>
          </p:cNvPr>
          <p:cNvSpPr>
            <a:spLocks xmlns:a="http://schemas.openxmlformats.org/drawingml/2006/main" noGrp="1"/>
          </p:cNvSpPr>
          <p:nvPr/>
        </p:nvSpPr>
        <p:spPr>
          <a:xfrm xmlns:a="http://schemas.openxmlformats.org/drawingml/2006/main">
            <a:off x="5300369" y="642799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02" name="data-point-1302">
            <a:extLst xmlns:a="http://schemas.openxmlformats.org/drawingml/2006/main">
              <a:ext uri="{FF2B5EF4-FFF2-40B4-BE49-F238E27FC236}">
                <a16:creationId xmlns:a16="http://schemas.microsoft.com/office/drawing/2014/main" id="{F48C1374-F315-4DDC-942D-BC59DC1B407C}"/>
              </a:ext>
            </a:extLst>
          </p:cNvPr>
          <p:cNvSpPr>
            <a:spLocks xmlns:a="http://schemas.openxmlformats.org/drawingml/2006/main" noGrp="1"/>
          </p:cNvSpPr>
          <p:nvPr/>
        </p:nvSpPr>
        <p:spPr>
          <a:xfrm xmlns:a="http://schemas.openxmlformats.org/drawingml/2006/main">
            <a:off x="5311613" y="651118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03" name="data-point-1303">
            <a:extLst xmlns:a="http://schemas.openxmlformats.org/drawingml/2006/main">
              <a:ext uri="{FF2B5EF4-FFF2-40B4-BE49-F238E27FC236}">
                <a16:creationId xmlns:a16="http://schemas.microsoft.com/office/drawing/2014/main" id="{DF9B7F03-4368-48CA-946A-01F0FD1B8DF9}"/>
              </a:ext>
            </a:extLst>
          </p:cNvPr>
          <p:cNvSpPr>
            <a:spLocks xmlns:a="http://schemas.openxmlformats.org/drawingml/2006/main" noGrp="1"/>
          </p:cNvSpPr>
          <p:nvPr/>
        </p:nvSpPr>
        <p:spPr>
          <a:xfrm xmlns:a="http://schemas.openxmlformats.org/drawingml/2006/main">
            <a:off x="5212861" y="642075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04" name="data-point-1304">
            <a:extLst xmlns:a="http://schemas.openxmlformats.org/drawingml/2006/main">
              <a:ext uri="{FF2B5EF4-FFF2-40B4-BE49-F238E27FC236}">
                <a16:creationId xmlns:a16="http://schemas.microsoft.com/office/drawing/2014/main" id="{37FC71D9-AF05-4162-86DF-827A3F482F83}"/>
              </a:ext>
            </a:extLst>
          </p:cNvPr>
          <p:cNvSpPr>
            <a:spLocks xmlns:a="http://schemas.openxmlformats.org/drawingml/2006/main" noGrp="1"/>
          </p:cNvSpPr>
          <p:nvPr/>
        </p:nvSpPr>
        <p:spPr>
          <a:xfrm xmlns:a="http://schemas.openxmlformats.org/drawingml/2006/main">
            <a:off x="5243816" y="652061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05" name="data-point-1305">
            <a:extLst xmlns:a="http://schemas.openxmlformats.org/drawingml/2006/main">
              <a:ext uri="{FF2B5EF4-FFF2-40B4-BE49-F238E27FC236}">
                <a16:creationId xmlns:a16="http://schemas.microsoft.com/office/drawing/2014/main" id="{A87A252F-7FCE-404F-915C-83414CF53893}"/>
              </a:ext>
            </a:extLst>
          </p:cNvPr>
          <p:cNvSpPr>
            <a:spLocks xmlns:a="http://schemas.openxmlformats.org/drawingml/2006/main" noGrp="1"/>
          </p:cNvSpPr>
          <p:nvPr/>
        </p:nvSpPr>
        <p:spPr>
          <a:xfrm xmlns:a="http://schemas.openxmlformats.org/drawingml/2006/main">
            <a:off x="5202546" y="644741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06" name="data-point-1306">
            <a:extLst xmlns:a="http://schemas.openxmlformats.org/drawingml/2006/main">
              <a:ext uri="{FF2B5EF4-FFF2-40B4-BE49-F238E27FC236}">
                <a16:creationId xmlns:a16="http://schemas.microsoft.com/office/drawing/2014/main" id="{EE1B9D9B-7F84-472D-808C-5840C95FC0A1}"/>
              </a:ext>
            </a:extLst>
          </p:cNvPr>
          <p:cNvSpPr>
            <a:spLocks xmlns:a="http://schemas.openxmlformats.org/drawingml/2006/main" noGrp="1"/>
          </p:cNvSpPr>
          <p:nvPr/>
        </p:nvSpPr>
        <p:spPr>
          <a:xfrm xmlns:a="http://schemas.openxmlformats.org/drawingml/2006/main">
            <a:off x="5251069" y="645929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07" name="data-point-1307">
            <a:extLst xmlns:a="http://schemas.openxmlformats.org/drawingml/2006/main">
              <a:ext uri="{FF2B5EF4-FFF2-40B4-BE49-F238E27FC236}">
                <a16:creationId xmlns:a16="http://schemas.microsoft.com/office/drawing/2014/main" id="{98AEFD4C-A53F-4B27-A6EE-D62F702C1183}"/>
              </a:ext>
            </a:extLst>
          </p:cNvPr>
          <p:cNvSpPr>
            <a:spLocks xmlns:a="http://schemas.openxmlformats.org/drawingml/2006/main" noGrp="1"/>
          </p:cNvSpPr>
          <p:nvPr/>
        </p:nvSpPr>
        <p:spPr>
          <a:xfrm xmlns:a="http://schemas.openxmlformats.org/drawingml/2006/main">
            <a:off x="5595566" y="629142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08" name="data-point-1308">
            <a:extLst xmlns:a="http://schemas.openxmlformats.org/drawingml/2006/main">
              <a:ext uri="{FF2B5EF4-FFF2-40B4-BE49-F238E27FC236}">
                <a16:creationId xmlns:a16="http://schemas.microsoft.com/office/drawing/2014/main" id="{1688773F-70DE-485A-8626-2BD93C68D9D9}"/>
              </a:ext>
            </a:extLst>
          </p:cNvPr>
          <p:cNvSpPr>
            <a:spLocks xmlns:a="http://schemas.openxmlformats.org/drawingml/2006/main" noGrp="1"/>
          </p:cNvSpPr>
          <p:nvPr/>
        </p:nvSpPr>
        <p:spPr>
          <a:xfrm xmlns:a="http://schemas.openxmlformats.org/drawingml/2006/main">
            <a:off x="5470563" y="606352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09" name="data-point-1309">
            <a:extLst xmlns:a="http://schemas.openxmlformats.org/drawingml/2006/main">
              <a:ext uri="{FF2B5EF4-FFF2-40B4-BE49-F238E27FC236}">
                <a16:creationId xmlns:a16="http://schemas.microsoft.com/office/drawing/2014/main" id="{1B645DB3-35F3-4559-A2E0-3F5E0A8940DB}"/>
              </a:ext>
            </a:extLst>
          </p:cNvPr>
          <p:cNvSpPr>
            <a:spLocks xmlns:a="http://schemas.openxmlformats.org/drawingml/2006/main" noGrp="1"/>
          </p:cNvSpPr>
          <p:nvPr/>
        </p:nvSpPr>
        <p:spPr>
          <a:xfrm xmlns:a="http://schemas.openxmlformats.org/drawingml/2006/main">
            <a:off x="5707662" y="6297696"/>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10" name="data-point-1310">
            <a:extLst xmlns:a="http://schemas.openxmlformats.org/drawingml/2006/main">
              <a:ext uri="{FF2B5EF4-FFF2-40B4-BE49-F238E27FC236}">
                <a16:creationId xmlns:a16="http://schemas.microsoft.com/office/drawing/2014/main" id="{429A13A4-065F-48A9-936B-13F789A5B2FF}"/>
              </a:ext>
            </a:extLst>
          </p:cNvPr>
          <p:cNvSpPr>
            <a:spLocks xmlns:a="http://schemas.openxmlformats.org/drawingml/2006/main" noGrp="1"/>
          </p:cNvSpPr>
          <p:nvPr/>
        </p:nvSpPr>
        <p:spPr>
          <a:xfrm xmlns:a="http://schemas.openxmlformats.org/drawingml/2006/main">
            <a:off x="5508082" y="636865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11" name="data-point-1311">
            <a:extLst xmlns:a="http://schemas.openxmlformats.org/drawingml/2006/main">
              <a:ext uri="{FF2B5EF4-FFF2-40B4-BE49-F238E27FC236}">
                <a16:creationId xmlns:a16="http://schemas.microsoft.com/office/drawing/2014/main" id="{9641F6ED-232C-4318-9C26-16AB2A2CB48C}"/>
              </a:ext>
            </a:extLst>
          </p:cNvPr>
          <p:cNvSpPr>
            <a:spLocks xmlns:a="http://schemas.openxmlformats.org/drawingml/2006/main" noGrp="1"/>
          </p:cNvSpPr>
          <p:nvPr/>
        </p:nvSpPr>
        <p:spPr>
          <a:xfrm xmlns:a="http://schemas.openxmlformats.org/drawingml/2006/main">
            <a:off x="5396371" y="639514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12" name="data-point-1312">
            <a:extLst xmlns:a="http://schemas.openxmlformats.org/drawingml/2006/main">
              <a:ext uri="{FF2B5EF4-FFF2-40B4-BE49-F238E27FC236}">
                <a16:creationId xmlns:a16="http://schemas.microsoft.com/office/drawing/2014/main" id="{8C23165D-0D37-4099-A341-76B1C27D64E7}"/>
              </a:ext>
            </a:extLst>
          </p:cNvPr>
          <p:cNvSpPr>
            <a:spLocks xmlns:a="http://schemas.openxmlformats.org/drawingml/2006/main" noGrp="1"/>
          </p:cNvSpPr>
          <p:nvPr/>
        </p:nvSpPr>
        <p:spPr>
          <a:xfrm xmlns:a="http://schemas.openxmlformats.org/drawingml/2006/main">
            <a:off x="5343365" y="629273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13" name="data-point-1313">
            <a:extLst xmlns:a="http://schemas.openxmlformats.org/drawingml/2006/main">
              <a:ext uri="{FF2B5EF4-FFF2-40B4-BE49-F238E27FC236}">
                <a16:creationId xmlns:a16="http://schemas.microsoft.com/office/drawing/2014/main" id="{C3D6BC52-90C9-4600-A30C-ED844EB71180}"/>
              </a:ext>
            </a:extLst>
          </p:cNvPr>
          <p:cNvSpPr>
            <a:spLocks xmlns:a="http://schemas.openxmlformats.org/drawingml/2006/main" noGrp="1"/>
          </p:cNvSpPr>
          <p:nvPr/>
        </p:nvSpPr>
        <p:spPr>
          <a:xfrm xmlns:a="http://schemas.openxmlformats.org/drawingml/2006/main">
            <a:off x="5508767" y="616839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14" name="data-point-1314">
            <a:extLst xmlns:a="http://schemas.openxmlformats.org/drawingml/2006/main">
              <a:ext uri="{FF2B5EF4-FFF2-40B4-BE49-F238E27FC236}">
                <a16:creationId xmlns:a16="http://schemas.microsoft.com/office/drawing/2014/main" id="{CE9C6628-9CC6-4BC8-9B5D-D14C6DE618B9}"/>
              </a:ext>
            </a:extLst>
          </p:cNvPr>
          <p:cNvSpPr>
            <a:spLocks xmlns:a="http://schemas.openxmlformats.org/drawingml/2006/main" noGrp="1"/>
          </p:cNvSpPr>
          <p:nvPr/>
        </p:nvSpPr>
        <p:spPr>
          <a:xfrm xmlns:a="http://schemas.openxmlformats.org/drawingml/2006/main">
            <a:off x="5609324" y="61380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15" name="data-point-1315">
            <a:extLst xmlns:a="http://schemas.openxmlformats.org/drawingml/2006/main">
              <a:ext uri="{FF2B5EF4-FFF2-40B4-BE49-F238E27FC236}">
                <a16:creationId xmlns:a16="http://schemas.microsoft.com/office/drawing/2014/main" id="{0BDAD065-73E9-410C-96CC-312A48502969}"/>
              </a:ext>
            </a:extLst>
          </p:cNvPr>
          <p:cNvSpPr>
            <a:spLocks xmlns:a="http://schemas.openxmlformats.org/drawingml/2006/main" noGrp="1"/>
          </p:cNvSpPr>
          <p:nvPr/>
        </p:nvSpPr>
        <p:spPr>
          <a:xfrm xmlns:a="http://schemas.openxmlformats.org/drawingml/2006/main">
            <a:off x="5629622" y="612361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16" name="data-point-1316">
            <a:extLst xmlns:a="http://schemas.openxmlformats.org/drawingml/2006/main">
              <a:ext uri="{FF2B5EF4-FFF2-40B4-BE49-F238E27FC236}">
                <a16:creationId xmlns:a16="http://schemas.microsoft.com/office/drawing/2014/main" id="{16E1762A-6172-4D3B-A82D-55DA93A71DD7}"/>
              </a:ext>
            </a:extLst>
          </p:cNvPr>
          <p:cNvSpPr>
            <a:spLocks xmlns:a="http://schemas.openxmlformats.org/drawingml/2006/main" noGrp="1"/>
          </p:cNvSpPr>
          <p:nvPr/>
        </p:nvSpPr>
        <p:spPr>
          <a:xfrm xmlns:a="http://schemas.openxmlformats.org/drawingml/2006/main">
            <a:off x="5597094" y="623609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17" name="data-point-1317">
            <a:extLst xmlns:a="http://schemas.openxmlformats.org/drawingml/2006/main">
              <a:ext uri="{FF2B5EF4-FFF2-40B4-BE49-F238E27FC236}">
                <a16:creationId xmlns:a16="http://schemas.microsoft.com/office/drawing/2014/main" id="{95BAE7FC-8B15-4198-80BF-203E48374EE2}"/>
              </a:ext>
            </a:extLst>
          </p:cNvPr>
          <p:cNvSpPr>
            <a:spLocks xmlns:a="http://schemas.openxmlformats.org/drawingml/2006/main" noGrp="1"/>
          </p:cNvSpPr>
          <p:nvPr/>
        </p:nvSpPr>
        <p:spPr>
          <a:xfrm xmlns:a="http://schemas.openxmlformats.org/drawingml/2006/main">
            <a:off x="5543789" y="621254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18" name="data-point-1318">
            <a:extLst xmlns:a="http://schemas.openxmlformats.org/drawingml/2006/main">
              <a:ext uri="{FF2B5EF4-FFF2-40B4-BE49-F238E27FC236}">
                <a16:creationId xmlns:a16="http://schemas.microsoft.com/office/drawing/2014/main" id="{C2AF19F3-CF9B-43D1-9E69-601452721339}"/>
              </a:ext>
            </a:extLst>
          </p:cNvPr>
          <p:cNvSpPr>
            <a:spLocks xmlns:a="http://schemas.openxmlformats.org/drawingml/2006/main" noGrp="1"/>
          </p:cNvSpPr>
          <p:nvPr/>
        </p:nvSpPr>
        <p:spPr>
          <a:xfrm xmlns:a="http://schemas.openxmlformats.org/drawingml/2006/main">
            <a:off x="5521653" y="625402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19" name="data-point-1319">
            <a:extLst xmlns:a="http://schemas.openxmlformats.org/drawingml/2006/main">
              <a:ext uri="{FF2B5EF4-FFF2-40B4-BE49-F238E27FC236}">
                <a16:creationId xmlns:a16="http://schemas.microsoft.com/office/drawing/2014/main" id="{811F7BE6-3C3F-445B-9907-6E854C5B0EEF}"/>
              </a:ext>
            </a:extLst>
          </p:cNvPr>
          <p:cNvSpPr>
            <a:spLocks xmlns:a="http://schemas.openxmlformats.org/drawingml/2006/main" noGrp="1"/>
          </p:cNvSpPr>
          <p:nvPr/>
        </p:nvSpPr>
        <p:spPr>
          <a:xfrm xmlns:a="http://schemas.openxmlformats.org/drawingml/2006/main">
            <a:off x="5499522" y="627811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20" name="data-point-1320">
            <a:extLst xmlns:a="http://schemas.openxmlformats.org/drawingml/2006/main">
              <a:ext uri="{FF2B5EF4-FFF2-40B4-BE49-F238E27FC236}">
                <a16:creationId xmlns:a16="http://schemas.microsoft.com/office/drawing/2014/main" id="{F0F04E9E-B135-4DD2-A360-E40367E1ADFC}"/>
              </a:ext>
            </a:extLst>
          </p:cNvPr>
          <p:cNvSpPr>
            <a:spLocks xmlns:a="http://schemas.openxmlformats.org/drawingml/2006/main" noGrp="1"/>
          </p:cNvSpPr>
          <p:nvPr/>
        </p:nvSpPr>
        <p:spPr>
          <a:xfrm xmlns:a="http://schemas.openxmlformats.org/drawingml/2006/main">
            <a:off x="5586422" y="624250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21" name="data-point-1321">
            <a:extLst xmlns:a="http://schemas.openxmlformats.org/drawingml/2006/main">
              <a:ext uri="{FF2B5EF4-FFF2-40B4-BE49-F238E27FC236}">
                <a16:creationId xmlns:a16="http://schemas.microsoft.com/office/drawing/2014/main" id="{C0DCF6B9-E508-4E5D-BB77-99030CBCB965}"/>
              </a:ext>
            </a:extLst>
          </p:cNvPr>
          <p:cNvSpPr>
            <a:spLocks xmlns:a="http://schemas.openxmlformats.org/drawingml/2006/main" noGrp="1"/>
          </p:cNvSpPr>
          <p:nvPr/>
        </p:nvSpPr>
        <p:spPr>
          <a:xfrm xmlns:a="http://schemas.openxmlformats.org/drawingml/2006/main">
            <a:off x="5548785" y="62532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22" name="data-point-1322">
            <a:extLst xmlns:a="http://schemas.openxmlformats.org/drawingml/2006/main">
              <a:ext uri="{FF2B5EF4-FFF2-40B4-BE49-F238E27FC236}">
                <a16:creationId xmlns:a16="http://schemas.microsoft.com/office/drawing/2014/main" id="{708D2560-8D41-45EF-AA62-D5583A2FC56C}"/>
              </a:ext>
            </a:extLst>
          </p:cNvPr>
          <p:cNvSpPr>
            <a:spLocks xmlns:a="http://schemas.openxmlformats.org/drawingml/2006/main" noGrp="1"/>
          </p:cNvSpPr>
          <p:nvPr/>
        </p:nvSpPr>
        <p:spPr>
          <a:xfrm xmlns:a="http://schemas.openxmlformats.org/drawingml/2006/main">
            <a:off x="5550470" y="601041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23" name="data-point-1323">
            <a:extLst xmlns:a="http://schemas.openxmlformats.org/drawingml/2006/main">
              <a:ext uri="{FF2B5EF4-FFF2-40B4-BE49-F238E27FC236}">
                <a16:creationId xmlns:a16="http://schemas.microsoft.com/office/drawing/2014/main" id="{B42E9BEA-5170-4E46-A96C-B8D361780552}"/>
              </a:ext>
            </a:extLst>
          </p:cNvPr>
          <p:cNvSpPr>
            <a:spLocks xmlns:a="http://schemas.openxmlformats.org/drawingml/2006/main" noGrp="1"/>
          </p:cNvSpPr>
          <p:nvPr/>
        </p:nvSpPr>
        <p:spPr>
          <a:xfrm xmlns:a="http://schemas.openxmlformats.org/drawingml/2006/main">
            <a:off x="5723554" y="604200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24" name="data-point-1324">
            <a:extLst xmlns:a="http://schemas.openxmlformats.org/drawingml/2006/main">
              <a:ext uri="{FF2B5EF4-FFF2-40B4-BE49-F238E27FC236}">
                <a16:creationId xmlns:a16="http://schemas.microsoft.com/office/drawing/2014/main" id="{F0A9FFB5-19A9-4EA5-B163-46C3A755E1AC}"/>
              </a:ext>
            </a:extLst>
          </p:cNvPr>
          <p:cNvSpPr>
            <a:spLocks xmlns:a="http://schemas.openxmlformats.org/drawingml/2006/main" noGrp="1"/>
          </p:cNvSpPr>
          <p:nvPr/>
        </p:nvSpPr>
        <p:spPr>
          <a:xfrm xmlns:a="http://schemas.openxmlformats.org/drawingml/2006/main">
            <a:off x="5762410" y="6118397"/>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25" name="data-point-1325">
            <a:extLst xmlns:a="http://schemas.openxmlformats.org/drawingml/2006/main">
              <a:ext uri="{FF2B5EF4-FFF2-40B4-BE49-F238E27FC236}">
                <a16:creationId xmlns:a16="http://schemas.microsoft.com/office/drawing/2014/main" id="{DF7B6F4C-97AC-4FFC-8CFE-9F2AB844C81A}"/>
              </a:ext>
            </a:extLst>
          </p:cNvPr>
          <p:cNvSpPr>
            <a:spLocks xmlns:a="http://schemas.openxmlformats.org/drawingml/2006/main" noGrp="1"/>
          </p:cNvSpPr>
          <p:nvPr/>
        </p:nvSpPr>
        <p:spPr>
          <a:xfrm xmlns:a="http://schemas.openxmlformats.org/drawingml/2006/main">
            <a:off x="5242584" y="658216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26" name="data-point-1326">
            <a:extLst xmlns:a="http://schemas.openxmlformats.org/drawingml/2006/main">
              <a:ext uri="{FF2B5EF4-FFF2-40B4-BE49-F238E27FC236}">
                <a16:creationId xmlns:a16="http://schemas.microsoft.com/office/drawing/2014/main" id="{A627B24E-F8D0-456C-9AFF-27855941417D}"/>
              </a:ext>
            </a:extLst>
          </p:cNvPr>
          <p:cNvSpPr>
            <a:spLocks xmlns:a="http://schemas.openxmlformats.org/drawingml/2006/main" noGrp="1"/>
          </p:cNvSpPr>
          <p:nvPr/>
        </p:nvSpPr>
        <p:spPr>
          <a:xfrm xmlns:a="http://schemas.openxmlformats.org/drawingml/2006/main">
            <a:off x="5139765" y="653248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27" name="data-point-1327">
            <a:extLst xmlns:a="http://schemas.openxmlformats.org/drawingml/2006/main">
              <a:ext uri="{FF2B5EF4-FFF2-40B4-BE49-F238E27FC236}">
                <a16:creationId xmlns:a16="http://schemas.microsoft.com/office/drawing/2014/main" id="{AA3710EA-79FC-41DA-8BCA-A7BD5D1AE8C3}"/>
              </a:ext>
            </a:extLst>
          </p:cNvPr>
          <p:cNvSpPr>
            <a:spLocks xmlns:a="http://schemas.openxmlformats.org/drawingml/2006/main" noGrp="1"/>
          </p:cNvSpPr>
          <p:nvPr/>
        </p:nvSpPr>
        <p:spPr>
          <a:xfrm xmlns:a="http://schemas.openxmlformats.org/drawingml/2006/main">
            <a:off x="5170610" y="651951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28" name="data-point-1328">
            <a:extLst xmlns:a="http://schemas.openxmlformats.org/drawingml/2006/main">
              <a:ext uri="{FF2B5EF4-FFF2-40B4-BE49-F238E27FC236}">
                <a16:creationId xmlns:a16="http://schemas.microsoft.com/office/drawing/2014/main" id="{4BCDD8DC-1240-4CC4-AE4E-6B062EEB372B}"/>
              </a:ext>
            </a:extLst>
          </p:cNvPr>
          <p:cNvSpPr>
            <a:spLocks xmlns:a="http://schemas.openxmlformats.org/drawingml/2006/main" noGrp="1"/>
          </p:cNvSpPr>
          <p:nvPr/>
        </p:nvSpPr>
        <p:spPr>
          <a:xfrm xmlns:a="http://schemas.openxmlformats.org/drawingml/2006/main">
            <a:off x="5472244" y="636859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29" name="data-point-1329">
            <a:extLst xmlns:a="http://schemas.openxmlformats.org/drawingml/2006/main">
              <a:ext uri="{FF2B5EF4-FFF2-40B4-BE49-F238E27FC236}">
                <a16:creationId xmlns:a16="http://schemas.microsoft.com/office/drawing/2014/main" id="{B290CE54-4BFC-4C9A-9843-6604689E2B47}"/>
              </a:ext>
            </a:extLst>
          </p:cNvPr>
          <p:cNvSpPr>
            <a:spLocks xmlns:a="http://schemas.openxmlformats.org/drawingml/2006/main" noGrp="1"/>
          </p:cNvSpPr>
          <p:nvPr/>
        </p:nvSpPr>
        <p:spPr>
          <a:xfrm xmlns:a="http://schemas.openxmlformats.org/drawingml/2006/main">
            <a:off x="5404172" y="634360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30" name="data-point-1330">
            <a:extLst xmlns:a="http://schemas.openxmlformats.org/drawingml/2006/main">
              <a:ext uri="{FF2B5EF4-FFF2-40B4-BE49-F238E27FC236}">
                <a16:creationId xmlns:a16="http://schemas.microsoft.com/office/drawing/2014/main" id="{26C0063D-A704-45B7-A613-739FB0F47E18}"/>
              </a:ext>
            </a:extLst>
          </p:cNvPr>
          <p:cNvSpPr>
            <a:spLocks xmlns:a="http://schemas.openxmlformats.org/drawingml/2006/main" noGrp="1"/>
          </p:cNvSpPr>
          <p:nvPr/>
        </p:nvSpPr>
        <p:spPr>
          <a:xfrm xmlns:a="http://schemas.openxmlformats.org/drawingml/2006/main">
            <a:off x="5398002" y="643532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31" name="data-point-1331">
            <a:extLst xmlns:a="http://schemas.openxmlformats.org/drawingml/2006/main">
              <a:ext uri="{FF2B5EF4-FFF2-40B4-BE49-F238E27FC236}">
                <a16:creationId xmlns:a16="http://schemas.microsoft.com/office/drawing/2014/main" id="{61D9E530-D1CA-40FC-A533-43F4A697C2E4}"/>
              </a:ext>
            </a:extLst>
          </p:cNvPr>
          <p:cNvSpPr>
            <a:spLocks xmlns:a="http://schemas.openxmlformats.org/drawingml/2006/main" noGrp="1"/>
          </p:cNvSpPr>
          <p:nvPr/>
        </p:nvSpPr>
        <p:spPr>
          <a:xfrm xmlns:a="http://schemas.openxmlformats.org/drawingml/2006/main">
            <a:off x="5226096" y="642293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32" name="data-point-1332">
            <a:extLst xmlns:a="http://schemas.openxmlformats.org/drawingml/2006/main">
              <a:ext uri="{FF2B5EF4-FFF2-40B4-BE49-F238E27FC236}">
                <a16:creationId xmlns:a16="http://schemas.microsoft.com/office/drawing/2014/main" id="{AF29D16C-97EC-464C-88FF-9C92C400C7FF}"/>
              </a:ext>
            </a:extLst>
          </p:cNvPr>
          <p:cNvSpPr>
            <a:spLocks xmlns:a="http://schemas.openxmlformats.org/drawingml/2006/main" noGrp="1"/>
          </p:cNvSpPr>
          <p:nvPr/>
        </p:nvSpPr>
        <p:spPr>
          <a:xfrm xmlns:a="http://schemas.openxmlformats.org/drawingml/2006/main">
            <a:off x="5773862" y="612762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33" name="data-point-1333">
            <a:extLst xmlns:a="http://schemas.openxmlformats.org/drawingml/2006/main">
              <a:ext uri="{FF2B5EF4-FFF2-40B4-BE49-F238E27FC236}">
                <a16:creationId xmlns:a16="http://schemas.microsoft.com/office/drawing/2014/main" id="{C6568FD0-D7D5-46B1-BFF7-F985DFCCCF8E}"/>
              </a:ext>
            </a:extLst>
          </p:cNvPr>
          <p:cNvSpPr>
            <a:spLocks xmlns:a="http://schemas.openxmlformats.org/drawingml/2006/main" noGrp="1"/>
          </p:cNvSpPr>
          <p:nvPr/>
        </p:nvSpPr>
        <p:spPr>
          <a:xfrm xmlns:a="http://schemas.openxmlformats.org/drawingml/2006/main">
            <a:off x="5678768" y="5982342"/>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34" name="data-point-1334">
            <a:extLst xmlns:a="http://schemas.openxmlformats.org/drawingml/2006/main">
              <a:ext uri="{FF2B5EF4-FFF2-40B4-BE49-F238E27FC236}">
                <a16:creationId xmlns:a16="http://schemas.microsoft.com/office/drawing/2014/main" id="{4AEAED65-F9FA-423F-A906-CABFED8A74C2}"/>
              </a:ext>
            </a:extLst>
          </p:cNvPr>
          <p:cNvSpPr>
            <a:spLocks xmlns:a="http://schemas.openxmlformats.org/drawingml/2006/main" noGrp="1"/>
          </p:cNvSpPr>
          <p:nvPr/>
        </p:nvSpPr>
        <p:spPr>
          <a:xfrm xmlns:a="http://schemas.openxmlformats.org/drawingml/2006/main">
            <a:off x="5294801" y="640014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35" name="data-point-1335">
            <a:extLst xmlns:a="http://schemas.openxmlformats.org/drawingml/2006/main">
              <a:ext uri="{FF2B5EF4-FFF2-40B4-BE49-F238E27FC236}">
                <a16:creationId xmlns:a16="http://schemas.microsoft.com/office/drawing/2014/main" id="{57F91466-F537-4F9B-9FC8-7A3358CDE00D}"/>
              </a:ext>
            </a:extLst>
          </p:cNvPr>
          <p:cNvSpPr>
            <a:spLocks xmlns:a="http://schemas.openxmlformats.org/drawingml/2006/main" noGrp="1"/>
          </p:cNvSpPr>
          <p:nvPr/>
        </p:nvSpPr>
        <p:spPr>
          <a:xfrm xmlns:a="http://schemas.openxmlformats.org/drawingml/2006/main">
            <a:off x="5799856" y="6197049"/>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36" name="data-point-1336">
            <a:extLst xmlns:a="http://schemas.openxmlformats.org/drawingml/2006/main">
              <a:ext uri="{FF2B5EF4-FFF2-40B4-BE49-F238E27FC236}">
                <a16:creationId xmlns:a16="http://schemas.microsoft.com/office/drawing/2014/main" id="{C68AE088-27B6-4D22-B456-64793FA588CF}"/>
              </a:ext>
            </a:extLst>
          </p:cNvPr>
          <p:cNvSpPr>
            <a:spLocks xmlns:a="http://schemas.openxmlformats.org/drawingml/2006/main" noGrp="1"/>
          </p:cNvSpPr>
          <p:nvPr/>
        </p:nvSpPr>
        <p:spPr>
          <a:xfrm xmlns:a="http://schemas.openxmlformats.org/drawingml/2006/main">
            <a:off x="5639933" y="6021580"/>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37" name="data-point-1337">
            <a:extLst xmlns:a="http://schemas.openxmlformats.org/drawingml/2006/main">
              <a:ext uri="{FF2B5EF4-FFF2-40B4-BE49-F238E27FC236}">
                <a16:creationId xmlns:a16="http://schemas.microsoft.com/office/drawing/2014/main" id="{573ADE11-3ABF-470F-BF2E-9FA6E5C7F150}"/>
              </a:ext>
            </a:extLst>
          </p:cNvPr>
          <p:cNvSpPr>
            <a:spLocks xmlns:a="http://schemas.openxmlformats.org/drawingml/2006/main" noGrp="1"/>
          </p:cNvSpPr>
          <p:nvPr/>
        </p:nvSpPr>
        <p:spPr>
          <a:xfrm xmlns:a="http://schemas.openxmlformats.org/drawingml/2006/main">
            <a:off x="5744171" y="6039934"/>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38" name="data-point-1338">
            <a:extLst xmlns:a="http://schemas.openxmlformats.org/drawingml/2006/main">
              <a:ext uri="{FF2B5EF4-FFF2-40B4-BE49-F238E27FC236}">
                <a16:creationId xmlns:a16="http://schemas.microsoft.com/office/drawing/2014/main" id="{D2D1506B-04D8-4D1D-9226-B5A779623106}"/>
              </a:ext>
            </a:extLst>
          </p:cNvPr>
          <p:cNvSpPr>
            <a:spLocks xmlns:a="http://schemas.openxmlformats.org/drawingml/2006/main" noGrp="1"/>
          </p:cNvSpPr>
          <p:nvPr/>
        </p:nvSpPr>
        <p:spPr>
          <a:xfrm xmlns:a="http://schemas.openxmlformats.org/drawingml/2006/main">
            <a:off x="5695100" y="6080059"/>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39" name="data-point-1339">
            <a:extLst xmlns:a="http://schemas.openxmlformats.org/drawingml/2006/main">
              <a:ext uri="{FF2B5EF4-FFF2-40B4-BE49-F238E27FC236}">
                <a16:creationId xmlns:a16="http://schemas.microsoft.com/office/drawing/2014/main" id="{4EDC3E67-0835-4213-8313-E446AB021386}"/>
              </a:ext>
            </a:extLst>
          </p:cNvPr>
          <p:cNvSpPr>
            <a:spLocks xmlns:a="http://schemas.openxmlformats.org/drawingml/2006/main" noGrp="1"/>
          </p:cNvSpPr>
          <p:nvPr/>
        </p:nvSpPr>
        <p:spPr>
          <a:xfrm xmlns:a="http://schemas.openxmlformats.org/drawingml/2006/main">
            <a:off x="5717195" y="611324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40" name="data-point-1340">
            <a:extLst xmlns:a="http://schemas.openxmlformats.org/drawingml/2006/main">
              <a:ext uri="{FF2B5EF4-FFF2-40B4-BE49-F238E27FC236}">
                <a16:creationId xmlns:a16="http://schemas.microsoft.com/office/drawing/2014/main" id="{40152A7D-FA59-4316-A7B4-7F97B9DA5956}"/>
              </a:ext>
            </a:extLst>
          </p:cNvPr>
          <p:cNvSpPr>
            <a:spLocks xmlns:a="http://schemas.openxmlformats.org/drawingml/2006/main" noGrp="1"/>
          </p:cNvSpPr>
          <p:nvPr/>
        </p:nvSpPr>
        <p:spPr>
          <a:xfrm xmlns:a="http://schemas.openxmlformats.org/drawingml/2006/main">
            <a:off x="5719559" y="605998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41" name="data-point-1341">
            <a:extLst xmlns:a="http://schemas.openxmlformats.org/drawingml/2006/main">
              <a:ext uri="{FF2B5EF4-FFF2-40B4-BE49-F238E27FC236}">
                <a16:creationId xmlns:a16="http://schemas.microsoft.com/office/drawing/2014/main" id="{CD3A8AE1-9055-4B53-B973-8C6ADF854455}"/>
              </a:ext>
            </a:extLst>
          </p:cNvPr>
          <p:cNvSpPr>
            <a:spLocks xmlns:a="http://schemas.openxmlformats.org/drawingml/2006/main" noGrp="1"/>
          </p:cNvSpPr>
          <p:nvPr/>
        </p:nvSpPr>
        <p:spPr>
          <a:xfrm xmlns:a="http://schemas.openxmlformats.org/drawingml/2006/main">
            <a:off x="5657602" y="600861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42" name="data-point-1342">
            <a:extLst xmlns:a="http://schemas.openxmlformats.org/drawingml/2006/main">
              <a:ext uri="{FF2B5EF4-FFF2-40B4-BE49-F238E27FC236}">
                <a16:creationId xmlns:a16="http://schemas.microsoft.com/office/drawing/2014/main" id="{80BC4427-84BF-48A5-A041-79EAAFBB4CFC}"/>
              </a:ext>
            </a:extLst>
          </p:cNvPr>
          <p:cNvSpPr>
            <a:spLocks xmlns:a="http://schemas.openxmlformats.org/drawingml/2006/main" noGrp="1"/>
          </p:cNvSpPr>
          <p:nvPr/>
        </p:nvSpPr>
        <p:spPr>
          <a:xfrm xmlns:a="http://schemas.openxmlformats.org/drawingml/2006/main">
            <a:off x="5771481" y="614083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43" name="data-point-1343">
            <a:extLst xmlns:a="http://schemas.openxmlformats.org/drawingml/2006/main">
              <a:ext uri="{FF2B5EF4-FFF2-40B4-BE49-F238E27FC236}">
                <a16:creationId xmlns:a16="http://schemas.microsoft.com/office/drawing/2014/main" id="{E81D93FA-A49B-4591-9D10-7E88E742CE0F}"/>
              </a:ext>
            </a:extLst>
          </p:cNvPr>
          <p:cNvSpPr>
            <a:spLocks xmlns:a="http://schemas.openxmlformats.org/drawingml/2006/main" noGrp="1"/>
          </p:cNvSpPr>
          <p:nvPr/>
        </p:nvSpPr>
        <p:spPr>
          <a:xfrm xmlns:a="http://schemas.openxmlformats.org/drawingml/2006/main">
            <a:off x="5709128" y="6009221"/>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44" name="data-point-1344">
            <a:extLst xmlns:a="http://schemas.openxmlformats.org/drawingml/2006/main">
              <a:ext uri="{FF2B5EF4-FFF2-40B4-BE49-F238E27FC236}">
                <a16:creationId xmlns:a16="http://schemas.microsoft.com/office/drawing/2014/main" id="{A8540282-8240-45DD-A13B-3274A59BC78B}"/>
              </a:ext>
            </a:extLst>
          </p:cNvPr>
          <p:cNvSpPr>
            <a:spLocks xmlns:a="http://schemas.openxmlformats.org/drawingml/2006/main" noGrp="1"/>
          </p:cNvSpPr>
          <p:nvPr/>
        </p:nvSpPr>
        <p:spPr>
          <a:xfrm xmlns:a="http://schemas.openxmlformats.org/drawingml/2006/main">
            <a:off x="5770078" y="601394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45" name="data-point-1345">
            <a:extLst xmlns:a="http://schemas.openxmlformats.org/drawingml/2006/main">
              <a:ext uri="{FF2B5EF4-FFF2-40B4-BE49-F238E27FC236}">
                <a16:creationId xmlns:a16="http://schemas.microsoft.com/office/drawing/2014/main" id="{89AB8FDA-061F-48D0-8471-B6FC5062A2C0}"/>
              </a:ext>
            </a:extLst>
          </p:cNvPr>
          <p:cNvSpPr>
            <a:spLocks xmlns:a="http://schemas.openxmlformats.org/drawingml/2006/main" noGrp="1"/>
          </p:cNvSpPr>
          <p:nvPr/>
        </p:nvSpPr>
        <p:spPr>
          <a:xfrm xmlns:a="http://schemas.openxmlformats.org/drawingml/2006/main">
            <a:off x="5239972" y="6517476"/>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46" name="data-point-1346">
            <a:extLst xmlns:a="http://schemas.openxmlformats.org/drawingml/2006/main">
              <a:ext uri="{FF2B5EF4-FFF2-40B4-BE49-F238E27FC236}">
                <a16:creationId xmlns:a16="http://schemas.microsoft.com/office/drawing/2014/main" id="{A1AE71BC-D0E8-4B40-B9FC-AA0BB535D6A9}"/>
              </a:ext>
            </a:extLst>
          </p:cNvPr>
          <p:cNvSpPr>
            <a:spLocks xmlns:a="http://schemas.openxmlformats.org/drawingml/2006/main" noGrp="1"/>
          </p:cNvSpPr>
          <p:nvPr/>
        </p:nvSpPr>
        <p:spPr>
          <a:xfrm xmlns:a="http://schemas.openxmlformats.org/drawingml/2006/main">
            <a:off x="5188450" y="646183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47" name="data-point-1347">
            <a:extLst xmlns:a="http://schemas.openxmlformats.org/drawingml/2006/main">
              <a:ext uri="{FF2B5EF4-FFF2-40B4-BE49-F238E27FC236}">
                <a16:creationId xmlns:a16="http://schemas.microsoft.com/office/drawing/2014/main" id="{1E1F2B6B-B6A8-492B-86B5-4C14B64344FD}"/>
              </a:ext>
            </a:extLst>
          </p:cNvPr>
          <p:cNvSpPr>
            <a:spLocks xmlns:a="http://schemas.openxmlformats.org/drawingml/2006/main" noGrp="1"/>
          </p:cNvSpPr>
          <p:nvPr/>
        </p:nvSpPr>
        <p:spPr>
          <a:xfrm xmlns:a="http://schemas.openxmlformats.org/drawingml/2006/main">
            <a:off x="5227224" y="639246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48" name="data-point-1348">
            <a:extLst xmlns:a="http://schemas.openxmlformats.org/drawingml/2006/main">
              <a:ext uri="{FF2B5EF4-FFF2-40B4-BE49-F238E27FC236}">
                <a16:creationId xmlns:a16="http://schemas.microsoft.com/office/drawing/2014/main" id="{09AB4E57-7B48-445E-9EFB-AAB25F994041}"/>
              </a:ext>
            </a:extLst>
          </p:cNvPr>
          <p:cNvSpPr>
            <a:spLocks xmlns:a="http://schemas.openxmlformats.org/drawingml/2006/main" noGrp="1"/>
          </p:cNvSpPr>
          <p:nvPr/>
        </p:nvSpPr>
        <p:spPr>
          <a:xfrm xmlns:a="http://schemas.openxmlformats.org/drawingml/2006/main">
            <a:off x="5611469" y="618137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49" name="data-point-1349">
            <a:extLst xmlns:a="http://schemas.openxmlformats.org/drawingml/2006/main">
              <a:ext uri="{FF2B5EF4-FFF2-40B4-BE49-F238E27FC236}">
                <a16:creationId xmlns:a16="http://schemas.microsoft.com/office/drawing/2014/main" id="{D4615DDF-5D1B-4335-896F-2CA0E3801C23}"/>
              </a:ext>
            </a:extLst>
          </p:cNvPr>
          <p:cNvSpPr>
            <a:spLocks xmlns:a="http://schemas.openxmlformats.org/drawingml/2006/main" noGrp="1"/>
          </p:cNvSpPr>
          <p:nvPr/>
        </p:nvSpPr>
        <p:spPr>
          <a:xfrm xmlns:a="http://schemas.openxmlformats.org/drawingml/2006/main">
            <a:off x="5419362" y="636785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50" name="data-point-1350">
            <a:extLst xmlns:a="http://schemas.openxmlformats.org/drawingml/2006/main">
              <a:ext uri="{FF2B5EF4-FFF2-40B4-BE49-F238E27FC236}">
                <a16:creationId xmlns:a16="http://schemas.microsoft.com/office/drawing/2014/main" id="{6FCFB99E-300A-49ED-8096-B4849D53D840}"/>
              </a:ext>
            </a:extLst>
          </p:cNvPr>
          <p:cNvSpPr>
            <a:spLocks xmlns:a="http://schemas.openxmlformats.org/drawingml/2006/main" noGrp="1"/>
          </p:cNvSpPr>
          <p:nvPr/>
        </p:nvSpPr>
        <p:spPr>
          <a:xfrm xmlns:a="http://schemas.openxmlformats.org/drawingml/2006/main">
            <a:off x="5378835" y="633955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51" name="data-point-1351">
            <a:extLst xmlns:a="http://schemas.openxmlformats.org/drawingml/2006/main">
              <a:ext uri="{FF2B5EF4-FFF2-40B4-BE49-F238E27FC236}">
                <a16:creationId xmlns:a16="http://schemas.microsoft.com/office/drawing/2014/main" id="{E7068251-D817-4A71-BD52-130305CC5FFC}"/>
              </a:ext>
            </a:extLst>
          </p:cNvPr>
          <p:cNvSpPr>
            <a:spLocks xmlns:a="http://schemas.openxmlformats.org/drawingml/2006/main" noGrp="1"/>
          </p:cNvSpPr>
          <p:nvPr/>
        </p:nvSpPr>
        <p:spPr>
          <a:xfrm xmlns:a="http://schemas.openxmlformats.org/drawingml/2006/main">
            <a:off x="5439658" y="623780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52" name="data-point-1352">
            <a:extLst xmlns:a="http://schemas.openxmlformats.org/drawingml/2006/main">
              <a:ext uri="{FF2B5EF4-FFF2-40B4-BE49-F238E27FC236}">
                <a16:creationId xmlns:a16="http://schemas.microsoft.com/office/drawing/2014/main" id="{C05613E7-C4E8-46FC-8439-59C53FF2B878}"/>
              </a:ext>
            </a:extLst>
          </p:cNvPr>
          <p:cNvSpPr>
            <a:spLocks xmlns:a="http://schemas.openxmlformats.org/drawingml/2006/main" noGrp="1"/>
          </p:cNvSpPr>
          <p:nvPr/>
        </p:nvSpPr>
        <p:spPr>
          <a:xfrm xmlns:a="http://schemas.openxmlformats.org/drawingml/2006/main">
            <a:off x="5600211" y="635654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53" name="data-point-1353">
            <a:extLst xmlns:a="http://schemas.openxmlformats.org/drawingml/2006/main">
              <a:ext uri="{FF2B5EF4-FFF2-40B4-BE49-F238E27FC236}">
                <a16:creationId xmlns:a16="http://schemas.microsoft.com/office/drawing/2014/main" id="{965B4233-63E6-40CD-92E3-9CC0D9DEA63E}"/>
              </a:ext>
            </a:extLst>
          </p:cNvPr>
          <p:cNvSpPr>
            <a:spLocks xmlns:a="http://schemas.openxmlformats.org/drawingml/2006/main" noGrp="1"/>
          </p:cNvSpPr>
          <p:nvPr/>
        </p:nvSpPr>
        <p:spPr>
          <a:xfrm xmlns:a="http://schemas.openxmlformats.org/drawingml/2006/main">
            <a:off x="5435667" y="638826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54" name="data-point-1354">
            <a:extLst xmlns:a="http://schemas.openxmlformats.org/drawingml/2006/main">
              <a:ext uri="{FF2B5EF4-FFF2-40B4-BE49-F238E27FC236}">
                <a16:creationId xmlns:a16="http://schemas.microsoft.com/office/drawing/2014/main" id="{9CF30499-E32F-4828-972D-CCB57526A7D7}"/>
              </a:ext>
            </a:extLst>
          </p:cNvPr>
          <p:cNvSpPr>
            <a:spLocks xmlns:a="http://schemas.openxmlformats.org/drawingml/2006/main" noGrp="1"/>
          </p:cNvSpPr>
          <p:nvPr/>
        </p:nvSpPr>
        <p:spPr>
          <a:xfrm xmlns:a="http://schemas.openxmlformats.org/drawingml/2006/main">
            <a:off x="5097576" y="651869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55" name="data-point-1355">
            <a:extLst xmlns:a="http://schemas.openxmlformats.org/drawingml/2006/main">
              <a:ext uri="{FF2B5EF4-FFF2-40B4-BE49-F238E27FC236}">
                <a16:creationId xmlns:a16="http://schemas.microsoft.com/office/drawing/2014/main" id="{D11EED32-F739-4B4B-BBB6-FF76248523CC}"/>
              </a:ext>
            </a:extLst>
          </p:cNvPr>
          <p:cNvSpPr>
            <a:spLocks xmlns:a="http://schemas.openxmlformats.org/drawingml/2006/main" noGrp="1"/>
          </p:cNvSpPr>
          <p:nvPr/>
        </p:nvSpPr>
        <p:spPr>
          <a:xfrm xmlns:a="http://schemas.openxmlformats.org/drawingml/2006/main">
            <a:off x="5159089" y="65909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56" name="data-point-1356">
            <a:extLst xmlns:a="http://schemas.openxmlformats.org/drawingml/2006/main">
              <a:ext uri="{FF2B5EF4-FFF2-40B4-BE49-F238E27FC236}">
                <a16:creationId xmlns:a16="http://schemas.microsoft.com/office/drawing/2014/main" id="{70A98ABB-318F-48A7-88B3-AF698061BB60}"/>
              </a:ext>
            </a:extLst>
          </p:cNvPr>
          <p:cNvSpPr>
            <a:spLocks xmlns:a="http://schemas.openxmlformats.org/drawingml/2006/main" noGrp="1"/>
          </p:cNvSpPr>
          <p:nvPr/>
        </p:nvSpPr>
        <p:spPr>
          <a:xfrm xmlns:a="http://schemas.openxmlformats.org/drawingml/2006/main">
            <a:off x="5494225" y="6292698"/>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57" name="data-point-1357">
            <a:extLst xmlns:a="http://schemas.openxmlformats.org/drawingml/2006/main">
              <a:ext uri="{FF2B5EF4-FFF2-40B4-BE49-F238E27FC236}">
                <a16:creationId xmlns:a16="http://schemas.microsoft.com/office/drawing/2014/main" id="{72FE68C1-FF07-46FE-B6BF-D2AB1559A45B}"/>
              </a:ext>
            </a:extLst>
          </p:cNvPr>
          <p:cNvSpPr>
            <a:spLocks xmlns:a="http://schemas.openxmlformats.org/drawingml/2006/main" noGrp="1"/>
          </p:cNvSpPr>
          <p:nvPr/>
        </p:nvSpPr>
        <p:spPr>
          <a:xfrm xmlns:a="http://schemas.openxmlformats.org/drawingml/2006/main">
            <a:off x="5228033" y="6499255"/>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58" name="data-point-1358">
            <a:extLst xmlns:a="http://schemas.openxmlformats.org/drawingml/2006/main">
              <a:ext uri="{FF2B5EF4-FFF2-40B4-BE49-F238E27FC236}">
                <a16:creationId xmlns:a16="http://schemas.microsoft.com/office/drawing/2014/main" id="{B92642BD-6042-4F38-9A57-30C0ED1770CE}"/>
              </a:ext>
            </a:extLst>
          </p:cNvPr>
          <p:cNvSpPr>
            <a:spLocks xmlns:a="http://schemas.openxmlformats.org/drawingml/2006/main" noGrp="1"/>
          </p:cNvSpPr>
          <p:nvPr/>
        </p:nvSpPr>
        <p:spPr>
          <a:xfrm xmlns:a="http://schemas.openxmlformats.org/drawingml/2006/main">
            <a:off x="5510115" y="6142906"/>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59" name="data-point-1359">
            <a:extLst xmlns:a="http://schemas.openxmlformats.org/drawingml/2006/main">
              <a:ext uri="{FF2B5EF4-FFF2-40B4-BE49-F238E27FC236}">
                <a16:creationId xmlns:a16="http://schemas.microsoft.com/office/drawing/2014/main" id="{90B269E0-A084-4FED-9A37-182D7C35AD83}"/>
              </a:ext>
            </a:extLst>
          </p:cNvPr>
          <p:cNvSpPr>
            <a:spLocks xmlns:a="http://schemas.openxmlformats.org/drawingml/2006/main" noGrp="1"/>
          </p:cNvSpPr>
          <p:nvPr/>
        </p:nvSpPr>
        <p:spPr>
          <a:xfrm xmlns:a="http://schemas.openxmlformats.org/drawingml/2006/main">
            <a:off x="5622363" y="638842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60" name="data-point-1360">
            <a:extLst xmlns:a="http://schemas.openxmlformats.org/drawingml/2006/main">
              <a:ext uri="{FF2B5EF4-FFF2-40B4-BE49-F238E27FC236}">
                <a16:creationId xmlns:a16="http://schemas.microsoft.com/office/drawing/2014/main" id="{3556F04A-7128-4477-9EAE-4B70CAA72282}"/>
              </a:ext>
            </a:extLst>
          </p:cNvPr>
          <p:cNvSpPr>
            <a:spLocks xmlns:a="http://schemas.openxmlformats.org/drawingml/2006/main" noGrp="1"/>
          </p:cNvSpPr>
          <p:nvPr/>
        </p:nvSpPr>
        <p:spPr>
          <a:xfrm xmlns:a="http://schemas.openxmlformats.org/drawingml/2006/main">
            <a:off x="5674362" y="618658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61" name="data-point-1361">
            <a:extLst xmlns:a="http://schemas.openxmlformats.org/drawingml/2006/main">
              <a:ext uri="{FF2B5EF4-FFF2-40B4-BE49-F238E27FC236}">
                <a16:creationId xmlns:a16="http://schemas.microsoft.com/office/drawing/2014/main" id="{1AF1702B-34B8-4AA3-A942-75C7466202F1}"/>
              </a:ext>
            </a:extLst>
          </p:cNvPr>
          <p:cNvSpPr>
            <a:spLocks xmlns:a="http://schemas.openxmlformats.org/drawingml/2006/main" noGrp="1"/>
          </p:cNvSpPr>
          <p:nvPr/>
        </p:nvSpPr>
        <p:spPr>
          <a:xfrm xmlns:a="http://schemas.openxmlformats.org/drawingml/2006/main">
            <a:off x="5459143" y="623238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62" name="data-point-1362">
            <a:extLst xmlns:a="http://schemas.openxmlformats.org/drawingml/2006/main">
              <a:ext uri="{FF2B5EF4-FFF2-40B4-BE49-F238E27FC236}">
                <a16:creationId xmlns:a16="http://schemas.microsoft.com/office/drawing/2014/main" id="{C170DEF2-03F7-4659-816D-D46CA474A69E}"/>
              </a:ext>
            </a:extLst>
          </p:cNvPr>
          <p:cNvSpPr>
            <a:spLocks xmlns:a="http://schemas.openxmlformats.org/drawingml/2006/main" noGrp="1"/>
          </p:cNvSpPr>
          <p:nvPr/>
        </p:nvSpPr>
        <p:spPr>
          <a:xfrm xmlns:a="http://schemas.openxmlformats.org/drawingml/2006/main">
            <a:off x="5358672" y="645046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63" name="data-point-1363">
            <a:extLst xmlns:a="http://schemas.openxmlformats.org/drawingml/2006/main">
              <a:ext uri="{FF2B5EF4-FFF2-40B4-BE49-F238E27FC236}">
                <a16:creationId xmlns:a16="http://schemas.microsoft.com/office/drawing/2014/main" id="{17630E6E-5F25-48CC-8890-F93E386A4575}"/>
              </a:ext>
            </a:extLst>
          </p:cNvPr>
          <p:cNvSpPr>
            <a:spLocks xmlns:a="http://schemas.openxmlformats.org/drawingml/2006/main" noGrp="1"/>
          </p:cNvSpPr>
          <p:nvPr/>
        </p:nvSpPr>
        <p:spPr>
          <a:xfrm xmlns:a="http://schemas.openxmlformats.org/drawingml/2006/main">
            <a:off x="5294330" y="6300335"/>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64" name="data-point-1364">
            <a:extLst xmlns:a="http://schemas.openxmlformats.org/drawingml/2006/main">
              <a:ext uri="{FF2B5EF4-FFF2-40B4-BE49-F238E27FC236}">
                <a16:creationId xmlns:a16="http://schemas.microsoft.com/office/drawing/2014/main" id="{9843BC25-FD1C-42F2-8819-FD8C88DBF57E}"/>
              </a:ext>
            </a:extLst>
          </p:cNvPr>
          <p:cNvSpPr>
            <a:spLocks xmlns:a="http://schemas.openxmlformats.org/drawingml/2006/main" noGrp="1"/>
          </p:cNvSpPr>
          <p:nvPr/>
        </p:nvSpPr>
        <p:spPr>
          <a:xfrm xmlns:a="http://schemas.openxmlformats.org/drawingml/2006/main">
            <a:off x="5409326" y="6293894"/>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65" name="data-point-1365">
            <a:extLst xmlns:a="http://schemas.openxmlformats.org/drawingml/2006/main">
              <a:ext uri="{FF2B5EF4-FFF2-40B4-BE49-F238E27FC236}">
                <a16:creationId xmlns:a16="http://schemas.microsoft.com/office/drawing/2014/main" id="{EBC1DBD1-CA1F-434A-A9A6-005ABF057810}"/>
              </a:ext>
            </a:extLst>
          </p:cNvPr>
          <p:cNvSpPr>
            <a:spLocks xmlns:a="http://schemas.openxmlformats.org/drawingml/2006/main" noGrp="1"/>
          </p:cNvSpPr>
          <p:nvPr/>
        </p:nvSpPr>
        <p:spPr>
          <a:xfrm xmlns:a="http://schemas.openxmlformats.org/drawingml/2006/main">
            <a:off x="5283112" y="6471619"/>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66" name="data-point-1366">
            <a:extLst xmlns:a="http://schemas.openxmlformats.org/drawingml/2006/main">
              <a:ext uri="{FF2B5EF4-FFF2-40B4-BE49-F238E27FC236}">
                <a16:creationId xmlns:a16="http://schemas.microsoft.com/office/drawing/2014/main" id="{58DA7D76-CD09-48E9-97B3-D4CC51DDCD56}"/>
              </a:ext>
            </a:extLst>
          </p:cNvPr>
          <p:cNvSpPr>
            <a:spLocks xmlns:a="http://schemas.openxmlformats.org/drawingml/2006/main" noGrp="1"/>
          </p:cNvSpPr>
          <p:nvPr/>
        </p:nvSpPr>
        <p:spPr>
          <a:xfrm xmlns:a="http://schemas.openxmlformats.org/drawingml/2006/main">
            <a:off x="5245626" y="648368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67" name="data-point-1367">
            <a:extLst xmlns:a="http://schemas.openxmlformats.org/drawingml/2006/main">
              <a:ext uri="{FF2B5EF4-FFF2-40B4-BE49-F238E27FC236}">
                <a16:creationId xmlns:a16="http://schemas.microsoft.com/office/drawing/2014/main" id="{B74303A8-06E2-4B99-B617-7CC383CD0748}"/>
              </a:ext>
            </a:extLst>
          </p:cNvPr>
          <p:cNvSpPr>
            <a:spLocks xmlns:a="http://schemas.openxmlformats.org/drawingml/2006/main" noGrp="1"/>
          </p:cNvSpPr>
          <p:nvPr/>
        </p:nvSpPr>
        <p:spPr>
          <a:xfrm xmlns:a="http://schemas.openxmlformats.org/drawingml/2006/main">
            <a:off x="5297344" y="6413911"/>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68" name="data-point-1368">
            <a:extLst xmlns:a="http://schemas.openxmlformats.org/drawingml/2006/main">
              <a:ext uri="{FF2B5EF4-FFF2-40B4-BE49-F238E27FC236}">
                <a16:creationId xmlns:a16="http://schemas.microsoft.com/office/drawing/2014/main" id="{1EA9B378-A9D8-4539-B3BD-F04DCCAE56BB}"/>
              </a:ext>
            </a:extLst>
          </p:cNvPr>
          <p:cNvSpPr>
            <a:spLocks xmlns:a="http://schemas.openxmlformats.org/drawingml/2006/main" noGrp="1"/>
          </p:cNvSpPr>
          <p:nvPr/>
        </p:nvSpPr>
        <p:spPr>
          <a:xfrm xmlns:a="http://schemas.openxmlformats.org/drawingml/2006/main">
            <a:off x="5299852" y="6490573"/>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69" name="data-point-1369">
            <a:extLst xmlns:a="http://schemas.openxmlformats.org/drawingml/2006/main">
              <a:ext uri="{FF2B5EF4-FFF2-40B4-BE49-F238E27FC236}">
                <a16:creationId xmlns:a16="http://schemas.microsoft.com/office/drawing/2014/main" id="{148EAA96-7948-47F2-B774-32A95E7A2900}"/>
              </a:ext>
            </a:extLst>
          </p:cNvPr>
          <p:cNvSpPr>
            <a:spLocks xmlns:a="http://schemas.openxmlformats.org/drawingml/2006/main" noGrp="1"/>
          </p:cNvSpPr>
          <p:nvPr/>
        </p:nvSpPr>
        <p:spPr>
          <a:xfrm xmlns:a="http://schemas.openxmlformats.org/drawingml/2006/main">
            <a:off x="5449851" y="6504018"/>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70" name="data-point-1370">
            <a:extLst xmlns:a="http://schemas.openxmlformats.org/drawingml/2006/main">
              <a:ext uri="{FF2B5EF4-FFF2-40B4-BE49-F238E27FC236}">
                <a16:creationId xmlns:a16="http://schemas.microsoft.com/office/drawing/2014/main" id="{9438DB4D-88DD-44A4-B321-E2AF01AB07FB}"/>
              </a:ext>
            </a:extLst>
          </p:cNvPr>
          <p:cNvSpPr>
            <a:spLocks xmlns:a="http://schemas.openxmlformats.org/drawingml/2006/main" noGrp="1"/>
          </p:cNvSpPr>
          <p:nvPr/>
        </p:nvSpPr>
        <p:spPr>
          <a:xfrm xmlns:a="http://schemas.openxmlformats.org/drawingml/2006/main">
            <a:off x="5234286" y="6481247"/>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71" name="data-point-1371">
            <a:extLst xmlns:a="http://schemas.openxmlformats.org/drawingml/2006/main">
              <a:ext uri="{FF2B5EF4-FFF2-40B4-BE49-F238E27FC236}">
                <a16:creationId xmlns:a16="http://schemas.microsoft.com/office/drawing/2014/main" id="{ECFEE4E7-E800-4DEE-942A-ED2B70255F59}"/>
              </a:ext>
            </a:extLst>
          </p:cNvPr>
          <p:cNvSpPr>
            <a:spLocks xmlns:a="http://schemas.openxmlformats.org/drawingml/2006/main" noGrp="1"/>
          </p:cNvSpPr>
          <p:nvPr/>
        </p:nvSpPr>
        <p:spPr>
          <a:xfrm xmlns:a="http://schemas.openxmlformats.org/drawingml/2006/main">
            <a:off x="5235426" y="6409242"/>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72" name="data-point-1372">
            <a:extLst xmlns:a="http://schemas.openxmlformats.org/drawingml/2006/main">
              <a:ext uri="{FF2B5EF4-FFF2-40B4-BE49-F238E27FC236}">
                <a16:creationId xmlns:a16="http://schemas.microsoft.com/office/drawing/2014/main" id="{69C1C745-7363-4B46-B789-BD6683E09665}"/>
              </a:ext>
            </a:extLst>
          </p:cNvPr>
          <p:cNvSpPr>
            <a:spLocks xmlns:a="http://schemas.openxmlformats.org/drawingml/2006/main" noGrp="1"/>
          </p:cNvSpPr>
          <p:nvPr/>
        </p:nvSpPr>
        <p:spPr>
          <a:xfrm xmlns:a="http://schemas.openxmlformats.org/drawingml/2006/main">
            <a:off x="5676276" y="612503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73" name="data-point-1373">
            <a:extLst xmlns:a="http://schemas.openxmlformats.org/drawingml/2006/main">
              <a:ext uri="{FF2B5EF4-FFF2-40B4-BE49-F238E27FC236}">
                <a16:creationId xmlns:a16="http://schemas.microsoft.com/office/drawing/2014/main" id="{BD0866CC-66BB-4C0E-86FF-571B1BA2927A}"/>
              </a:ext>
            </a:extLst>
          </p:cNvPr>
          <p:cNvSpPr>
            <a:spLocks xmlns:a="http://schemas.openxmlformats.org/drawingml/2006/main" noGrp="1"/>
          </p:cNvSpPr>
          <p:nvPr/>
        </p:nvSpPr>
        <p:spPr>
          <a:xfrm xmlns:a="http://schemas.openxmlformats.org/drawingml/2006/main">
            <a:off x="5687002" y="6098008"/>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74" name="data-point-1374">
            <a:extLst xmlns:a="http://schemas.openxmlformats.org/drawingml/2006/main">
              <a:ext uri="{FF2B5EF4-FFF2-40B4-BE49-F238E27FC236}">
                <a16:creationId xmlns:a16="http://schemas.microsoft.com/office/drawing/2014/main" id="{F052FF62-2C19-4AFC-8385-7E6AB20BC07D}"/>
              </a:ext>
            </a:extLst>
          </p:cNvPr>
          <p:cNvSpPr>
            <a:spLocks xmlns:a="http://schemas.openxmlformats.org/drawingml/2006/main" noGrp="1"/>
          </p:cNvSpPr>
          <p:nvPr/>
        </p:nvSpPr>
        <p:spPr>
          <a:xfrm xmlns:a="http://schemas.openxmlformats.org/drawingml/2006/main">
            <a:off x="5524693" y="630738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75" name="data-point-1375">
            <a:extLst xmlns:a="http://schemas.openxmlformats.org/drawingml/2006/main">
              <a:ext uri="{FF2B5EF4-FFF2-40B4-BE49-F238E27FC236}">
                <a16:creationId xmlns:a16="http://schemas.microsoft.com/office/drawing/2014/main" id="{A81C7E74-D0A3-45C9-8C3B-42BFD6C99687}"/>
              </a:ext>
            </a:extLst>
          </p:cNvPr>
          <p:cNvSpPr>
            <a:spLocks xmlns:a="http://schemas.openxmlformats.org/drawingml/2006/main" noGrp="1"/>
          </p:cNvSpPr>
          <p:nvPr/>
        </p:nvSpPr>
        <p:spPr>
          <a:xfrm xmlns:a="http://schemas.openxmlformats.org/drawingml/2006/main">
            <a:off x="5440167" y="6209770"/>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76" name="data-point-1376">
            <a:extLst xmlns:a="http://schemas.openxmlformats.org/drawingml/2006/main">
              <a:ext uri="{FF2B5EF4-FFF2-40B4-BE49-F238E27FC236}">
                <a16:creationId xmlns:a16="http://schemas.microsoft.com/office/drawing/2014/main" id="{867BF325-FC09-4474-9DA8-241A523EDA1A}"/>
              </a:ext>
            </a:extLst>
          </p:cNvPr>
          <p:cNvSpPr>
            <a:spLocks xmlns:a="http://schemas.openxmlformats.org/drawingml/2006/main" noGrp="1"/>
          </p:cNvSpPr>
          <p:nvPr/>
        </p:nvSpPr>
        <p:spPr>
          <a:xfrm xmlns:a="http://schemas.openxmlformats.org/drawingml/2006/main">
            <a:off x="5515934" y="6234317"/>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77" name="data-point-1377">
            <a:extLst xmlns:a="http://schemas.openxmlformats.org/drawingml/2006/main">
              <a:ext uri="{FF2B5EF4-FFF2-40B4-BE49-F238E27FC236}">
                <a16:creationId xmlns:a16="http://schemas.microsoft.com/office/drawing/2014/main" id="{E6FD547B-13B2-4EA5-836D-21BA8ECEF64E}"/>
              </a:ext>
            </a:extLst>
          </p:cNvPr>
          <p:cNvSpPr>
            <a:spLocks xmlns:a="http://schemas.openxmlformats.org/drawingml/2006/main" noGrp="1"/>
          </p:cNvSpPr>
          <p:nvPr/>
        </p:nvSpPr>
        <p:spPr>
          <a:xfrm xmlns:a="http://schemas.openxmlformats.org/drawingml/2006/main">
            <a:off x="5549792" y="6083485"/>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78" name="data-point-1378">
            <a:extLst xmlns:a="http://schemas.openxmlformats.org/drawingml/2006/main">
              <a:ext uri="{FF2B5EF4-FFF2-40B4-BE49-F238E27FC236}">
                <a16:creationId xmlns:a16="http://schemas.microsoft.com/office/drawing/2014/main" id="{31476B64-412C-4C15-9102-A7329A9EAB80}"/>
              </a:ext>
            </a:extLst>
          </p:cNvPr>
          <p:cNvSpPr>
            <a:spLocks xmlns:a="http://schemas.openxmlformats.org/drawingml/2006/main" noGrp="1"/>
          </p:cNvSpPr>
          <p:nvPr/>
        </p:nvSpPr>
        <p:spPr>
          <a:xfrm xmlns:a="http://schemas.openxmlformats.org/drawingml/2006/main">
            <a:off x="5664161" y="601522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79" name="data-point-1379">
            <a:extLst xmlns:a="http://schemas.openxmlformats.org/drawingml/2006/main">
              <a:ext uri="{FF2B5EF4-FFF2-40B4-BE49-F238E27FC236}">
                <a16:creationId xmlns:a16="http://schemas.microsoft.com/office/drawing/2014/main" id="{2D334083-B9D0-4297-B775-CB245BBCC4DC}"/>
              </a:ext>
            </a:extLst>
          </p:cNvPr>
          <p:cNvSpPr>
            <a:spLocks xmlns:a="http://schemas.openxmlformats.org/drawingml/2006/main" noGrp="1"/>
          </p:cNvSpPr>
          <p:nvPr/>
        </p:nvSpPr>
        <p:spPr>
          <a:xfrm xmlns:a="http://schemas.openxmlformats.org/drawingml/2006/main">
            <a:off x="5744636" y="6377914"/>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80" name="data-point-1380">
            <a:extLst xmlns:a="http://schemas.openxmlformats.org/drawingml/2006/main">
              <a:ext uri="{FF2B5EF4-FFF2-40B4-BE49-F238E27FC236}">
                <a16:creationId xmlns:a16="http://schemas.microsoft.com/office/drawing/2014/main" id="{B85F492B-29D0-4302-9C5B-B91E6B96DD02}"/>
              </a:ext>
            </a:extLst>
          </p:cNvPr>
          <p:cNvSpPr>
            <a:spLocks xmlns:a="http://schemas.openxmlformats.org/drawingml/2006/main" noGrp="1"/>
          </p:cNvSpPr>
          <p:nvPr/>
        </p:nvSpPr>
        <p:spPr>
          <a:xfrm xmlns:a="http://schemas.openxmlformats.org/drawingml/2006/main">
            <a:off x="5699790" y="6159683"/>
            <a:ext cx="25650" cy="2565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81" name="data-point-1381">
            <a:extLst xmlns:a="http://schemas.openxmlformats.org/drawingml/2006/main">
              <a:ext uri="{FF2B5EF4-FFF2-40B4-BE49-F238E27FC236}">
                <a16:creationId xmlns:a16="http://schemas.microsoft.com/office/drawing/2014/main" id="{4EC36B2B-DECA-4520-92A3-6C45F8642074}"/>
              </a:ext>
            </a:extLst>
          </p:cNvPr>
          <p:cNvSpPr>
            <a:spLocks xmlns:a="http://schemas.openxmlformats.org/drawingml/2006/main" noGrp="1"/>
          </p:cNvSpPr>
          <p:nvPr/>
        </p:nvSpPr>
        <p:spPr>
          <a:xfrm xmlns:a="http://schemas.openxmlformats.org/drawingml/2006/main">
            <a:off x="5400872" y="6411130"/>
            <a:ext cx="25650" cy="2565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82" name="data-point-1382">
            <a:extLst xmlns:a="http://schemas.openxmlformats.org/drawingml/2006/main">
              <a:ext uri="{FF2B5EF4-FFF2-40B4-BE49-F238E27FC236}">
                <a16:creationId xmlns:a16="http://schemas.microsoft.com/office/drawing/2014/main" id="{3E323E4D-2F2F-4997-8FC2-F7D0FD1D6D94}"/>
              </a:ext>
            </a:extLst>
          </p:cNvPr>
          <p:cNvSpPr>
            <a:spLocks xmlns:a="http://schemas.openxmlformats.org/drawingml/2006/main" noGrp="1"/>
          </p:cNvSpPr>
          <p:nvPr/>
        </p:nvSpPr>
        <p:spPr>
          <a:xfrm xmlns:a="http://schemas.openxmlformats.org/drawingml/2006/main">
            <a:off x="5676679" y="6189052"/>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83" name="data-point-1383">
            <a:extLst xmlns:a="http://schemas.openxmlformats.org/drawingml/2006/main">
              <a:ext uri="{FF2B5EF4-FFF2-40B4-BE49-F238E27FC236}">
                <a16:creationId xmlns:a16="http://schemas.microsoft.com/office/drawing/2014/main" id="{8774AF09-607B-4F8A-9EBE-9E7C23DBA5D9}"/>
              </a:ext>
            </a:extLst>
          </p:cNvPr>
          <p:cNvSpPr>
            <a:spLocks xmlns:a="http://schemas.openxmlformats.org/drawingml/2006/main" noGrp="1"/>
          </p:cNvSpPr>
          <p:nvPr/>
        </p:nvSpPr>
        <p:spPr>
          <a:xfrm xmlns:a="http://schemas.openxmlformats.org/drawingml/2006/main">
            <a:off x="5601923" y="618169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84" name="data-point-1384">
            <a:extLst xmlns:a="http://schemas.openxmlformats.org/drawingml/2006/main">
              <a:ext uri="{FF2B5EF4-FFF2-40B4-BE49-F238E27FC236}">
                <a16:creationId xmlns:a16="http://schemas.microsoft.com/office/drawing/2014/main" id="{D69E4BD8-1F8D-40C3-BB03-5B995C014E14}"/>
              </a:ext>
            </a:extLst>
          </p:cNvPr>
          <p:cNvSpPr>
            <a:spLocks xmlns:a="http://schemas.openxmlformats.org/drawingml/2006/main" noGrp="1"/>
          </p:cNvSpPr>
          <p:nvPr/>
        </p:nvSpPr>
        <p:spPr>
          <a:xfrm xmlns:a="http://schemas.openxmlformats.org/drawingml/2006/main">
            <a:off x="5510537" y="6245423"/>
            <a:ext cx="25650" cy="2565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85" name="text-1385">
            <a:extLst xmlns:a="http://schemas.openxmlformats.org/drawingml/2006/main">
              <a:ext uri="{FF2B5EF4-FFF2-40B4-BE49-F238E27FC236}">
                <a16:creationId xmlns:a16="http://schemas.microsoft.com/office/drawing/2014/main" id="{E9D47919-133F-483D-81D7-04B80F43D344}"/>
              </a:ext>
            </a:extLst>
          </p:cNvPr>
          <p:cNvSpPr>
            <a:spLocks xmlns:a="http://schemas.openxmlformats.org/drawingml/2006/main" noGrp="1"/>
          </p:cNvSpPr>
          <p:nvPr/>
        </p:nvSpPr>
        <p:spPr>
          <a:xfrm xmlns:a="http://schemas.openxmlformats.org/drawingml/2006/main" rot="0">
            <a:off x="4729500" y="5467500"/>
            <a:ext cx="16785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R² 0.733    MAE 0.459</a:t>
            </a:r>
          </a:p>
        </p:txBody>
      </p:sp>
      <p:sp>
        <p:nvSpPr>
          <p:cNvPr id="1386" name="text-1386">
            <a:extLst xmlns:a="http://schemas.openxmlformats.org/drawingml/2006/main">
              <a:ext uri="{FF2B5EF4-FFF2-40B4-BE49-F238E27FC236}">
                <a16:creationId xmlns:a16="http://schemas.microsoft.com/office/drawing/2014/main" id="{3C1660B4-B090-4B52-8051-9DEA2AEA32A5}"/>
              </a:ext>
            </a:extLst>
          </p:cNvPr>
          <p:cNvSpPr>
            <a:spLocks xmlns:a="http://schemas.openxmlformats.org/drawingml/2006/main" noGrp="1"/>
          </p:cNvSpPr>
          <p:nvPr/>
        </p:nvSpPr>
        <p:spPr>
          <a:xfrm xmlns:a="http://schemas.openxmlformats.org/drawingml/2006/main" rot="0">
            <a:off x="4653000" y="7222500"/>
            <a:ext cx="1773000" cy="13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MAE CI 0.386–0.532</a:t>
            </a:r>
          </a:p>
        </p:txBody>
      </p:sp>
      <p:sp>
        <p:nvSpPr>
          <p:cNvPr id="1387" name="data-point-1387">
            <a:extLst xmlns:a="http://schemas.openxmlformats.org/drawingml/2006/main">
              <a:ext uri="{FF2B5EF4-FFF2-40B4-BE49-F238E27FC236}">
                <a16:creationId xmlns:a16="http://schemas.microsoft.com/office/drawing/2014/main" id="{01790695-3D43-4A63-BF6D-38197BDC2B02}"/>
              </a:ext>
            </a:extLst>
          </p:cNvPr>
          <p:cNvSpPr>
            <a:spLocks xmlns:a="http://schemas.openxmlformats.org/drawingml/2006/main" noGrp="1"/>
          </p:cNvSpPr>
          <p:nvPr/>
        </p:nvSpPr>
        <p:spPr>
          <a:xfrm xmlns:a="http://schemas.openxmlformats.org/drawingml/2006/main">
            <a:off x="1071000" y="7614000"/>
            <a:ext cx="36000" cy="36000"/>
          </a:xfrm>
          <a:prstGeom xmlns:a="http://schemas.openxmlformats.org/drawingml/2006/main" prst="ellipse">
            <a:avLst/>
          </a:prstGeom>
          <a:solidFill xmlns:a="http://schemas.openxmlformats.org/drawingml/2006/main">
            <a:srgbClr val="458CAD"/>
          </a:solidFill>
          <a:ln xmlns:a="http://schemas.openxmlformats.org/drawingml/2006/main" w="0">
            <a:solidFill>
              <a:srgbClr val="458CAD"/>
            </a:solidFill>
          </a:ln>
        </p:spPr>
      </p:sp>
      <p:sp>
        <p:nvSpPr>
          <p:cNvPr id="1388" name="text-1388">
            <a:extLst xmlns:a="http://schemas.openxmlformats.org/drawingml/2006/main">
              <a:ext uri="{FF2B5EF4-FFF2-40B4-BE49-F238E27FC236}">
                <a16:creationId xmlns:a16="http://schemas.microsoft.com/office/drawing/2014/main" id="{86DE7FB6-DE6E-4CA5-BD96-39FCE833BAB6}"/>
              </a:ext>
            </a:extLst>
          </p:cNvPr>
          <p:cNvSpPr>
            <a:spLocks xmlns:a="http://schemas.openxmlformats.org/drawingml/2006/main" noGrp="1"/>
          </p:cNvSpPr>
          <p:nvPr/>
        </p:nvSpPr>
        <p:spPr>
          <a:xfrm xmlns:a="http://schemas.openxmlformats.org/drawingml/2006/main" rot="0">
            <a:off x="1152000" y="7573500"/>
            <a:ext cx="405000" cy="12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44" b="0">
                <a:solidFill>
                  <a:srgbClr val="000000"/>
                </a:solidFill>
                <a:latin typeface="Times New Roman"/>
                <a:ea typeface="Times New Roman"/>
                <a:cs typeface="Times New Roman"/>
              </a:defRPr>
            </a:pPr>
            <a:r>
              <a:rPr sz="744" b="0">
                <a:solidFill>
                  <a:srgbClr val="000000"/>
                </a:solidFill>
                <a:latin typeface="Times New Roman"/>
                <a:ea typeface="Times New Roman"/>
                <a:cs typeface="Times New Roman"/>
              </a:rPr>
              <a:t>Low</a:t>
            </a:r>
          </a:p>
        </p:txBody>
      </p:sp>
      <p:sp>
        <p:nvSpPr>
          <p:cNvPr id="1389" name="data-point-1389">
            <a:extLst xmlns:a="http://schemas.openxmlformats.org/drawingml/2006/main">
              <a:ext uri="{FF2B5EF4-FFF2-40B4-BE49-F238E27FC236}">
                <a16:creationId xmlns:a16="http://schemas.microsoft.com/office/drawing/2014/main" id="{D86DEA85-964D-4A0A-8C8B-3EE75096D1D6}"/>
              </a:ext>
            </a:extLst>
          </p:cNvPr>
          <p:cNvSpPr>
            <a:spLocks xmlns:a="http://schemas.openxmlformats.org/drawingml/2006/main" noGrp="1"/>
          </p:cNvSpPr>
          <p:nvPr/>
        </p:nvSpPr>
        <p:spPr>
          <a:xfrm xmlns:a="http://schemas.openxmlformats.org/drawingml/2006/main">
            <a:off x="2043000" y="7614000"/>
            <a:ext cx="36000" cy="36000"/>
          </a:xfrm>
          <a:prstGeom xmlns:a="http://schemas.openxmlformats.org/drawingml/2006/main" prst="ellipse">
            <a:avLst/>
          </a:prstGeom>
          <a:solidFill xmlns:a="http://schemas.openxmlformats.org/drawingml/2006/main">
            <a:srgbClr val="D7A151"/>
          </a:solidFill>
          <a:ln xmlns:a="http://schemas.openxmlformats.org/drawingml/2006/main" w="0">
            <a:solidFill>
              <a:srgbClr val="D7A151"/>
            </a:solidFill>
          </a:ln>
        </p:spPr>
      </p:sp>
      <p:sp>
        <p:nvSpPr>
          <p:cNvPr id="1390" name="text-1390">
            <a:extLst xmlns:a="http://schemas.openxmlformats.org/drawingml/2006/main">
              <a:ext uri="{FF2B5EF4-FFF2-40B4-BE49-F238E27FC236}">
                <a16:creationId xmlns:a16="http://schemas.microsoft.com/office/drawing/2014/main" id="{58CB0AE9-C5DC-43C5-9960-8DF2D1B34DB6}"/>
              </a:ext>
            </a:extLst>
          </p:cNvPr>
          <p:cNvSpPr>
            <a:spLocks xmlns:a="http://schemas.openxmlformats.org/drawingml/2006/main" noGrp="1"/>
          </p:cNvSpPr>
          <p:nvPr/>
        </p:nvSpPr>
        <p:spPr>
          <a:xfrm xmlns:a="http://schemas.openxmlformats.org/drawingml/2006/main" rot="0">
            <a:off x="2124000" y="7573500"/>
            <a:ext cx="877500" cy="12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44" b="0">
                <a:solidFill>
                  <a:srgbClr val="000000"/>
                </a:solidFill>
                <a:latin typeface="Times New Roman"/>
                <a:ea typeface="Times New Roman"/>
                <a:cs typeface="Times New Roman"/>
              </a:defRPr>
            </a:pPr>
            <a:r>
              <a:rPr sz="744" b="0">
                <a:solidFill>
                  <a:srgbClr val="000000"/>
                </a:solidFill>
                <a:latin typeface="Times New Roman"/>
                <a:ea typeface="Times New Roman"/>
                <a:cs typeface="Times New Roman"/>
              </a:rPr>
              <a:t>Intermediate</a:t>
            </a:r>
          </a:p>
        </p:txBody>
      </p:sp>
      <p:sp>
        <p:nvSpPr>
          <p:cNvPr id="1391" name="data-point-1391">
            <a:extLst xmlns:a="http://schemas.openxmlformats.org/drawingml/2006/main">
              <a:ext uri="{FF2B5EF4-FFF2-40B4-BE49-F238E27FC236}">
                <a16:creationId xmlns:a16="http://schemas.microsoft.com/office/drawing/2014/main" id="{C35884A0-0A9A-44AB-A53F-7B019CE51DF2}"/>
              </a:ext>
            </a:extLst>
          </p:cNvPr>
          <p:cNvSpPr>
            <a:spLocks xmlns:a="http://schemas.openxmlformats.org/drawingml/2006/main" noGrp="1"/>
          </p:cNvSpPr>
          <p:nvPr/>
        </p:nvSpPr>
        <p:spPr>
          <a:xfrm xmlns:a="http://schemas.openxmlformats.org/drawingml/2006/main">
            <a:off x="3559500" y="7614000"/>
            <a:ext cx="36000" cy="36000"/>
          </a:xfrm>
          <a:prstGeom xmlns:a="http://schemas.openxmlformats.org/drawingml/2006/main" prst="ellipse">
            <a:avLst/>
          </a:prstGeom>
          <a:solidFill xmlns:a="http://schemas.openxmlformats.org/drawingml/2006/main">
            <a:srgbClr val="BE647E"/>
          </a:solidFill>
          <a:ln xmlns:a="http://schemas.openxmlformats.org/drawingml/2006/main" w="0">
            <a:solidFill>
              <a:srgbClr val="BE647E"/>
            </a:solidFill>
          </a:ln>
        </p:spPr>
      </p:sp>
      <p:sp>
        <p:nvSpPr>
          <p:cNvPr id="1392" name="text-1392">
            <a:extLst xmlns:a="http://schemas.openxmlformats.org/drawingml/2006/main">
              <a:ext uri="{FF2B5EF4-FFF2-40B4-BE49-F238E27FC236}">
                <a16:creationId xmlns:a16="http://schemas.microsoft.com/office/drawing/2014/main" id="{6C37898B-F6B4-4977-8840-E4FDD5996CE7}"/>
              </a:ext>
            </a:extLst>
          </p:cNvPr>
          <p:cNvSpPr>
            <a:spLocks xmlns:a="http://schemas.openxmlformats.org/drawingml/2006/main" noGrp="1"/>
          </p:cNvSpPr>
          <p:nvPr/>
        </p:nvSpPr>
        <p:spPr>
          <a:xfrm xmlns:a="http://schemas.openxmlformats.org/drawingml/2006/main" rot="0">
            <a:off x="3640500" y="7573500"/>
            <a:ext cx="405000" cy="12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44" b="0">
                <a:solidFill>
                  <a:srgbClr val="000000"/>
                </a:solidFill>
                <a:latin typeface="Times New Roman"/>
                <a:ea typeface="Times New Roman"/>
                <a:cs typeface="Times New Roman"/>
              </a:defRPr>
            </a:pPr>
            <a:r>
              <a:rPr sz="744" b="0">
                <a:solidFill>
                  <a:srgbClr val="000000"/>
                </a:solidFill>
                <a:latin typeface="Times New Roman"/>
                <a:ea typeface="Times New Roman"/>
                <a:cs typeface="Times New Roman"/>
              </a:rPr>
              <a:t>High</a:t>
            </a:r>
          </a:p>
        </p:txBody>
      </p:sp>
      <p:sp>
        <p:nvSpPr>
          <p:cNvPr id="1393" name="data-path-1393">
            <a:extLst xmlns:a="http://schemas.openxmlformats.org/drawingml/2006/main">
              <a:ext uri="{FF2B5EF4-FFF2-40B4-BE49-F238E27FC236}">
                <a16:creationId xmlns:a16="http://schemas.microsoft.com/office/drawing/2014/main" id="{6174B01F-3038-48F1-BADB-A2927C649A13}"/>
              </a:ext>
            </a:extLst>
          </p:cNvPr>
          <p:cNvSpPr>
            <a:spLocks xmlns:a="http://schemas.openxmlformats.org/drawingml/2006/main" noGrp="1"/>
          </p:cNvSpPr>
          <p:nvPr/>
        </p:nvSpPr>
        <p:spPr>
          <a:xfrm xmlns:a="http://schemas.openxmlformats.org/drawingml/2006/main">
            <a:off x="4644000" y="7632000"/>
            <a:ext cx="135000" cy="450"/>
          </a:xfrm>
          <a:custGeom xmlns:a="http://schemas.openxmlformats.org/drawingml/2006/main">
            <a:pathLst>
              <a:path w="135000" h="450">
                <a:moveTo>
                  <a:pt x="0" y="0"/>
                </a:moveTo>
                <a:lnTo>
                  <a:pt x="135000" y="0"/>
                </a:lnTo>
              </a:path>
            </a:pathLst>
          </a:custGeom>
          <a:noFill xmlns:a="http://schemas.openxmlformats.org/drawingml/2006/main"/>
          <a:ln xmlns:a="http://schemas.openxmlformats.org/drawingml/2006/main" w="8100">
            <a:solidFill>
              <a:srgbClr val="87999E"/>
            </a:solidFill>
          </a:ln>
        </p:spPr>
      </p:sp>
      <p:sp>
        <p:nvSpPr>
          <p:cNvPr id="1394" name="text-1394">
            <a:extLst xmlns:a="http://schemas.openxmlformats.org/drawingml/2006/main">
              <a:ext uri="{FF2B5EF4-FFF2-40B4-BE49-F238E27FC236}">
                <a16:creationId xmlns:a16="http://schemas.microsoft.com/office/drawing/2014/main" id="{F2FD62B7-4816-49EC-94F3-B23387BD9DE6}"/>
              </a:ext>
            </a:extLst>
          </p:cNvPr>
          <p:cNvSpPr>
            <a:spLocks xmlns:a="http://schemas.openxmlformats.org/drawingml/2006/main" noGrp="1"/>
          </p:cNvSpPr>
          <p:nvPr/>
        </p:nvSpPr>
        <p:spPr>
          <a:xfrm xmlns:a="http://schemas.openxmlformats.org/drawingml/2006/main" rot="0">
            <a:off x="4837500" y="7573500"/>
            <a:ext cx="765000" cy="12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80" b="0">
                <a:solidFill>
                  <a:srgbClr val="000000"/>
                </a:solidFill>
                <a:latin typeface="Times New Roman"/>
                <a:ea typeface="Times New Roman"/>
                <a:cs typeface="Times New Roman"/>
              </a:defRPr>
            </a:pPr>
            <a:r>
              <a:rPr sz="780" b="0">
                <a:solidFill>
                  <a:srgbClr val="000000"/>
                </a:solidFill>
                <a:latin typeface="Times New Roman"/>
                <a:ea typeface="Times New Roman"/>
                <a:cs typeface="Times New Roman"/>
              </a:rPr>
              <a:t>Identity</a:t>
            </a:r>
          </a:p>
        </p:txBody>
      </p:sp>
      <p:sp>
        <p:nvSpPr>
          <p:cNvPr id="1395" name="text-1395">
            <a:extLst xmlns:a="http://schemas.openxmlformats.org/drawingml/2006/main">
              <a:ext uri="{FF2B5EF4-FFF2-40B4-BE49-F238E27FC236}">
                <a16:creationId xmlns:a16="http://schemas.microsoft.com/office/drawing/2014/main" id="{0D267097-4E0A-47E5-8790-B61047D335BA}"/>
              </a:ext>
            </a:extLst>
          </p:cNvPr>
          <p:cNvSpPr>
            <a:spLocks xmlns:a="http://schemas.openxmlformats.org/drawingml/2006/main" noGrp="1"/>
          </p:cNvSpPr>
          <p:nvPr/>
        </p:nvSpPr>
        <p:spPr>
          <a:xfrm xmlns:a="http://schemas.openxmlformats.org/drawingml/2006/main" rot="0">
            <a:off x="180000" y="7776000"/>
            <a:ext cx="6120000" cy="1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Colors: observed t3 state from outer-training thresholds</a:t>
            </a:r>
          </a:p>
        </p:txBody>
      </p:sp>
      <p:sp>
        <p:nvSpPr>
          <p:cNvPr id="1396" name="text-1396">
            <a:extLst xmlns:a="http://schemas.openxmlformats.org/drawingml/2006/main">
              <a:ext uri="{FF2B5EF4-FFF2-40B4-BE49-F238E27FC236}">
                <a16:creationId xmlns:a16="http://schemas.microsoft.com/office/drawing/2014/main" id="{742E22A8-6035-4853-8341-B580E01CB8DA}"/>
              </a:ext>
            </a:extLst>
          </p:cNvPr>
          <p:cNvSpPr>
            <a:spLocks xmlns:a="http://schemas.openxmlformats.org/drawingml/2006/main" noGrp="1"/>
          </p:cNvSpPr>
          <p:nvPr/>
        </p:nvSpPr>
        <p:spPr>
          <a:xfrm xmlns:a="http://schemas.openxmlformats.org/drawingml/2006/main" rot="0">
            <a:off x="157500" y="7960500"/>
            <a:ext cx="6165000" cy="14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000000"/>
                </a:solidFill>
                <a:latin typeface="Times New Roman"/>
                <a:ea typeface="Times New Roman"/>
                <a:cs typeface="Times New Roman"/>
              </a:defRPr>
            </a:pPr>
            <a:r>
              <a:rPr sz="850" b="0">
                <a:solidFill>
                  <a:srgbClr val="000000"/>
                </a:solidFill>
                <a:latin typeface="Times New Roman"/>
                <a:ea typeface="Times New Roman"/>
                <a:cs typeface="Times New Roman"/>
              </a:rPr>
              <a:t>Module additions are exploratory. Training-only shrinkage selected lambda = 1 in every fold</a:t>
            </a:r>
          </a:p>
        </p:txBody>
      </p:sp>
    </p:spTree>
    <p:extLst>
      <p:ext uri="{BB962C8B-B14F-4D97-AF65-F5344CB8AC3E}">
        <p14:creationId xmlns:p14="http://schemas.microsoft.com/office/powerpoint/2010/main" val="5224876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2026-10-02T01:19:38.0270000Z</dcterms:created>
  <dcterms:modified xsi:type="dcterms:W3CDTF">2026-10-02T01:19:38.0270000Z</dcterms:modified>
</coreProperties>
</file>